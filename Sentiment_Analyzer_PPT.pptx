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19.xml" ContentType="application/vnd.openxmlformats-officedocument.presentationml.slideLayout+xml"/>
  <Override PartName="/ppt/theme/theme3.xml" ContentType="application/vnd.openxmlformats-officedocument.theme+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21" r:id="rId2"/>
    <p:sldMasterId id="2147483782" r:id="rId3"/>
    <p:sldMasterId id="2147483784" r:id="rId4"/>
  </p:sldMasterIdLst>
  <p:notesMasterIdLst>
    <p:notesMasterId r:id="rId16"/>
  </p:notesMasterIdLst>
  <p:sldIdLst>
    <p:sldId id="265" r:id="rId5"/>
    <p:sldId id="2147469240" r:id="rId6"/>
    <p:sldId id="2147469241" r:id="rId7"/>
    <p:sldId id="256" r:id="rId8"/>
    <p:sldId id="2147469243" r:id="rId9"/>
    <p:sldId id="257" r:id="rId10"/>
    <p:sldId id="2147469242" r:id="rId11"/>
    <p:sldId id="2147376649" r:id="rId12"/>
    <p:sldId id="2147376648" r:id="rId13"/>
    <p:sldId id="268"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96EE663-AE22-AA5A-A722-5ADDE4D8695A}" name="Tadur, Kapil" initials="KT" userId="S::kapil.tadur@capgemini.com::ab5a6548-2f87-4cae-8eda-83188b2ff0d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039" autoAdjust="0"/>
  </p:normalViewPr>
  <p:slideViewPr>
    <p:cSldViewPr snapToGrid="0">
      <p:cViewPr varScale="1">
        <p:scale>
          <a:sx n="74" d="100"/>
          <a:sy n="74" d="100"/>
        </p:scale>
        <p:origin x="384" y="56"/>
      </p:cViewPr>
      <p:guideLst/>
    </p:cSldViewPr>
  </p:slideViewPr>
  <p:outlineViewPr>
    <p:cViewPr>
      <p:scale>
        <a:sx n="33" d="100"/>
        <a:sy n="33" d="100"/>
      </p:scale>
      <p:origin x="0" y="-2796"/>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slideMaster" Target="slideMasters/slideMaster3.xml"/><Relationship Id="rId21"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F170B8B-93B8-4594-9A4A-1823D6AFD7AB}" type="doc">
      <dgm:prSet loTypeId="urn:microsoft.com/office/officeart/2005/8/layout/list1" loCatId="list" qsTypeId="urn:microsoft.com/office/officeart/2005/8/quickstyle/simple1" qsCatId="simple" csTypeId="urn:microsoft.com/office/officeart/2005/8/colors/colorful3" csCatId="colorful" phldr="1"/>
      <dgm:spPr/>
      <dgm:t>
        <a:bodyPr/>
        <a:lstStyle/>
        <a:p>
          <a:endParaRPr lang="en-IN"/>
        </a:p>
      </dgm:t>
    </dgm:pt>
    <dgm:pt modelId="{18D0D484-1FF6-468F-B2A4-22ADE5BDABD1}">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Multi-Source Text Data</a:t>
          </a:r>
          <a:r>
            <a:rPr kumimoji="0" lang="en-US" altLang="en-US" sz="1200" b="0" i="0" u="none" strike="noStrike" cap="none" normalizeH="0" baseline="0" dirty="0">
              <a:ln/>
              <a:effectLst/>
              <a:latin typeface="Arial" panose="020B0604020202020204" pitchFamily="34" charset="0"/>
            </a:rPr>
            <a:t>: Open-text data from surveys, exits, onboarding, candidates &amp; managers.</a:t>
          </a:r>
          <a:endParaRPr lang="en-IN" sz="1200" dirty="0"/>
        </a:p>
      </dgm:t>
    </dgm:pt>
    <dgm:pt modelId="{E0A3093B-0761-4C83-931D-6922043B509A}" type="parTrans" cxnId="{99E6D8AF-EC24-4FFB-8FF1-68002305207D}">
      <dgm:prSet/>
      <dgm:spPr/>
      <dgm:t>
        <a:bodyPr/>
        <a:lstStyle/>
        <a:p>
          <a:endParaRPr lang="en-IN" sz="1200"/>
        </a:p>
      </dgm:t>
    </dgm:pt>
    <dgm:pt modelId="{D623FBBD-B460-4E53-8CB4-9F18A0AF2B51}" type="sibTrans" cxnId="{99E6D8AF-EC24-4FFB-8FF1-68002305207D}">
      <dgm:prSet/>
      <dgm:spPr/>
      <dgm:t>
        <a:bodyPr/>
        <a:lstStyle/>
        <a:p>
          <a:endParaRPr lang="en-IN" sz="1200"/>
        </a:p>
      </dgm:t>
    </dgm:pt>
    <dgm:pt modelId="{518148E5-C5F5-48E7-AC6A-CEBCD4443F9C}">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Unstructured at Scale</a:t>
          </a:r>
          <a:r>
            <a:rPr kumimoji="0" lang="en-US" altLang="en-US" sz="1200" b="0" i="0" u="none" strike="noStrike" cap="none" normalizeH="0" baseline="0" dirty="0">
              <a:ln/>
              <a:effectLst/>
              <a:latin typeface="Arial" panose="020B0604020202020204" pitchFamily="34" charset="0"/>
            </a:rPr>
            <a:t>: Thousands of comments per cycle, 70% + free text-inputs.</a:t>
          </a:r>
          <a:endParaRPr lang="en-IN" sz="1200" dirty="0"/>
        </a:p>
      </dgm:t>
    </dgm:pt>
    <dgm:pt modelId="{AE58C22F-4F33-4A97-B93E-B31BDD3C201C}" type="parTrans" cxnId="{6B2C71BB-2E27-4D83-9D20-C9626F1D2939}">
      <dgm:prSet/>
      <dgm:spPr/>
      <dgm:t>
        <a:bodyPr/>
        <a:lstStyle/>
        <a:p>
          <a:endParaRPr lang="en-IN" sz="1200"/>
        </a:p>
      </dgm:t>
    </dgm:pt>
    <dgm:pt modelId="{1D8236F6-A38D-4867-9713-219368B65B8C}" type="sibTrans" cxnId="{6B2C71BB-2E27-4D83-9D20-C9626F1D2939}">
      <dgm:prSet/>
      <dgm:spPr/>
      <dgm:t>
        <a:bodyPr/>
        <a:lstStyle/>
        <a:p>
          <a:endParaRPr lang="en-IN" sz="1200"/>
        </a:p>
      </dgm:t>
    </dgm:pt>
    <dgm:pt modelId="{61955A0C-A1A3-4344-B6C5-2647F70100D2}">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Standardized Pre-Processing</a:t>
          </a:r>
          <a:r>
            <a:rPr kumimoji="0" lang="en-US" altLang="en-US" sz="1200" b="0" i="0" u="none" strike="noStrike" cap="none" normalizeH="0" baseline="0" dirty="0">
              <a:ln/>
              <a:effectLst/>
              <a:latin typeface="Arial" panose="020B0604020202020204" pitchFamily="34" charset="0"/>
            </a:rPr>
            <a:t>: Cleaning, normalization and de-duplication across datasets.</a:t>
          </a:r>
          <a:endParaRPr lang="en-IN" sz="1200" dirty="0"/>
        </a:p>
      </dgm:t>
    </dgm:pt>
    <dgm:pt modelId="{3386F86F-B3C6-46A4-944D-51A6EDB6951A}" type="parTrans" cxnId="{D6344033-C95C-4C36-9225-8272F24E7660}">
      <dgm:prSet/>
      <dgm:spPr/>
      <dgm:t>
        <a:bodyPr/>
        <a:lstStyle/>
        <a:p>
          <a:endParaRPr lang="en-IN" sz="1200"/>
        </a:p>
      </dgm:t>
    </dgm:pt>
    <dgm:pt modelId="{95DD8141-6013-472B-901F-246FDC5DC703}" type="sibTrans" cxnId="{D6344033-C95C-4C36-9225-8272F24E7660}">
      <dgm:prSet/>
      <dgm:spPr/>
      <dgm:t>
        <a:bodyPr/>
        <a:lstStyle/>
        <a:p>
          <a:endParaRPr lang="en-IN" sz="1200"/>
        </a:p>
      </dgm:t>
    </dgm:pt>
    <dgm:pt modelId="{2F90207F-9CEA-468A-A901-B8A51A52ABBB}">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AI-Driven Sentiment Scoring</a:t>
          </a:r>
          <a:r>
            <a:rPr kumimoji="0" lang="en-US" altLang="en-US" sz="1200" b="0" i="0" u="none" strike="noStrike" cap="none" normalizeH="0" baseline="0" dirty="0">
              <a:ln/>
              <a:effectLst/>
              <a:latin typeface="Arial" panose="020B0604020202020204" pitchFamily="34" charset="0"/>
            </a:rPr>
            <a:t>: Transformer NLP classifies Positive/ Neutral/ Negative with score.</a:t>
          </a:r>
          <a:endParaRPr lang="en-IN" sz="1200" dirty="0"/>
        </a:p>
      </dgm:t>
    </dgm:pt>
    <dgm:pt modelId="{26F1E9A0-0E78-438D-87A3-56121D62C688}" type="parTrans" cxnId="{F61AD807-14A5-4EE0-A59A-AF31745708AD}">
      <dgm:prSet/>
      <dgm:spPr/>
      <dgm:t>
        <a:bodyPr/>
        <a:lstStyle/>
        <a:p>
          <a:endParaRPr lang="en-IN" sz="1200"/>
        </a:p>
      </dgm:t>
    </dgm:pt>
    <dgm:pt modelId="{2D1C6D96-1BBC-40AC-8C3E-F102C8703BC4}" type="sibTrans" cxnId="{F61AD807-14A5-4EE0-A59A-AF31745708AD}">
      <dgm:prSet/>
      <dgm:spPr/>
      <dgm:t>
        <a:bodyPr/>
        <a:lstStyle/>
        <a:p>
          <a:endParaRPr lang="en-IN" sz="1200"/>
        </a:p>
      </dgm:t>
    </dgm:pt>
    <dgm:pt modelId="{32812587-EF04-48BB-9960-E9062FB51CBC}">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Context-Aware Logic</a:t>
          </a:r>
          <a:r>
            <a:rPr kumimoji="0" lang="en-US" altLang="en-US" sz="1200" b="0" i="0" u="none" strike="noStrike" cap="none" normalizeH="0" baseline="0" dirty="0">
              <a:ln/>
              <a:effectLst/>
              <a:latin typeface="Arial" panose="020B0604020202020204" pitchFamily="34" charset="0"/>
            </a:rPr>
            <a:t>: Contrast phrases handled to prevent false positivity and ensuring neutrality.</a:t>
          </a:r>
          <a:endParaRPr lang="en-IN" sz="1200" dirty="0"/>
        </a:p>
      </dgm:t>
    </dgm:pt>
    <dgm:pt modelId="{8C1F29EB-2BD9-429A-BE48-5D3EA8CC1721}" type="parTrans" cxnId="{9273FC05-5424-473C-B4B7-CFDCFB0456D7}">
      <dgm:prSet/>
      <dgm:spPr/>
      <dgm:t>
        <a:bodyPr/>
        <a:lstStyle/>
        <a:p>
          <a:endParaRPr lang="en-IN" sz="1200"/>
        </a:p>
      </dgm:t>
    </dgm:pt>
    <dgm:pt modelId="{14EDE97C-E527-4906-A586-F4B9BFAEE48B}" type="sibTrans" cxnId="{9273FC05-5424-473C-B4B7-CFDCFB0456D7}">
      <dgm:prSet/>
      <dgm:spPr/>
      <dgm:t>
        <a:bodyPr/>
        <a:lstStyle/>
        <a:p>
          <a:endParaRPr lang="en-IN" sz="1200"/>
        </a:p>
      </dgm:t>
    </dgm:pt>
    <dgm:pt modelId="{253C5AE7-9D88-4A9B-A62A-37CD8374604B}">
      <dgm:prSet phldrT="[Text]" custT="1"/>
      <dgm:spPr/>
      <dgm:t>
        <a:bodyPr/>
        <a:lstStyle/>
        <a:p>
          <a:pPr>
            <a:buClrTx/>
            <a:buSzTx/>
            <a:buFontTx/>
            <a:buChar char="•"/>
          </a:pPr>
          <a:r>
            <a:rPr kumimoji="0" lang="en-US" altLang="en-US" sz="1200" b="1" i="0" u="none" strike="noStrike" cap="none" normalizeH="0" baseline="0" dirty="0">
              <a:ln/>
              <a:effectLst/>
              <a:latin typeface="Arial" panose="020B0604020202020204" pitchFamily="34" charset="0"/>
            </a:rPr>
            <a:t>Insight-to-Action Outputs</a:t>
          </a:r>
          <a:r>
            <a:rPr kumimoji="0" lang="en-US" altLang="en-US" sz="1200" b="0" i="0" u="none" strike="noStrike" cap="none" normalizeH="0" baseline="0" dirty="0">
              <a:ln/>
              <a:effectLst/>
              <a:latin typeface="Arial" panose="020B0604020202020204" pitchFamily="34" charset="0"/>
            </a:rPr>
            <a:t>: Aggregated insights highlight priority issues for decisions.</a:t>
          </a:r>
          <a:endParaRPr lang="en-IN" sz="1200" dirty="0"/>
        </a:p>
      </dgm:t>
    </dgm:pt>
    <dgm:pt modelId="{8B18345D-6F11-486C-A5E3-05FDCE711EA0}" type="parTrans" cxnId="{F0C56D5D-902B-471C-B8BA-D24B35174F98}">
      <dgm:prSet/>
      <dgm:spPr/>
      <dgm:t>
        <a:bodyPr/>
        <a:lstStyle/>
        <a:p>
          <a:endParaRPr lang="en-IN" sz="1200"/>
        </a:p>
      </dgm:t>
    </dgm:pt>
    <dgm:pt modelId="{8B5CD186-6028-401F-B5C1-F64212E0B63B}" type="sibTrans" cxnId="{F0C56D5D-902B-471C-B8BA-D24B35174F98}">
      <dgm:prSet/>
      <dgm:spPr/>
      <dgm:t>
        <a:bodyPr/>
        <a:lstStyle/>
        <a:p>
          <a:endParaRPr lang="en-IN" sz="1200"/>
        </a:p>
      </dgm:t>
    </dgm:pt>
    <dgm:pt modelId="{F71A8C2D-2A11-4C46-ABC9-C95AA8AECC44}" type="pres">
      <dgm:prSet presAssocID="{1F170B8B-93B8-4594-9A4A-1823D6AFD7AB}" presName="linear" presStyleCnt="0">
        <dgm:presLayoutVars>
          <dgm:dir/>
          <dgm:animLvl val="lvl"/>
          <dgm:resizeHandles val="exact"/>
        </dgm:presLayoutVars>
      </dgm:prSet>
      <dgm:spPr/>
    </dgm:pt>
    <dgm:pt modelId="{72286EAE-E39B-4E73-AAB2-BC733F262DBF}" type="pres">
      <dgm:prSet presAssocID="{18D0D484-1FF6-468F-B2A4-22ADE5BDABD1}" presName="parentLin" presStyleCnt="0"/>
      <dgm:spPr/>
    </dgm:pt>
    <dgm:pt modelId="{F0CE37A7-BA7A-4FC2-A833-2CE7E8F97286}" type="pres">
      <dgm:prSet presAssocID="{18D0D484-1FF6-468F-B2A4-22ADE5BDABD1}" presName="parentLeftMargin" presStyleLbl="node1" presStyleIdx="0" presStyleCnt="6"/>
      <dgm:spPr/>
    </dgm:pt>
    <dgm:pt modelId="{23F55550-4951-49AC-939E-9A6BDB8EBF93}" type="pres">
      <dgm:prSet presAssocID="{18D0D484-1FF6-468F-B2A4-22ADE5BDABD1}" presName="parentText" presStyleLbl="node1" presStyleIdx="0" presStyleCnt="6">
        <dgm:presLayoutVars>
          <dgm:chMax val="0"/>
          <dgm:bulletEnabled val="1"/>
        </dgm:presLayoutVars>
      </dgm:prSet>
      <dgm:spPr/>
    </dgm:pt>
    <dgm:pt modelId="{3D499E0E-4EF8-4DAF-B896-0B6DFA80DFFC}" type="pres">
      <dgm:prSet presAssocID="{18D0D484-1FF6-468F-B2A4-22ADE5BDABD1}" presName="negativeSpace" presStyleCnt="0"/>
      <dgm:spPr/>
    </dgm:pt>
    <dgm:pt modelId="{81DB1E5F-4F88-42F1-9396-B0C15AFD2506}" type="pres">
      <dgm:prSet presAssocID="{18D0D484-1FF6-468F-B2A4-22ADE5BDABD1}" presName="childText" presStyleLbl="conFgAcc1" presStyleIdx="0" presStyleCnt="6">
        <dgm:presLayoutVars>
          <dgm:bulletEnabled val="1"/>
        </dgm:presLayoutVars>
      </dgm:prSet>
      <dgm:spPr/>
    </dgm:pt>
    <dgm:pt modelId="{1C47F607-FB19-4E51-819B-1696EADA8735}" type="pres">
      <dgm:prSet presAssocID="{D623FBBD-B460-4E53-8CB4-9F18A0AF2B51}" presName="spaceBetweenRectangles" presStyleCnt="0"/>
      <dgm:spPr/>
    </dgm:pt>
    <dgm:pt modelId="{269B9505-682A-46AA-9C57-14326697852A}" type="pres">
      <dgm:prSet presAssocID="{518148E5-C5F5-48E7-AC6A-CEBCD4443F9C}" presName="parentLin" presStyleCnt="0"/>
      <dgm:spPr/>
    </dgm:pt>
    <dgm:pt modelId="{0C1DAF38-49C8-40B9-8CF4-B6EF1D0D4151}" type="pres">
      <dgm:prSet presAssocID="{518148E5-C5F5-48E7-AC6A-CEBCD4443F9C}" presName="parentLeftMargin" presStyleLbl="node1" presStyleIdx="0" presStyleCnt="6"/>
      <dgm:spPr/>
    </dgm:pt>
    <dgm:pt modelId="{EF2ED781-C811-4359-9A61-7DB2C0DE3E66}" type="pres">
      <dgm:prSet presAssocID="{518148E5-C5F5-48E7-AC6A-CEBCD4443F9C}" presName="parentText" presStyleLbl="node1" presStyleIdx="1" presStyleCnt="6">
        <dgm:presLayoutVars>
          <dgm:chMax val="0"/>
          <dgm:bulletEnabled val="1"/>
        </dgm:presLayoutVars>
      </dgm:prSet>
      <dgm:spPr/>
    </dgm:pt>
    <dgm:pt modelId="{6ED08EB7-C63E-494A-8141-F16E1B55C46C}" type="pres">
      <dgm:prSet presAssocID="{518148E5-C5F5-48E7-AC6A-CEBCD4443F9C}" presName="negativeSpace" presStyleCnt="0"/>
      <dgm:spPr/>
    </dgm:pt>
    <dgm:pt modelId="{4F24A9FB-227C-45AF-9980-9B7AFACFFAC9}" type="pres">
      <dgm:prSet presAssocID="{518148E5-C5F5-48E7-AC6A-CEBCD4443F9C}" presName="childText" presStyleLbl="conFgAcc1" presStyleIdx="1" presStyleCnt="6">
        <dgm:presLayoutVars>
          <dgm:bulletEnabled val="1"/>
        </dgm:presLayoutVars>
      </dgm:prSet>
      <dgm:spPr/>
    </dgm:pt>
    <dgm:pt modelId="{B9C8584F-85DA-484A-8BBA-2E6C8B550D7C}" type="pres">
      <dgm:prSet presAssocID="{1D8236F6-A38D-4867-9713-219368B65B8C}" presName="spaceBetweenRectangles" presStyleCnt="0"/>
      <dgm:spPr/>
    </dgm:pt>
    <dgm:pt modelId="{73B1104F-A0BD-41F6-92EB-DBA215967480}" type="pres">
      <dgm:prSet presAssocID="{61955A0C-A1A3-4344-B6C5-2647F70100D2}" presName="parentLin" presStyleCnt="0"/>
      <dgm:spPr/>
    </dgm:pt>
    <dgm:pt modelId="{2C5A13C9-2BA6-4432-A9D4-FAE8199257EB}" type="pres">
      <dgm:prSet presAssocID="{61955A0C-A1A3-4344-B6C5-2647F70100D2}" presName="parentLeftMargin" presStyleLbl="node1" presStyleIdx="1" presStyleCnt="6"/>
      <dgm:spPr/>
    </dgm:pt>
    <dgm:pt modelId="{C7142B4A-D235-49F1-A4F4-D974AE7BA13E}" type="pres">
      <dgm:prSet presAssocID="{61955A0C-A1A3-4344-B6C5-2647F70100D2}" presName="parentText" presStyleLbl="node1" presStyleIdx="2" presStyleCnt="6">
        <dgm:presLayoutVars>
          <dgm:chMax val="0"/>
          <dgm:bulletEnabled val="1"/>
        </dgm:presLayoutVars>
      </dgm:prSet>
      <dgm:spPr/>
    </dgm:pt>
    <dgm:pt modelId="{D3547833-1CF3-4F53-8731-964736736325}" type="pres">
      <dgm:prSet presAssocID="{61955A0C-A1A3-4344-B6C5-2647F70100D2}" presName="negativeSpace" presStyleCnt="0"/>
      <dgm:spPr/>
    </dgm:pt>
    <dgm:pt modelId="{A4D345B3-7351-4A8E-A488-5FB1D8916A53}" type="pres">
      <dgm:prSet presAssocID="{61955A0C-A1A3-4344-B6C5-2647F70100D2}" presName="childText" presStyleLbl="conFgAcc1" presStyleIdx="2" presStyleCnt="6">
        <dgm:presLayoutVars>
          <dgm:bulletEnabled val="1"/>
        </dgm:presLayoutVars>
      </dgm:prSet>
      <dgm:spPr/>
    </dgm:pt>
    <dgm:pt modelId="{B4FDE6A0-5BD1-4283-9FB0-5D74AAA74E8F}" type="pres">
      <dgm:prSet presAssocID="{95DD8141-6013-472B-901F-246FDC5DC703}" presName="spaceBetweenRectangles" presStyleCnt="0"/>
      <dgm:spPr/>
    </dgm:pt>
    <dgm:pt modelId="{D7D78775-E82D-48F9-834B-403577B85A35}" type="pres">
      <dgm:prSet presAssocID="{2F90207F-9CEA-468A-A901-B8A51A52ABBB}" presName="parentLin" presStyleCnt="0"/>
      <dgm:spPr/>
    </dgm:pt>
    <dgm:pt modelId="{CB74CD3D-DE55-40C5-8E53-5DA0A0A532EC}" type="pres">
      <dgm:prSet presAssocID="{2F90207F-9CEA-468A-A901-B8A51A52ABBB}" presName="parentLeftMargin" presStyleLbl="node1" presStyleIdx="2" presStyleCnt="6"/>
      <dgm:spPr/>
    </dgm:pt>
    <dgm:pt modelId="{2DE18B4B-A523-4953-8742-F54A1B54B1DD}" type="pres">
      <dgm:prSet presAssocID="{2F90207F-9CEA-468A-A901-B8A51A52ABBB}" presName="parentText" presStyleLbl="node1" presStyleIdx="3" presStyleCnt="6">
        <dgm:presLayoutVars>
          <dgm:chMax val="0"/>
          <dgm:bulletEnabled val="1"/>
        </dgm:presLayoutVars>
      </dgm:prSet>
      <dgm:spPr/>
    </dgm:pt>
    <dgm:pt modelId="{F84C5F9F-4A15-4F51-BF1A-7A36A448B611}" type="pres">
      <dgm:prSet presAssocID="{2F90207F-9CEA-468A-A901-B8A51A52ABBB}" presName="negativeSpace" presStyleCnt="0"/>
      <dgm:spPr/>
    </dgm:pt>
    <dgm:pt modelId="{0DB53AE7-36BE-445D-B83E-206E88F74A1E}" type="pres">
      <dgm:prSet presAssocID="{2F90207F-9CEA-468A-A901-B8A51A52ABBB}" presName="childText" presStyleLbl="conFgAcc1" presStyleIdx="3" presStyleCnt="6">
        <dgm:presLayoutVars>
          <dgm:bulletEnabled val="1"/>
        </dgm:presLayoutVars>
      </dgm:prSet>
      <dgm:spPr/>
    </dgm:pt>
    <dgm:pt modelId="{1B8915F9-339D-4E9B-801E-42C91D498617}" type="pres">
      <dgm:prSet presAssocID="{2D1C6D96-1BBC-40AC-8C3E-F102C8703BC4}" presName="spaceBetweenRectangles" presStyleCnt="0"/>
      <dgm:spPr/>
    </dgm:pt>
    <dgm:pt modelId="{B97E518B-AAB8-4D3D-A4EA-1183E6F837E9}" type="pres">
      <dgm:prSet presAssocID="{32812587-EF04-48BB-9960-E9062FB51CBC}" presName="parentLin" presStyleCnt="0"/>
      <dgm:spPr/>
    </dgm:pt>
    <dgm:pt modelId="{5B0241A3-3214-4A4D-8EFC-51AB2B824B2C}" type="pres">
      <dgm:prSet presAssocID="{32812587-EF04-48BB-9960-E9062FB51CBC}" presName="parentLeftMargin" presStyleLbl="node1" presStyleIdx="3" presStyleCnt="6"/>
      <dgm:spPr/>
    </dgm:pt>
    <dgm:pt modelId="{B9732A78-22DD-4438-B7A3-38CAE7E3B7AA}" type="pres">
      <dgm:prSet presAssocID="{32812587-EF04-48BB-9960-E9062FB51CBC}" presName="parentText" presStyleLbl="node1" presStyleIdx="4" presStyleCnt="6">
        <dgm:presLayoutVars>
          <dgm:chMax val="0"/>
          <dgm:bulletEnabled val="1"/>
        </dgm:presLayoutVars>
      </dgm:prSet>
      <dgm:spPr/>
    </dgm:pt>
    <dgm:pt modelId="{DF454A24-59E4-4BDD-8CE0-E40A7919723A}" type="pres">
      <dgm:prSet presAssocID="{32812587-EF04-48BB-9960-E9062FB51CBC}" presName="negativeSpace" presStyleCnt="0"/>
      <dgm:spPr/>
    </dgm:pt>
    <dgm:pt modelId="{A0DF60A5-1D2C-435B-863B-18B37CDC7820}" type="pres">
      <dgm:prSet presAssocID="{32812587-EF04-48BB-9960-E9062FB51CBC}" presName="childText" presStyleLbl="conFgAcc1" presStyleIdx="4" presStyleCnt="6">
        <dgm:presLayoutVars>
          <dgm:bulletEnabled val="1"/>
        </dgm:presLayoutVars>
      </dgm:prSet>
      <dgm:spPr/>
    </dgm:pt>
    <dgm:pt modelId="{0A4F403F-4C3A-4C57-B83E-CD2DB24ED5C2}" type="pres">
      <dgm:prSet presAssocID="{14EDE97C-E527-4906-A586-F4B9BFAEE48B}" presName="spaceBetweenRectangles" presStyleCnt="0"/>
      <dgm:spPr/>
    </dgm:pt>
    <dgm:pt modelId="{FCF9AEBE-E957-4AB2-AD5F-5B6D7FD6191B}" type="pres">
      <dgm:prSet presAssocID="{253C5AE7-9D88-4A9B-A62A-37CD8374604B}" presName="parentLin" presStyleCnt="0"/>
      <dgm:spPr/>
    </dgm:pt>
    <dgm:pt modelId="{C77252B5-ED88-461C-981C-6C9C590B6E35}" type="pres">
      <dgm:prSet presAssocID="{253C5AE7-9D88-4A9B-A62A-37CD8374604B}" presName="parentLeftMargin" presStyleLbl="node1" presStyleIdx="4" presStyleCnt="6"/>
      <dgm:spPr/>
    </dgm:pt>
    <dgm:pt modelId="{C89EBB00-15B5-44D9-A1B6-8CE068219B90}" type="pres">
      <dgm:prSet presAssocID="{253C5AE7-9D88-4A9B-A62A-37CD8374604B}" presName="parentText" presStyleLbl="node1" presStyleIdx="5" presStyleCnt="6">
        <dgm:presLayoutVars>
          <dgm:chMax val="0"/>
          <dgm:bulletEnabled val="1"/>
        </dgm:presLayoutVars>
      </dgm:prSet>
      <dgm:spPr/>
    </dgm:pt>
    <dgm:pt modelId="{E2978C37-2B2F-4AE8-80C8-1E28C3E03D69}" type="pres">
      <dgm:prSet presAssocID="{253C5AE7-9D88-4A9B-A62A-37CD8374604B}" presName="negativeSpace" presStyleCnt="0"/>
      <dgm:spPr/>
    </dgm:pt>
    <dgm:pt modelId="{33F44D27-0CE0-459D-9622-99AA21F152A8}" type="pres">
      <dgm:prSet presAssocID="{253C5AE7-9D88-4A9B-A62A-37CD8374604B}" presName="childText" presStyleLbl="conFgAcc1" presStyleIdx="5" presStyleCnt="6">
        <dgm:presLayoutVars>
          <dgm:bulletEnabled val="1"/>
        </dgm:presLayoutVars>
      </dgm:prSet>
      <dgm:spPr/>
    </dgm:pt>
  </dgm:ptLst>
  <dgm:cxnLst>
    <dgm:cxn modelId="{9273FC05-5424-473C-B4B7-CFDCFB0456D7}" srcId="{1F170B8B-93B8-4594-9A4A-1823D6AFD7AB}" destId="{32812587-EF04-48BB-9960-E9062FB51CBC}" srcOrd="4" destOrd="0" parTransId="{8C1F29EB-2BD9-429A-BE48-5D3EA8CC1721}" sibTransId="{14EDE97C-E527-4906-A586-F4B9BFAEE48B}"/>
    <dgm:cxn modelId="{F61AD807-14A5-4EE0-A59A-AF31745708AD}" srcId="{1F170B8B-93B8-4594-9A4A-1823D6AFD7AB}" destId="{2F90207F-9CEA-468A-A901-B8A51A52ABBB}" srcOrd="3" destOrd="0" parTransId="{26F1E9A0-0E78-438D-87A3-56121D62C688}" sibTransId="{2D1C6D96-1BBC-40AC-8C3E-F102C8703BC4}"/>
    <dgm:cxn modelId="{58CD600D-F6BB-4E01-B0DD-32C3B079833C}" type="presOf" srcId="{1F170B8B-93B8-4594-9A4A-1823D6AFD7AB}" destId="{F71A8C2D-2A11-4C46-ABC9-C95AA8AECC44}" srcOrd="0" destOrd="0" presId="urn:microsoft.com/office/officeart/2005/8/layout/list1"/>
    <dgm:cxn modelId="{AB434D19-DA77-467E-9431-FE36105C0ABC}" type="presOf" srcId="{18D0D484-1FF6-468F-B2A4-22ADE5BDABD1}" destId="{F0CE37A7-BA7A-4FC2-A833-2CE7E8F97286}" srcOrd="0" destOrd="0" presId="urn:microsoft.com/office/officeart/2005/8/layout/list1"/>
    <dgm:cxn modelId="{0CDD3228-3FD7-403A-B67C-458A53D2240D}" type="presOf" srcId="{253C5AE7-9D88-4A9B-A62A-37CD8374604B}" destId="{C77252B5-ED88-461C-981C-6C9C590B6E35}" srcOrd="0" destOrd="0" presId="urn:microsoft.com/office/officeart/2005/8/layout/list1"/>
    <dgm:cxn modelId="{D6344033-C95C-4C36-9225-8272F24E7660}" srcId="{1F170B8B-93B8-4594-9A4A-1823D6AFD7AB}" destId="{61955A0C-A1A3-4344-B6C5-2647F70100D2}" srcOrd="2" destOrd="0" parTransId="{3386F86F-B3C6-46A4-944D-51A6EDB6951A}" sibTransId="{95DD8141-6013-472B-901F-246FDC5DC703}"/>
    <dgm:cxn modelId="{21B18C3A-B889-4662-9772-9639A844FDA7}" type="presOf" srcId="{518148E5-C5F5-48E7-AC6A-CEBCD4443F9C}" destId="{EF2ED781-C811-4359-9A61-7DB2C0DE3E66}" srcOrd="1" destOrd="0" presId="urn:microsoft.com/office/officeart/2005/8/layout/list1"/>
    <dgm:cxn modelId="{9AC4C23C-BAE7-49C9-A0D8-B83484EA1166}" type="presOf" srcId="{32812587-EF04-48BB-9960-E9062FB51CBC}" destId="{B9732A78-22DD-4438-B7A3-38CAE7E3B7AA}" srcOrd="1" destOrd="0" presId="urn:microsoft.com/office/officeart/2005/8/layout/list1"/>
    <dgm:cxn modelId="{F0C56D5D-902B-471C-B8BA-D24B35174F98}" srcId="{1F170B8B-93B8-4594-9A4A-1823D6AFD7AB}" destId="{253C5AE7-9D88-4A9B-A62A-37CD8374604B}" srcOrd="5" destOrd="0" parTransId="{8B18345D-6F11-486C-A5E3-05FDCE711EA0}" sibTransId="{8B5CD186-6028-401F-B5C1-F64212E0B63B}"/>
    <dgm:cxn modelId="{5872C44B-75A4-4DC0-99B5-A5FC4D2CC3D0}" type="presOf" srcId="{32812587-EF04-48BB-9960-E9062FB51CBC}" destId="{5B0241A3-3214-4A4D-8EFC-51AB2B824B2C}" srcOrd="0" destOrd="0" presId="urn:microsoft.com/office/officeart/2005/8/layout/list1"/>
    <dgm:cxn modelId="{85A7184E-5F7F-4F58-827F-FD8D771BF74A}" type="presOf" srcId="{518148E5-C5F5-48E7-AC6A-CEBCD4443F9C}" destId="{0C1DAF38-49C8-40B9-8CF4-B6EF1D0D4151}" srcOrd="0" destOrd="0" presId="urn:microsoft.com/office/officeart/2005/8/layout/list1"/>
    <dgm:cxn modelId="{8F8FD39C-058A-4638-A0A1-99D0C3128FCE}" type="presOf" srcId="{2F90207F-9CEA-468A-A901-B8A51A52ABBB}" destId="{2DE18B4B-A523-4953-8742-F54A1B54B1DD}" srcOrd="1" destOrd="0" presId="urn:microsoft.com/office/officeart/2005/8/layout/list1"/>
    <dgm:cxn modelId="{A1C940A3-2C63-43AF-B253-0A2718CE4942}" type="presOf" srcId="{61955A0C-A1A3-4344-B6C5-2647F70100D2}" destId="{C7142B4A-D235-49F1-A4F4-D974AE7BA13E}" srcOrd="1" destOrd="0" presId="urn:microsoft.com/office/officeart/2005/8/layout/list1"/>
    <dgm:cxn modelId="{99E6D8AF-EC24-4FFB-8FF1-68002305207D}" srcId="{1F170B8B-93B8-4594-9A4A-1823D6AFD7AB}" destId="{18D0D484-1FF6-468F-B2A4-22ADE5BDABD1}" srcOrd="0" destOrd="0" parTransId="{E0A3093B-0761-4C83-931D-6922043B509A}" sibTransId="{D623FBBD-B460-4E53-8CB4-9F18A0AF2B51}"/>
    <dgm:cxn modelId="{22151BB4-C37E-4725-A520-5219CDE0B0B7}" type="presOf" srcId="{253C5AE7-9D88-4A9B-A62A-37CD8374604B}" destId="{C89EBB00-15B5-44D9-A1B6-8CE068219B90}" srcOrd="1" destOrd="0" presId="urn:microsoft.com/office/officeart/2005/8/layout/list1"/>
    <dgm:cxn modelId="{6B2C71BB-2E27-4D83-9D20-C9626F1D2939}" srcId="{1F170B8B-93B8-4594-9A4A-1823D6AFD7AB}" destId="{518148E5-C5F5-48E7-AC6A-CEBCD4443F9C}" srcOrd="1" destOrd="0" parTransId="{AE58C22F-4F33-4A97-B93E-B31BDD3C201C}" sibTransId="{1D8236F6-A38D-4867-9713-219368B65B8C}"/>
    <dgm:cxn modelId="{840959BC-5EF3-424D-A9DE-9D234A71296F}" type="presOf" srcId="{61955A0C-A1A3-4344-B6C5-2647F70100D2}" destId="{2C5A13C9-2BA6-4432-A9D4-FAE8199257EB}" srcOrd="0" destOrd="0" presId="urn:microsoft.com/office/officeart/2005/8/layout/list1"/>
    <dgm:cxn modelId="{4B313EBD-6DD1-4139-ADDF-51DC04957C86}" type="presOf" srcId="{2F90207F-9CEA-468A-A901-B8A51A52ABBB}" destId="{CB74CD3D-DE55-40C5-8E53-5DA0A0A532EC}" srcOrd="0" destOrd="0" presId="urn:microsoft.com/office/officeart/2005/8/layout/list1"/>
    <dgm:cxn modelId="{5DA593E4-664D-42E6-ABD7-5C292D3C8236}" type="presOf" srcId="{18D0D484-1FF6-468F-B2A4-22ADE5BDABD1}" destId="{23F55550-4951-49AC-939E-9A6BDB8EBF93}" srcOrd="1" destOrd="0" presId="urn:microsoft.com/office/officeart/2005/8/layout/list1"/>
    <dgm:cxn modelId="{0BD6031B-A529-4E92-B5B2-A57BFFC355DD}" type="presParOf" srcId="{F71A8C2D-2A11-4C46-ABC9-C95AA8AECC44}" destId="{72286EAE-E39B-4E73-AAB2-BC733F262DBF}" srcOrd="0" destOrd="0" presId="urn:microsoft.com/office/officeart/2005/8/layout/list1"/>
    <dgm:cxn modelId="{82FE27B7-6D85-4876-904F-32BAA715EC20}" type="presParOf" srcId="{72286EAE-E39B-4E73-AAB2-BC733F262DBF}" destId="{F0CE37A7-BA7A-4FC2-A833-2CE7E8F97286}" srcOrd="0" destOrd="0" presId="urn:microsoft.com/office/officeart/2005/8/layout/list1"/>
    <dgm:cxn modelId="{AA2EAC34-5D9F-41E0-9ECD-AEBEFF650073}" type="presParOf" srcId="{72286EAE-E39B-4E73-AAB2-BC733F262DBF}" destId="{23F55550-4951-49AC-939E-9A6BDB8EBF93}" srcOrd="1" destOrd="0" presId="urn:microsoft.com/office/officeart/2005/8/layout/list1"/>
    <dgm:cxn modelId="{C80BA950-C68A-4B40-827E-2DA559D945E7}" type="presParOf" srcId="{F71A8C2D-2A11-4C46-ABC9-C95AA8AECC44}" destId="{3D499E0E-4EF8-4DAF-B896-0B6DFA80DFFC}" srcOrd="1" destOrd="0" presId="urn:microsoft.com/office/officeart/2005/8/layout/list1"/>
    <dgm:cxn modelId="{9765A12D-B309-44DE-BFE0-B1BE1D77E47C}" type="presParOf" srcId="{F71A8C2D-2A11-4C46-ABC9-C95AA8AECC44}" destId="{81DB1E5F-4F88-42F1-9396-B0C15AFD2506}" srcOrd="2" destOrd="0" presId="urn:microsoft.com/office/officeart/2005/8/layout/list1"/>
    <dgm:cxn modelId="{B62FE68B-EABA-4345-88A4-B62948CAD114}" type="presParOf" srcId="{F71A8C2D-2A11-4C46-ABC9-C95AA8AECC44}" destId="{1C47F607-FB19-4E51-819B-1696EADA8735}" srcOrd="3" destOrd="0" presId="urn:microsoft.com/office/officeart/2005/8/layout/list1"/>
    <dgm:cxn modelId="{6C39F943-5192-4C93-9C8F-CCFF525C1426}" type="presParOf" srcId="{F71A8C2D-2A11-4C46-ABC9-C95AA8AECC44}" destId="{269B9505-682A-46AA-9C57-14326697852A}" srcOrd="4" destOrd="0" presId="urn:microsoft.com/office/officeart/2005/8/layout/list1"/>
    <dgm:cxn modelId="{F7669F62-8612-4C44-A798-37ED552EE7A9}" type="presParOf" srcId="{269B9505-682A-46AA-9C57-14326697852A}" destId="{0C1DAF38-49C8-40B9-8CF4-B6EF1D0D4151}" srcOrd="0" destOrd="0" presId="urn:microsoft.com/office/officeart/2005/8/layout/list1"/>
    <dgm:cxn modelId="{10D8176E-4116-42BC-B9BF-9BBFEC0BB94C}" type="presParOf" srcId="{269B9505-682A-46AA-9C57-14326697852A}" destId="{EF2ED781-C811-4359-9A61-7DB2C0DE3E66}" srcOrd="1" destOrd="0" presId="urn:microsoft.com/office/officeart/2005/8/layout/list1"/>
    <dgm:cxn modelId="{29039E69-42BB-4C48-AD6B-562C76E3450E}" type="presParOf" srcId="{F71A8C2D-2A11-4C46-ABC9-C95AA8AECC44}" destId="{6ED08EB7-C63E-494A-8141-F16E1B55C46C}" srcOrd="5" destOrd="0" presId="urn:microsoft.com/office/officeart/2005/8/layout/list1"/>
    <dgm:cxn modelId="{0FEFF397-2CC3-4E15-A104-FFECF3F5DDE3}" type="presParOf" srcId="{F71A8C2D-2A11-4C46-ABC9-C95AA8AECC44}" destId="{4F24A9FB-227C-45AF-9980-9B7AFACFFAC9}" srcOrd="6" destOrd="0" presId="urn:microsoft.com/office/officeart/2005/8/layout/list1"/>
    <dgm:cxn modelId="{C4DA0F49-3A7B-4625-B70F-CE2FC1EAA42A}" type="presParOf" srcId="{F71A8C2D-2A11-4C46-ABC9-C95AA8AECC44}" destId="{B9C8584F-85DA-484A-8BBA-2E6C8B550D7C}" srcOrd="7" destOrd="0" presId="urn:microsoft.com/office/officeart/2005/8/layout/list1"/>
    <dgm:cxn modelId="{F40CB790-00B4-4B44-85CE-1327B9B46292}" type="presParOf" srcId="{F71A8C2D-2A11-4C46-ABC9-C95AA8AECC44}" destId="{73B1104F-A0BD-41F6-92EB-DBA215967480}" srcOrd="8" destOrd="0" presId="urn:microsoft.com/office/officeart/2005/8/layout/list1"/>
    <dgm:cxn modelId="{8EA65359-021D-4AD0-B4AF-00AA51197F0E}" type="presParOf" srcId="{73B1104F-A0BD-41F6-92EB-DBA215967480}" destId="{2C5A13C9-2BA6-4432-A9D4-FAE8199257EB}" srcOrd="0" destOrd="0" presId="urn:microsoft.com/office/officeart/2005/8/layout/list1"/>
    <dgm:cxn modelId="{53CC42D1-C551-4959-B48F-059191CE87DB}" type="presParOf" srcId="{73B1104F-A0BD-41F6-92EB-DBA215967480}" destId="{C7142B4A-D235-49F1-A4F4-D974AE7BA13E}" srcOrd="1" destOrd="0" presId="urn:microsoft.com/office/officeart/2005/8/layout/list1"/>
    <dgm:cxn modelId="{5EBE7685-E66C-4278-AD16-41C82F43E0E0}" type="presParOf" srcId="{F71A8C2D-2A11-4C46-ABC9-C95AA8AECC44}" destId="{D3547833-1CF3-4F53-8731-964736736325}" srcOrd="9" destOrd="0" presId="urn:microsoft.com/office/officeart/2005/8/layout/list1"/>
    <dgm:cxn modelId="{580F203F-F413-4A80-909F-D891E81706A8}" type="presParOf" srcId="{F71A8C2D-2A11-4C46-ABC9-C95AA8AECC44}" destId="{A4D345B3-7351-4A8E-A488-5FB1D8916A53}" srcOrd="10" destOrd="0" presId="urn:microsoft.com/office/officeart/2005/8/layout/list1"/>
    <dgm:cxn modelId="{0C2DD41A-70A7-4C4D-882A-C3A337F1157F}" type="presParOf" srcId="{F71A8C2D-2A11-4C46-ABC9-C95AA8AECC44}" destId="{B4FDE6A0-5BD1-4283-9FB0-5D74AAA74E8F}" srcOrd="11" destOrd="0" presId="urn:microsoft.com/office/officeart/2005/8/layout/list1"/>
    <dgm:cxn modelId="{6A0EA721-214C-41B1-9254-F8BC82101F80}" type="presParOf" srcId="{F71A8C2D-2A11-4C46-ABC9-C95AA8AECC44}" destId="{D7D78775-E82D-48F9-834B-403577B85A35}" srcOrd="12" destOrd="0" presId="urn:microsoft.com/office/officeart/2005/8/layout/list1"/>
    <dgm:cxn modelId="{571027CE-3B7D-4811-B365-4A3B4888F81E}" type="presParOf" srcId="{D7D78775-E82D-48F9-834B-403577B85A35}" destId="{CB74CD3D-DE55-40C5-8E53-5DA0A0A532EC}" srcOrd="0" destOrd="0" presId="urn:microsoft.com/office/officeart/2005/8/layout/list1"/>
    <dgm:cxn modelId="{B33DF04B-D9A1-42A7-8B2A-95A76DA0560A}" type="presParOf" srcId="{D7D78775-E82D-48F9-834B-403577B85A35}" destId="{2DE18B4B-A523-4953-8742-F54A1B54B1DD}" srcOrd="1" destOrd="0" presId="urn:microsoft.com/office/officeart/2005/8/layout/list1"/>
    <dgm:cxn modelId="{4F7AF071-1647-41C4-A629-C8434B2B20E6}" type="presParOf" srcId="{F71A8C2D-2A11-4C46-ABC9-C95AA8AECC44}" destId="{F84C5F9F-4A15-4F51-BF1A-7A36A448B611}" srcOrd="13" destOrd="0" presId="urn:microsoft.com/office/officeart/2005/8/layout/list1"/>
    <dgm:cxn modelId="{FF28B9E0-30F6-4167-83F3-47A54035BC4D}" type="presParOf" srcId="{F71A8C2D-2A11-4C46-ABC9-C95AA8AECC44}" destId="{0DB53AE7-36BE-445D-B83E-206E88F74A1E}" srcOrd="14" destOrd="0" presId="urn:microsoft.com/office/officeart/2005/8/layout/list1"/>
    <dgm:cxn modelId="{275323FF-369A-4A12-90AD-7EA242CD1980}" type="presParOf" srcId="{F71A8C2D-2A11-4C46-ABC9-C95AA8AECC44}" destId="{1B8915F9-339D-4E9B-801E-42C91D498617}" srcOrd="15" destOrd="0" presId="urn:microsoft.com/office/officeart/2005/8/layout/list1"/>
    <dgm:cxn modelId="{01FC78BF-1537-4EB1-BAFF-36E6E76BAABE}" type="presParOf" srcId="{F71A8C2D-2A11-4C46-ABC9-C95AA8AECC44}" destId="{B97E518B-AAB8-4D3D-A4EA-1183E6F837E9}" srcOrd="16" destOrd="0" presId="urn:microsoft.com/office/officeart/2005/8/layout/list1"/>
    <dgm:cxn modelId="{F36DC3C9-D693-4ADA-97D7-F8B6E16B7015}" type="presParOf" srcId="{B97E518B-AAB8-4D3D-A4EA-1183E6F837E9}" destId="{5B0241A3-3214-4A4D-8EFC-51AB2B824B2C}" srcOrd="0" destOrd="0" presId="urn:microsoft.com/office/officeart/2005/8/layout/list1"/>
    <dgm:cxn modelId="{813F836F-2F21-48F7-95D2-663B75BAC9CA}" type="presParOf" srcId="{B97E518B-AAB8-4D3D-A4EA-1183E6F837E9}" destId="{B9732A78-22DD-4438-B7A3-38CAE7E3B7AA}" srcOrd="1" destOrd="0" presId="urn:microsoft.com/office/officeart/2005/8/layout/list1"/>
    <dgm:cxn modelId="{0B570CAA-31EB-46FE-8413-8CD645FE401D}" type="presParOf" srcId="{F71A8C2D-2A11-4C46-ABC9-C95AA8AECC44}" destId="{DF454A24-59E4-4BDD-8CE0-E40A7919723A}" srcOrd="17" destOrd="0" presId="urn:microsoft.com/office/officeart/2005/8/layout/list1"/>
    <dgm:cxn modelId="{C3454126-9FF4-4953-AE9B-298D6932D53C}" type="presParOf" srcId="{F71A8C2D-2A11-4C46-ABC9-C95AA8AECC44}" destId="{A0DF60A5-1D2C-435B-863B-18B37CDC7820}" srcOrd="18" destOrd="0" presId="urn:microsoft.com/office/officeart/2005/8/layout/list1"/>
    <dgm:cxn modelId="{49F04717-0CB8-49EA-93BE-A5DD3865B6EF}" type="presParOf" srcId="{F71A8C2D-2A11-4C46-ABC9-C95AA8AECC44}" destId="{0A4F403F-4C3A-4C57-B83E-CD2DB24ED5C2}" srcOrd="19" destOrd="0" presId="urn:microsoft.com/office/officeart/2005/8/layout/list1"/>
    <dgm:cxn modelId="{2C386461-7497-49C4-9503-5F62C453C0E9}" type="presParOf" srcId="{F71A8C2D-2A11-4C46-ABC9-C95AA8AECC44}" destId="{FCF9AEBE-E957-4AB2-AD5F-5B6D7FD6191B}" srcOrd="20" destOrd="0" presId="urn:microsoft.com/office/officeart/2005/8/layout/list1"/>
    <dgm:cxn modelId="{EB7E71D1-0710-4BB4-9FC5-92E3C46F5199}" type="presParOf" srcId="{FCF9AEBE-E957-4AB2-AD5F-5B6D7FD6191B}" destId="{C77252B5-ED88-461C-981C-6C9C590B6E35}" srcOrd="0" destOrd="0" presId="urn:microsoft.com/office/officeart/2005/8/layout/list1"/>
    <dgm:cxn modelId="{9136E039-3A14-45CF-AB62-0EFA483EB585}" type="presParOf" srcId="{FCF9AEBE-E957-4AB2-AD5F-5B6D7FD6191B}" destId="{C89EBB00-15B5-44D9-A1B6-8CE068219B90}" srcOrd="1" destOrd="0" presId="urn:microsoft.com/office/officeart/2005/8/layout/list1"/>
    <dgm:cxn modelId="{42489FC6-F6FC-4B6E-BD02-180DC51864E3}" type="presParOf" srcId="{F71A8C2D-2A11-4C46-ABC9-C95AA8AECC44}" destId="{E2978C37-2B2F-4AE8-80C8-1E28C3E03D69}" srcOrd="21" destOrd="0" presId="urn:microsoft.com/office/officeart/2005/8/layout/list1"/>
    <dgm:cxn modelId="{8832158C-E8B3-4B83-9210-E1ECB1E9B2CE}" type="presParOf" srcId="{F71A8C2D-2A11-4C46-ABC9-C95AA8AECC44}" destId="{33F44D27-0CE0-459D-9622-99AA21F152A8}" srcOrd="2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DB1E5F-4F88-42F1-9396-B0C15AFD2506}">
      <dsp:nvSpPr>
        <dsp:cNvPr id="0" name=""/>
        <dsp:cNvSpPr/>
      </dsp:nvSpPr>
      <dsp:spPr>
        <a:xfrm>
          <a:off x="0" y="321549"/>
          <a:ext cx="5529681" cy="403200"/>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3F55550-4951-49AC-939E-9A6BDB8EBF93}">
      <dsp:nvSpPr>
        <dsp:cNvPr id="0" name=""/>
        <dsp:cNvSpPr/>
      </dsp:nvSpPr>
      <dsp:spPr>
        <a:xfrm>
          <a:off x="276484" y="85389"/>
          <a:ext cx="3870776" cy="47232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Multi-Source Text Data</a:t>
          </a:r>
          <a:r>
            <a:rPr kumimoji="0" lang="en-US" altLang="en-US" sz="1200" b="0" i="0" u="none" strike="noStrike" kern="1200" cap="none" normalizeH="0" baseline="0" dirty="0">
              <a:ln/>
              <a:effectLst/>
              <a:latin typeface="Arial" panose="020B0604020202020204" pitchFamily="34" charset="0"/>
            </a:rPr>
            <a:t>: Open-text data from surveys, exits, onboarding, candidates &amp; managers.</a:t>
          </a:r>
          <a:endParaRPr lang="en-IN" sz="1200" kern="1200" dirty="0"/>
        </a:p>
      </dsp:txBody>
      <dsp:txXfrm>
        <a:off x="299541" y="108446"/>
        <a:ext cx="3824662" cy="426206"/>
      </dsp:txXfrm>
    </dsp:sp>
    <dsp:sp modelId="{4F24A9FB-227C-45AF-9980-9B7AFACFFAC9}">
      <dsp:nvSpPr>
        <dsp:cNvPr id="0" name=""/>
        <dsp:cNvSpPr/>
      </dsp:nvSpPr>
      <dsp:spPr>
        <a:xfrm>
          <a:off x="0" y="1047309"/>
          <a:ext cx="5529681" cy="403200"/>
        </a:xfrm>
        <a:prstGeom prst="rect">
          <a:avLst/>
        </a:prstGeom>
        <a:solidFill>
          <a:schemeClr val="lt1">
            <a:alpha val="90000"/>
            <a:hueOff val="0"/>
            <a:satOff val="0"/>
            <a:lumOff val="0"/>
            <a:alphaOff val="0"/>
          </a:schemeClr>
        </a:solidFill>
        <a:ln w="12700" cap="flat" cmpd="sng" algn="ctr">
          <a:solidFill>
            <a:schemeClr val="accent3">
              <a:hueOff val="475277"/>
              <a:satOff val="-10473"/>
              <a:lumOff val="-13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EF2ED781-C811-4359-9A61-7DB2C0DE3E66}">
      <dsp:nvSpPr>
        <dsp:cNvPr id="0" name=""/>
        <dsp:cNvSpPr/>
      </dsp:nvSpPr>
      <dsp:spPr>
        <a:xfrm>
          <a:off x="276484" y="811149"/>
          <a:ext cx="3870776" cy="472320"/>
        </a:xfrm>
        <a:prstGeom prst="roundRect">
          <a:avLst/>
        </a:prstGeom>
        <a:solidFill>
          <a:schemeClr val="accent3">
            <a:hueOff val="475277"/>
            <a:satOff val="-10473"/>
            <a:lumOff val="-133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Unstructured at Scale</a:t>
          </a:r>
          <a:r>
            <a:rPr kumimoji="0" lang="en-US" altLang="en-US" sz="1200" b="0" i="0" u="none" strike="noStrike" kern="1200" cap="none" normalizeH="0" baseline="0" dirty="0">
              <a:ln/>
              <a:effectLst/>
              <a:latin typeface="Arial" panose="020B0604020202020204" pitchFamily="34" charset="0"/>
            </a:rPr>
            <a:t>: Thousands of comments per cycle, 70% + free text-inputs.</a:t>
          </a:r>
          <a:endParaRPr lang="en-IN" sz="1200" kern="1200" dirty="0"/>
        </a:p>
      </dsp:txBody>
      <dsp:txXfrm>
        <a:off x="299541" y="834206"/>
        <a:ext cx="3824662" cy="426206"/>
      </dsp:txXfrm>
    </dsp:sp>
    <dsp:sp modelId="{A4D345B3-7351-4A8E-A488-5FB1D8916A53}">
      <dsp:nvSpPr>
        <dsp:cNvPr id="0" name=""/>
        <dsp:cNvSpPr/>
      </dsp:nvSpPr>
      <dsp:spPr>
        <a:xfrm>
          <a:off x="0" y="1773069"/>
          <a:ext cx="5529681" cy="403200"/>
        </a:xfrm>
        <a:prstGeom prst="rect">
          <a:avLst/>
        </a:prstGeom>
        <a:solidFill>
          <a:schemeClr val="lt1">
            <a:alpha val="90000"/>
            <a:hueOff val="0"/>
            <a:satOff val="0"/>
            <a:lumOff val="0"/>
            <a:alphaOff val="0"/>
          </a:schemeClr>
        </a:solidFill>
        <a:ln w="12700" cap="flat" cmpd="sng" algn="ctr">
          <a:solidFill>
            <a:schemeClr val="accent3">
              <a:hueOff val="950555"/>
              <a:satOff val="-20946"/>
              <a:lumOff val="-2667"/>
              <a:alphaOff val="0"/>
            </a:schemeClr>
          </a:solidFill>
          <a:prstDash val="solid"/>
          <a:miter lim="800000"/>
        </a:ln>
        <a:effectLst/>
      </dsp:spPr>
      <dsp:style>
        <a:lnRef idx="2">
          <a:scrgbClr r="0" g="0" b="0"/>
        </a:lnRef>
        <a:fillRef idx="1">
          <a:scrgbClr r="0" g="0" b="0"/>
        </a:fillRef>
        <a:effectRef idx="0">
          <a:scrgbClr r="0" g="0" b="0"/>
        </a:effectRef>
        <a:fontRef idx="minor"/>
      </dsp:style>
    </dsp:sp>
    <dsp:sp modelId="{C7142B4A-D235-49F1-A4F4-D974AE7BA13E}">
      <dsp:nvSpPr>
        <dsp:cNvPr id="0" name=""/>
        <dsp:cNvSpPr/>
      </dsp:nvSpPr>
      <dsp:spPr>
        <a:xfrm>
          <a:off x="276484" y="1536909"/>
          <a:ext cx="3870776" cy="472320"/>
        </a:xfrm>
        <a:prstGeom prst="roundRect">
          <a:avLst/>
        </a:prstGeom>
        <a:solidFill>
          <a:schemeClr val="accent3">
            <a:hueOff val="950555"/>
            <a:satOff val="-20946"/>
            <a:lumOff val="-266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Standardized Pre-Processing</a:t>
          </a:r>
          <a:r>
            <a:rPr kumimoji="0" lang="en-US" altLang="en-US" sz="1200" b="0" i="0" u="none" strike="noStrike" kern="1200" cap="none" normalizeH="0" baseline="0" dirty="0">
              <a:ln/>
              <a:effectLst/>
              <a:latin typeface="Arial" panose="020B0604020202020204" pitchFamily="34" charset="0"/>
            </a:rPr>
            <a:t>: Cleaning, normalization and de-duplication across datasets.</a:t>
          </a:r>
          <a:endParaRPr lang="en-IN" sz="1200" kern="1200" dirty="0"/>
        </a:p>
      </dsp:txBody>
      <dsp:txXfrm>
        <a:off x="299541" y="1559966"/>
        <a:ext cx="3824662" cy="426206"/>
      </dsp:txXfrm>
    </dsp:sp>
    <dsp:sp modelId="{0DB53AE7-36BE-445D-B83E-206E88F74A1E}">
      <dsp:nvSpPr>
        <dsp:cNvPr id="0" name=""/>
        <dsp:cNvSpPr/>
      </dsp:nvSpPr>
      <dsp:spPr>
        <a:xfrm>
          <a:off x="0" y="2498829"/>
          <a:ext cx="5529681" cy="403200"/>
        </a:xfrm>
        <a:prstGeom prst="rect">
          <a:avLst/>
        </a:prstGeom>
        <a:solidFill>
          <a:schemeClr val="lt1">
            <a:alpha val="90000"/>
            <a:hueOff val="0"/>
            <a:satOff val="0"/>
            <a:lumOff val="0"/>
            <a:alphaOff val="0"/>
          </a:schemeClr>
        </a:solidFill>
        <a:ln w="12700" cap="flat" cmpd="sng" algn="ctr">
          <a:solidFill>
            <a:schemeClr val="accent3">
              <a:hueOff val="1425832"/>
              <a:satOff val="-31419"/>
              <a:lumOff val="-4001"/>
              <a:alphaOff val="0"/>
            </a:schemeClr>
          </a:solidFill>
          <a:prstDash val="solid"/>
          <a:miter lim="800000"/>
        </a:ln>
        <a:effectLst/>
      </dsp:spPr>
      <dsp:style>
        <a:lnRef idx="2">
          <a:scrgbClr r="0" g="0" b="0"/>
        </a:lnRef>
        <a:fillRef idx="1">
          <a:scrgbClr r="0" g="0" b="0"/>
        </a:fillRef>
        <a:effectRef idx="0">
          <a:scrgbClr r="0" g="0" b="0"/>
        </a:effectRef>
        <a:fontRef idx="minor"/>
      </dsp:style>
    </dsp:sp>
    <dsp:sp modelId="{2DE18B4B-A523-4953-8742-F54A1B54B1DD}">
      <dsp:nvSpPr>
        <dsp:cNvPr id="0" name=""/>
        <dsp:cNvSpPr/>
      </dsp:nvSpPr>
      <dsp:spPr>
        <a:xfrm>
          <a:off x="276484" y="2262669"/>
          <a:ext cx="3870776" cy="472320"/>
        </a:xfrm>
        <a:prstGeom prst="roundRect">
          <a:avLst/>
        </a:prstGeom>
        <a:solidFill>
          <a:schemeClr val="accent3">
            <a:hueOff val="1425832"/>
            <a:satOff val="-31419"/>
            <a:lumOff val="-400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AI-Driven Sentiment Scoring</a:t>
          </a:r>
          <a:r>
            <a:rPr kumimoji="0" lang="en-US" altLang="en-US" sz="1200" b="0" i="0" u="none" strike="noStrike" kern="1200" cap="none" normalizeH="0" baseline="0" dirty="0">
              <a:ln/>
              <a:effectLst/>
              <a:latin typeface="Arial" panose="020B0604020202020204" pitchFamily="34" charset="0"/>
            </a:rPr>
            <a:t>: Transformer NLP classifies Positive/ Neutral/ Negative with score.</a:t>
          </a:r>
          <a:endParaRPr lang="en-IN" sz="1200" kern="1200" dirty="0"/>
        </a:p>
      </dsp:txBody>
      <dsp:txXfrm>
        <a:off x="299541" y="2285726"/>
        <a:ext cx="3824662" cy="426206"/>
      </dsp:txXfrm>
    </dsp:sp>
    <dsp:sp modelId="{A0DF60A5-1D2C-435B-863B-18B37CDC7820}">
      <dsp:nvSpPr>
        <dsp:cNvPr id="0" name=""/>
        <dsp:cNvSpPr/>
      </dsp:nvSpPr>
      <dsp:spPr>
        <a:xfrm>
          <a:off x="0" y="3224590"/>
          <a:ext cx="5529681" cy="403200"/>
        </a:xfrm>
        <a:prstGeom prst="rect">
          <a:avLst/>
        </a:prstGeom>
        <a:solidFill>
          <a:schemeClr val="lt1">
            <a:alpha val="90000"/>
            <a:hueOff val="0"/>
            <a:satOff val="0"/>
            <a:lumOff val="0"/>
            <a:alphaOff val="0"/>
          </a:schemeClr>
        </a:solidFill>
        <a:ln w="12700" cap="flat" cmpd="sng" algn="ctr">
          <a:solidFill>
            <a:schemeClr val="accent3">
              <a:hueOff val="1901109"/>
              <a:satOff val="-41892"/>
              <a:lumOff val="-5334"/>
              <a:alphaOff val="0"/>
            </a:schemeClr>
          </a:solidFill>
          <a:prstDash val="solid"/>
          <a:miter lim="800000"/>
        </a:ln>
        <a:effectLst/>
      </dsp:spPr>
      <dsp:style>
        <a:lnRef idx="2">
          <a:scrgbClr r="0" g="0" b="0"/>
        </a:lnRef>
        <a:fillRef idx="1">
          <a:scrgbClr r="0" g="0" b="0"/>
        </a:fillRef>
        <a:effectRef idx="0">
          <a:scrgbClr r="0" g="0" b="0"/>
        </a:effectRef>
        <a:fontRef idx="minor"/>
      </dsp:style>
    </dsp:sp>
    <dsp:sp modelId="{B9732A78-22DD-4438-B7A3-38CAE7E3B7AA}">
      <dsp:nvSpPr>
        <dsp:cNvPr id="0" name=""/>
        <dsp:cNvSpPr/>
      </dsp:nvSpPr>
      <dsp:spPr>
        <a:xfrm>
          <a:off x="276484" y="2988429"/>
          <a:ext cx="3870776" cy="472320"/>
        </a:xfrm>
        <a:prstGeom prst="roundRect">
          <a:avLst/>
        </a:prstGeom>
        <a:solidFill>
          <a:schemeClr val="accent3">
            <a:hueOff val="1901109"/>
            <a:satOff val="-41892"/>
            <a:lumOff val="-533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Context-Aware Logic</a:t>
          </a:r>
          <a:r>
            <a:rPr kumimoji="0" lang="en-US" altLang="en-US" sz="1200" b="0" i="0" u="none" strike="noStrike" kern="1200" cap="none" normalizeH="0" baseline="0" dirty="0">
              <a:ln/>
              <a:effectLst/>
              <a:latin typeface="Arial" panose="020B0604020202020204" pitchFamily="34" charset="0"/>
            </a:rPr>
            <a:t>: Contrast phrases handled to prevent false positivity and ensuring neutrality.</a:t>
          </a:r>
          <a:endParaRPr lang="en-IN" sz="1200" kern="1200" dirty="0"/>
        </a:p>
      </dsp:txBody>
      <dsp:txXfrm>
        <a:off x="299541" y="3011486"/>
        <a:ext cx="3824662" cy="426206"/>
      </dsp:txXfrm>
    </dsp:sp>
    <dsp:sp modelId="{33F44D27-0CE0-459D-9622-99AA21F152A8}">
      <dsp:nvSpPr>
        <dsp:cNvPr id="0" name=""/>
        <dsp:cNvSpPr/>
      </dsp:nvSpPr>
      <dsp:spPr>
        <a:xfrm>
          <a:off x="0" y="3950350"/>
          <a:ext cx="5529681" cy="403200"/>
        </a:xfrm>
        <a:prstGeom prst="rect">
          <a:avLst/>
        </a:prstGeom>
        <a:solidFill>
          <a:schemeClr val="lt1">
            <a:alpha val="90000"/>
            <a:hueOff val="0"/>
            <a:satOff val="0"/>
            <a:lumOff val="0"/>
            <a:alphaOff val="0"/>
          </a:schemeClr>
        </a:solidFill>
        <a:ln w="12700" cap="flat" cmpd="sng" algn="ctr">
          <a:solidFill>
            <a:schemeClr val="accent3">
              <a:hueOff val="2376387"/>
              <a:satOff val="-52365"/>
              <a:lumOff val="-6668"/>
              <a:alphaOff val="0"/>
            </a:schemeClr>
          </a:solidFill>
          <a:prstDash val="solid"/>
          <a:miter lim="800000"/>
        </a:ln>
        <a:effectLst/>
      </dsp:spPr>
      <dsp:style>
        <a:lnRef idx="2">
          <a:scrgbClr r="0" g="0" b="0"/>
        </a:lnRef>
        <a:fillRef idx="1">
          <a:scrgbClr r="0" g="0" b="0"/>
        </a:fillRef>
        <a:effectRef idx="0">
          <a:scrgbClr r="0" g="0" b="0"/>
        </a:effectRef>
        <a:fontRef idx="minor"/>
      </dsp:style>
    </dsp:sp>
    <dsp:sp modelId="{C89EBB00-15B5-44D9-A1B6-8CE068219B90}">
      <dsp:nvSpPr>
        <dsp:cNvPr id="0" name=""/>
        <dsp:cNvSpPr/>
      </dsp:nvSpPr>
      <dsp:spPr>
        <a:xfrm>
          <a:off x="276484" y="3714190"/>
          <a:ext cx="3870776" cy="472320"/>
        </a:xfrm>
        <a:prstGeom prst="roundRect">
          <a:avLst/>
        </a:prstGeom>
        <a:solidFill>
          <a:schemeClr val="accent3">
            <a:hueOff val="2376387"/>
            <a:satOff val="-52365"/>
            <a:lumOff val="-666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6306" tIns="0" rIns="146306" bIns="0" numCol="1" spcCol="1270" anchor="ctr" anchorCtr="0">
          <a:noAutofit/>
        </a:bodyPr>
        <a:lstStyle/>
        <a:p>
          <a:pPr marL="0" lvl="0" indent="0" algn="l" defTabSz="533400">
            <a:lnSpc>
              <a:spcPct val="90000"/>
            </a:lnSpc>
            <a:spcBef>
              <a:spcPct val="0"/>
            </a:spcBef>
            <a:spcAft>
              <a:spcPct val="35000"/>
            </a:spcAft>
            <a:buClrTx/>
            <a:buSzTx/>
            <a:buFontTx/>
            <a:buNone/>
          </a:pPr>
          <a:r>
            <a:rPr kumimoji="0" lang="en-US" altLang="en-US" sz="1200" b="1" i="0" u="none" strike="noStrike" kern="1200" cap="none" normalizeH="0" baseline="0" dirty="0">
              <a:ln/>
              <a:effectLst/>
              <a:latin typeface="Arial" panose="020B0604020202020204" pitchFamily="34" charset="0"/>
            </a:rPr>
            <a:t>Insight-to-Action Outputs</a:t>
          </a:r>
          <a:r>
            <a:rPr kumimoji="0" lang="en-US" altLang="en-US" sz="1200" b="0" i="0" u="none" strike="noStrike" kern="1200" cap="none" normalizeH="0" baseline="0" dirty="0">
              <a:ln/>
              <a:effectLst/>
              <a:latin typeface="Arial" panose="020B0604020202020204" pitchFamily="34" charset="0"/>
            </a:rPr>
            <a:t>: Aggregated insights highlight priority issues for decisions.</a:t>
          </a:r>
          <a:endParaRPr lang="en-IN" sz="1200" kern="1200" dirty="0"/>
        </a:p>
      </dsp:txBody>
      <dsp:txXfrm>
        <a:off x="299541" y="3737247"/>
        <a:ext cx="3824662"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E76B3-8ABA-476D-A936-BC2CF905C940}" type="datetimeFigureOut">
              <a:rPr lang="en-IN" smtClean="0"/>
              <a:t>20-05-2026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6FEEF-4300-4A6F-A2FB-B8AFD3D1EAA1}" type="slidenum">
              <a:rPr lang="en-IN" smtClean="0"/>
              <a:t>‹#›</a:t>
            </a:fld>
            <a:endParaRPr lang="en-IN"/>
          </a:p>
        </p:txBody>
      </p:sp>
    </p:spTree>
    <p:extLst>
      <p:ext uri="{BB962C8B-B14F-4D97-AF65-F5344CB8AC3E}">
        <p14:creationId xmlns:p14="http://schemas.microsoft.com/office/powerpoint/2010/main" val="1242964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586FEEF-4300-4A6F-A2FB-B8AFD3D1EAA1}" type="slidenum">
              <a:rPr lang="en-IN" smtClean="0"/>
              <a:t>9</a:t>
            </a:fld>
            <a:endParaRPr lang="en-IN"/>
          </a:p>
        </p:txBody>
      </p:sp>
    </p:spTree>
    <p:extLst>
      <p:ext uri="{BB962C8B-B14F-4D97-AF65-F5344CB8AC3E}">
        <p14:creationId xmlns:p14="http://schemas.microsoft.com/office/powerpoint/2010/main" val="663817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11" Type="http://schemas.openxmlformats.org/officeDocument/2006/relationships/image" Target="../media/image2.svg"/><Relationship Id="rId5" Type="http://schemas.openxmlformats.org/officeDocument/2006/relationships/image" Target="../media/image7.png"/><Relationship Id="rId10" Type="http://schemas.openxmlformats.org/officeDocument/2006/relationships/image" Target="../media/image10.png"/><Relationship Id="rId4" Type="http://schemas.openxmlformats.org/officeDocument/2006/relationships/hyperlink" Target="http://www.linkedin.com/company/capgemini" TargetMode="External"/><Relationship Id="rId9" Type="http://schemas.openxmlformats.org/officeDocument/2006/relationships/image" Target="../media/image9.png"/></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hyperlink" Target="http://www.facebook.com/capgemini" TargetMode="External"/><Relationship Id="rId1" Type="http://schemas.openxmlformats.org/officeDocument/2006/relationships/slideMaster" Target="../slideMasters/slideMaster1.xml"/><Relationship Id="rId6" Type="http://schemas.openxmlformats.org/officeDocument/2006/relationships/hyperlink" Target="http://www.slideshare.net/capgemini" TargetMode="External"/><Relationship Id="rId11" Type="http://schemas.openxmlformats.org/officeDocument/2006/relationships/image" Target="../media/image2.svg"/><Relationship Id="rId5" Type="http://schemas.openxmlformats.org/officeDocument/2006/relationships/image" Target="../media/image7.png"/><Relationship Id="rId10" Type="http://schemas.openxmlformats.org/officeDocument/2006/relationships/image" Target="../media/image11.png"/><Relationship Id="rId4" Type="http://schemas.openxmlformats.org/officeDocument/2006/relationships/hyperlink" Target="http://www.linkedin.com/company/capgemini" TargetMode="External"/><Relationship Id="rId9" Type="http://schemas.openxmlformats.org/officeDocument/2006/relationships/image" Target="../media/image9.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8" Type="http://schemas.microsoft.com/office/2007/relationships/hdphoto" Target="../media/hdphoto1.wdp"/><Relationship Id="rId13" Type="http://schemas.openxmlformats.org/officeDocument/2006/relationships/image" Target="../media/image15.png"/><Relationship Id="rId18" Type="http://schemas.openxmlformats.org/officeDocument/2006/relationships/hyperlink" Target="https://www.instagram.com/capgemini/" TargetMode="External"/><Relationship Id="rId3" Type="http://schemas.openxmlformats.org/officeDocument/2006/relationships/tags" Target="../tags/tag3.xml"/><Relationship Id="rId7" Type="http://schemas.openxmlformats.org/officeDocument/2006/relationships/image" Target="../media/image13.png"/><Relationship Id="rId12" Type="http://schemas.openxmlformats.org/officeDocument/2006/relationships/hyperlink" Target="http://www.facebook.com/capgemini" TargetMode="External"/><Relationship Id="rId17" Type="http://schemas.microsoft.com/office/2007/relationships/hdphoto" Target="../media/hdphoto4.wdp"/><Relationship Id="rId2" Type="http://schemas.openxmlformats.org/officeDocument/2006/relationships/tags" Target="../tags/tag2.xml"/><Relationship Id="rId16" Type="http://schemas.openxmlformats.org/officeDocument/2006/relationships/image" Target="../media/image16.png"/><Relationship Id="rId20" Type="http://schemas.microsoft.com/office/2007/relationships/hdphoto" Target="../media/hdphoto5.wdp"/><Relationship Id="rId1" Type="http://schemas.openxmlformats.org/officeDocument/2006/relationships/tags" Target="../tags/tag1.xml"/><Relationship Id="rId6" Type="http://schemas.openxmlformats.org/officeDocument/2006/relationships/hyperlink" Target="https://www.glassdoor.com/Overview/Working-at-Capgemini-EI_IE3803.11,20.htm" TargetMode="External"/><Relationship Id="rId11" Type="http://schemas.microsoft.com/office/2007/relationships/hdphoto" Target="../media/hdphoto2.wdp"/><Relationship Id="rId5" Type="http://schemas.openxmlformats.org/officeDocument/2006/relationships/slideMaster" Target="../slideMasters/slideMaster2.xml"/><Relationship Id="rId15" Type="http://schemas.openxmlformats.org/officeDocument/2006/relationships/hyperlink" Target="http://www.linkedin.com/company/capgemini" TargetMode="External"/><Relationship Id="rId10" Type="http://schemas.openxmlformats.org/officeDocument/2006/relationships/image" Target="../media/image14.png"/><Relationship Id="rId19" Type="http://schemas.openxmlformats.org/officeDocument/2006/relationships/image" Target="../media/image17.png"/><Relationship Id="rId4" Type="http://schemas.openxmlformats.org/officeDocument/2006/relationships/tags" Target="../tags/tag4.xml"/><Relationship Id="rId9" Type="http://schemas.openxmlformats.org/officeDocument/2006/relationships/hyperlink" Target="http://www.youtube.com/capgeminimedia" TargetMode="External"/><Relationship Id="rId14" Type="http://schemas.microsoft.com/office/2007/relationships/hdphoto" Target="../media/hdphoto3.wdp"/></Relationships>
</file>

<file path=ppt/slideLayouts/_rels/slideLayout117.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4.wdp"/><Relationship Id="rId3" Type="http://schemas.openxmlformats.org/officeDocument/2006/relationships/image" Target="../media/image13.png"/><Relationship Id="rId7" Type="http://schemas.microsoft.com/office/2007/relationships/hdphoto" Target="../media/hdphoto2.wdp"/><Relationship Id="rId12" Type="http://schemas.openxmlformats.org/officeDocument/2006/relationships/image" Target="../media/image16.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5.wdp"/><Relationship Id="rId1" Type="http://schemas.openxmlformats.org/officeDocument/2006/relationships/slideMaster" Target="../slideMasters/slideMaster2.xml"/><Relationship Id="rId6" Type="http://schemas.openxmlformats.org/officeDocument/2006/relationships/image" Target="../media/image14.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7.png"/><Relationship Id="rId10" Type="http://schemas.microsoft.com/office/2007/relationships/hdphoto" Target="../media/hdphoto3.wdp"/><Relationship Id="rId4" Type="http://schemas.microsoft.com/office/2007/relationships/hdphoto" Target="../media/hdphoto1.wdp"/><Relationship Id="rId9" Type="http://schemas.openxmlformats.org/officeDocument/2006/relationships/image" Target="../media/image15.png"/><Relationship Id="rId14" Type="http://schemas.openxmlformats.org/officeDocument/2006/relationships/hyperlink" Target="https://www.instagram.com/capgemini/" TargetMode="External"/></Relationships>
</file>

<file path=ppt/slideLayouts/_rels/slideLayout11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3.png"/><Relationship Id="rId7" Type="http://schemas.microsoft.com/office/2007/relationships/hdphoto" Target="../media/hdphoto7.wdp"/><Relationship Id="rId12" Type="http://schemas.openxmlformats.org/officeDocument/2006/relationships/image" Target="../media/image16.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2.xml"/><Relationship Id="rId6" Type="http://schemas.openxmlformats.org/officeDocument/2006/relationships/image" Target="../media/image14.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7.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5.png"/><Relationship Id="rId14" Type="http://schemas.openxmlformats.org/officeDocument/2006/relationships/hyperlink" Target="https://www.instagram.com/capgemini/" TargetMode="Externa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3.png"/><Relationship Id="rId3" Type="http://schemas.openxmlformats.org/officeDocument/2006/relationships/tags" Target="../tags/tag7.xml"/><Relationship Id="rId7" Type="http://schemas.openxmlformats.org/officeDocument/2006/relationships/image" Target="../media/image20.png"/><Relationship Id="rId12" Type="http://schemas.openxmlformats.org/officeDocument/2006/relationships/hyperlink" Target="http://www.linkedin.com/company/capgemini" TargetMode="External"/><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hyperlink" Target="https://www.glassdoor.com/Overview/Working-at-Capgemini-EI_IE3803.11,20.htm" TargetMode="External"/><Relationship Id="rId11" Type="http://schemas.openxmlformats.org/officeDocument/2006/relationships/image" Target="../media/image22.png"/><Relationship Id="rId5" Type="http://schemas.openxmlformats.org/officeDocument/2006/relationships/slideMaster" Target="../slideMasters/slideMaster4.xml"/><Relationship Id="rId15" Type="http://schemas.openxmlformats.org/officeDocument/2006/relationships/image" Target="../media/image24.png"/><Relationship Id="rId10" Type="http://schemas.openxmlformats.org/officeDocument/2006/relationships/hyperlink" Target="http://www.facebook.com/capgemini" TargetMode="External"/><Relationship Id="rId4" Type="http://schemas.openxmlformats.org/officeDocument/2006/relationships/tags" Target="../tags/tag8.xml"/><Relationship Id="rId9" Type="http://schemas.openxmlformats.org/officeDocument/2006/relationships/image" Target="../media/image21.png"/><Relationship Id="rId14" Type="http://schemas.openxmlformats.org/officeDocument/2006/relationships/hyperlink" Target="https://www.instagram.com/capgemini/" TargetMode="External"/></Relationships>
</file>

<file path=ppt/slideLayouts/_rels/slideLayout177.xml.rels><?xml version="1.0" encoding="UTF-8" standalone="yes"?>
<Relationships xmlns="http://schemas.openxmlformats.org/package/2006/relationships"><Relationship Id="rId8" Type="http://schemas.openxmlformats.org/officeDocument/2006/relationships/hyperlink" Target="http://www.linkedin.com/company/capgemini" TargetMode="External"/><Relationship Id="rId3" Type="http://schemas.openxmlformats.org/officeDocument/2006/relationships/image" Target="../media/image20.png"/><Relationship Id="rId7" Type="http://schemas.openxmlformats.org/officeDocument/2006/relationships/image" Target="../media/image22.png"/><Relationship Id="rId2" Type="http://schemas.openxmlformats.org/officeDocument/2006/relationships/hyperlink" Target="https://www.glassdoor.com/Overview/Working-at-Capgemini-EI_IE3803.11,20.htm" TargetMode="External"/><Relationship Id="rId1" Type="http://schemas.openxmlformats.org/officeDocument/2006/relationships/slideMaster" Target="../slideMasters/slideMaster4.xml"/><Relationship Id="rId6" Type="http://schemas.openxmlformats.org/officeDocument/2006/relationships/hyperlink" Target="http://www.facebook.com/capgemini" TargetMode="External"/><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hyperlink" Target="https://www.instagram.com/capgemini/" TargetMode="External"/><Relationship Id="rId4" Type="http://schemas.openxmlformats.org/officeDocument/2006/relationships/hyperlink" Target="http://www.youtube.com/capgeminimedia" TargetMode="External"/><Relationship Id="rId9" Type="http://schemas.openxmlformats.org/officeDocument/2006/relationships/image" Target="../media/image23.png"/></Relationships>
</file>

<file path=ppt/slideLayouts/_rels/slideLayout178.xml.rels><?xml version="1.0" encoding="UTF-8" standalone="yes"?>
<Relationships xmlns="http://schemas.openxmlformats.org/package/2006/relationships"><Relationship Id="rId8" Type="http://schemas.openxmlformats.org/officeDocument/2006/relationships/hyperlink" Target="http://www.facebook.com/capgemini" TargetMode="External"/><Relationship Id="rId13" Type="http://schemas.microsoft.com/office/2007/relationships/hdphoto" Target="../media/hdphoto9.wdp"/><Relationship Id="rId3" Type="http://schemas.openxmlformats.org/officeDocument/2006/relationships/image" Target="../media/image13.png"/><Relationship Id="rId7" Type="http://schemas.microsoft.com/office/2007/relationships/hdphoto" Target="../media/hdphoto7.wdp"/><Relationship Id="rId12" Type="http://schemas.openxmlformats.org/officeDocument/2006/relationships/image" Target="../media/image16.png"/><Relationship Id="rId2" Type="http://schemas.openxmlformats.org/officeDocument/2006/relationships/hyperlink" Target="https://www.glassdoor.com/Overview/Working-at-Capgemini-EI_IE3803.11,20.htm" TargetMode="External"/><Relationship Id="rId16" Type="http://schemas.microsoft.com/office/2007/relationships/hdphoto" Target="../media/hdphoto10.wdp"/><Relationship Id="rId1" Type="http://schemas.openxmlformats.org/officeDocument/2006/relationships/slideMaster" Target="../slideMasters/slideMaster4.xml"/><Relationship Id="rId6" Type="http://schemas.openxmlformats.org/officeDocument/2006/relationships/image" Target="../media/image14.png"/><Relationship Id="rId11" Type="http://schemas.openxmlformats.org/officeDocument/2006/relationships/hyperlink" Target="http://www.linkedin.com/company/capgemini" TargetMode="External"/><Relationship Id="rId5" Type="http://schemas.openxmlformats.org/officeDocument/2006/relationships/hyperlink" Target="http://www.youtube.com/capgeminimedia" TargetMode="External"/><Relationship Id="rId15" Type="http://schemas.openxmlformats.org/officeDocument/2006/relationships/image" Target="../media/image17.png"/><Relationship Id="rId10" Type="http://schemas.microsoft.com/office/2007/relationships/hdphoto" Target="../media/hdphoto8.wdp"/><Relationship Id="rId4" Type="http://schemas.microsoft.com/office/2007/relationships/hdphoto" Target="../media/hdphoto6.wdp"/><Relationship Id="rId9" Type="http://schemas.openxmlformats.org/officeDocument/2006/relationships/image" Target="../media/image15.png"/><Relationship Id="rId14" Type="http://schemas.openxmlformats.org/officeDocument/2006/relationships/hyperlink" Target="https://www.instagram.com/capgemini/"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e 5">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6C58B55F-3EAC-C6DA-30E9-A9EAE34D711F}"/>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pic>
        <p:nvPicPr>
          <p:cNvPr id="6" name="Graphique 5">
            <a:extLst>
              <a:ext uri="{FF2B5EF4-FFF2-40B4-BE49-F238E27FC236}">
                <a16:creationId xmlns:a16="http://schemas.microsoft.com/office/drawing/2014/main" id="{1FC0C195-743A-45CA-A7AC-41DE07F8712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383967340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2" name="Subtitle">
            <a:extLst>
              <a:ext uri="{FF2B5EF4-FFF2-40B4-BE49-F238E27FC236}">
                <a16:creationId xmlns:a16="http://schemas.microsoft.com/office/drawing/2014/main" id="{263427DF-DAE9-5C4C-6A1A-438ED4F52194}"/>
              </a:ext>
            </a:extLst>
          </p:cNvPr>
          <p:cNvSpPr>
            <a:spLocks noGrp="1"/>
          </p:cNvSpPr>
          <p:nvPr>
            <p:ph type="subTitle" idx="1"/>
          </p:nvPr>
        </p:nvSpPr>
        <p:spPr>
          <a:xfrm>
            <a:off x="407368" y="5457155"/>
            <a:ext cx="11090276"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GB" dirty="0"/>
          </a:p>
        </p:txBody>
      </p:sp>
      <p:sp>
        <p:nvSpPr>
          <p:cNvPr id="3" name="Title">
            <a:extLst>
              <a:ext uri="{FF2B5EF4-FFF2-40B4-BE49-F238E27FC236}">
                <a16:creationId xmlns:a16="http://schemas.microsoft.com/office/drawing/2014/main" id="{4AAC7C66-F303-132A-295B-65A79300A34B}"/>
              </a:ext>
            </a:extLst>
          </p:cNvPr>
          <p:cNvSpPr>
            <a:spLocks noGrp="1"/>
          </p:cNvSpPr>
          <p:nvPr>
            <p:ph type="ctrTitle"/>
          </p:nvPr>
        </p:nvSpPr>
        <p:spPr>
          <a:xfrm>
            <a:off x="40736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dirty="0"/>
              <a:t>Modifiez le style du titre</a:t>
            </a:r>
            <a:endParaRPr lang="en-GB" dirty="0"/>
          </a:p>
        </p:txBody>
      </p:sp>
      <p:pic>
        <p:nvPicPr>
          <p:cNvPr id="4" name="Image 3">
            <a:extLst>
              <a:ext uri="{FF2B5EF4-FFF2-40B4-BE49-F238E27FC236}">
                <a16:creationId xmlns:a16="http://schemas.microsoft.com/office/drawing/2014/main" id="{75AF5888-BD34-41EB-546E-BE945F03BA06}"/>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flipH="1">
            <a:off x="3429336" y="25029"/>
            <a:ext cx="8715336" cy="7220395"/>
          </a:xfrm>
          <a:prstGeom prst="rect">
            <a:avLst/>
          </a:prstGeom>
        </p:spPr>
      </p:pic>
      <p:pic>
        <p:nvPicPr>
          <p:cNvPr id="6" name="Graphique 5">
            <a:extLst>
              <a:ext uri="{FF2B5EF4-FFF2-40B4-BE49-F238E27FC236}">
                <a16:creationId xmlns:a16="http://schemas.microsoft.com/office/drawing/2014/main" id="{62971821-4041-E15C-FC0D-85A8A39C84D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671152000"/>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69" y="3676570"/>
            <a:ext cx="6336703"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6336704"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dirty="0"/>
              <a:t>Modifiez le style du titre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633670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pic>
        <p:nvPicPr>
          <p:cNvPr id="3" name="Graphique 2">
            <a:extLst>
              <a:ext uri="{FF2B5EF4-FFF2-40B4-BE49-F238E27FC236}">
                <a16:creationId xmlns:a16="http://schemas.microsoft.com/office/drawing/2014/main" id="{3F56F8D6-CB7B-5AA5-61D2-3306F16792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12393663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6">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pic>
        <p:nvPicPr>
          <p:cNvPr id="9" name="Graphique 8">
            <a:extLst>
              <a:ext uri="{FF2B5EF4-FFF2-40B4-BE49-F238E27FC236}">
                <a16:creationId xmlns:a16="http://schemas.microsoft.com/office/drawing/2014/main" id="{C9CAB1DF-7FB3-56CD-1D30-0C2D243EE36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112139891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Slide 6a">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285134"/>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bg1"/>
                </a:solidFill>
                <a:latin typeface="+mj-lt"/>
              </a:defRPr>
            </a:lvl1pPr>
          </a:lstStyle>
          <a:p>
            <a:r>
              <a:rPr lang="fr-FR" dirty="0"/>
              <a:t>Modifiez le style du titre</a:t>
            </a:r>
            <a:endParaRPr lang="en-GB" dirty="0"/>
          </a:p>
        </p:txBody>
      </p:sp>
      <p:pic>
        <p:nvPicPr>
          <p:cNvPr id="9" name="Graphique 8">
            <a:extLst>
              <a:ext uri="{FF2B5EF4-FFF2-40B4-BE49-F238E27FC236}">
                <a16:creationId xmlns:a16="http://schemas.microsoft.com/office/drawing/2014/main" id="{AA840DDF-5BC5-48B9-ABBE-65FE00C2FFC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101323249"/>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Slide 6b">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pic>
        <p:nvPicPr>
          <p:cNvPr id="9" name="Graphique 8">
            <a:extLst>
              <a:ext uri="{FF2B5EF4-FFF2-40B4-BE49-F238E27FC236}">
                <a16:creationId xmlns:a16="http://schemas.microsoft.com/office/drawing/2014/main" id="{D7EB50A5-41A5-4BAC-53D7-978E67178EC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421397141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6c">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pic>
        <p:nvPicPr>
          <p:cNvPr id="3" name="Graphique 2">
            <a:extLst>
              <a:ext uri="{FF2B5EF4-FFF2-40B4-BE49-F238E27FC236}">
                <a16:creationId xmlns:a16="http://schemas.microsoft.com/office/drawing/2014/main" id="{55F61D2F-C668-D733-F6F7-B8B6B075C5E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25473" y="5975962"/>
            <a:ext cx="2988000" cy="453937"/>
          </a:xfrm>
          <a:prstGeom prst="rect">
            <a:avLst/>
          </a:prstGeom>
        </p:spPr>
      </p:pic>
    </p:spTree>
    <p:extLst>
      <p:ext uri="{BB962C8B-B14F-4D97-AF65-F5344CB8AC3E}">
        <p14:creationId xmlns:p14="http://schemas.microsoft.com/office/powerpoint/2010/main" val="353030524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nclusion">
    <p:bg>
      <p:bgPr>
        <a:solidFill>
          <a:schemeClr val="accent4"/>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27038" y="2320211"/>
            <a:ext cx="11356975" cy="2215991"/>
          </a:xfrm>
          <a:prstGeom prst="rect">
            <a:avLst/>
          </a:prstGeom>
        </p:spPr>
        <p:txBody>
          <a:bodyPr wrap="square" anchor="ctr" anchorCtr="0">
            <a:spAutoFit/>
          </a:bodyPr>
          <a:lstStyle>
            <a:lvl1pPr marL="0" indent="0" algn="l">
              <a:lnSpc>
                <a:spcPct val="90000"/>
              </a:lnSpc>
              <a:spcBef>
                <a:spcPts val="0"/>
              </a:spcBef>
              <a:spcAft>
                <a:spcPts val="0"/>
              </a:spcAft>
              <a:buFontTx/>
              <a:buNone/>
              <a:defRPr sz="8000" b="0" cap="none" baseline="0">
                <a:solidFill>
                  <a:schemeClr val="bg1"/>
                </a:solidFill>
                <a:latin typeface="+mj-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dirty="0"/>
              <a:t>Click to </a:t>
            </a:r>
            <a:r>
              <a:rPr lang="fr-FR" dirty="0" err="1"/>
              <a:t>edit</a:t>
            </a:r>
            <a:r>
              <a:rPr lang="fr-FR" dirty="0"/>
              <a:t> master </a:t>
            </a:r>
            <a:r>
              <a:rPr lang="fr-FR" dirty="0" err="1"/>
              <a:t>title</a:t>
            </a:r>
            <a:r>
              <a:rPr lang="fr-FR" dirty="0"/>
              <a:t> Style</a:t>
            </a:r>
          </a:p>
        </p:txBody>
      </p:sp>
      <p:pic>
        <p:nvPicPr>
          <p:cNvPr id="4" name="Picture 16">
            <a:extLst>
              <a:ext uri="{FF2B5EF4-FFF2-40B4-BE49-F238E27FC236}">
                <a16:creationId xmlns:a16="http://schemas.microsoft.com/office/drawing/2014/main" id="{415561A2-AF17-AE8E-8E0A-9B607FD1FAB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159896" y="1107202"/>
            <a:ext cx="8281358" cy="6858000"/>
          </a:xfrm>
          <a:prstGeom prst="rect">
            <a:avLst/>
          </a:prstGeom>
        </p:spPr>
      </p:pic>
      <p:pic>
        <p:nvPicPr>
          <p:cNvPr id="6" name="Graphique 5">
            <a:extLst>
              <a:ext uri="{FF2B5EF4-FFF2-40B4-BE49-F238E27FC236}">
                <a16:creationId xmlns:a16="http://schemas.microsoft.com/office/drawing/2014/main" id="{1D4088C5-5458-D4E6-28EF-C60FAD359A2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258197186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70ACFCFC-1DDE-342C-6F6C-421985D8A34A}"/>
              </a:ext>
            </a:extLst>
          </p:cNvPr>
          <p:cNvSpPr>
            <a:spLocks noGrp="1"/>
          </p:cNvSpPr>
          <p:nvPr>
            <p:ph type="subTitle" idx="1"/>
          </p:nvPr>
        </p:nvSpPr>
        <p:spPr>
          <a:xfrm>
            <a:off x="407988" y="5460790"/>
            <a:ext cx="11090275"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GB" dirty="0"/>
          </a:p>
        </p:txBody>
      </p:sp>
      <p:sp>
        <p:nvSpPr>
          <p:cNvPr id="15" name="Title">
            <a:extLst>
              <a:ext uri="{FF2B5EF4-FFF2-40B4-BE49-F238E27FC236}">
                <a16:creationId xmlns:a16="http://schemas.microsoft.com/office/drawing/2014/main" id="{BA5DDAC5-BAB8-79F8-0B48-89767D2C03B3}"/>
              </a:ext>
            </a:extLst>
          </p:cNvPr>
          <p:cNvSpPr>
            <a:spLocks noGrp="1"/>
          </p:cNvSpPr>
          <p:nvPr>
            <p:ph type="ctrTitle"/>
          </p:nvPr>
        </p:nvSpPr>
        <p:spPr>
          <a:xfrm>
            <a:off x="407988" y="4697327"/>
            <a:ext cx="11090276" cy="747897"/>
          </a:xfrm>
        </p:spPr>
        <p:txBody>
          <a:bodyPr wrap="square" lIns="0" tIns="0" rIns="0" bIns="0" anchor="b" anchorCtr="0">
            <a:noAutofit/>
          </a:bodyPr>
          <a:lstStyle>
            <a:lvl1pPr algn="l">
              <a:lnSpc>
                <a:spcPct val="90000"/>
              </a:lnSpc>
              <a:tabLst>
                <a:tab pos="1258888" algn="l"/>
              </a:tabLst>
              <a:defRPr sz="5400" b="0" cap="none" baseline="0">
                <a:solidFill>
                  <a:schemeClr val="bg1"/>
                </a:solidFill>
                <a:latin typeface="+mj-lt"/>
              </a:defRPr>
            </a:lvl1pPr>
          </a:lstStyle>
          <a:p>
            <a:r>
              <a:rPr lang="fr-FR"/>
              <a:t>Modifiez le style du titre</a:t>
            </a:r>
            <a:endParaRPr lang="en-GB" dirty="0"/>
          </a:p>
        </p:txBody>
      </p:sp>
      <p:pic>
        <p:nvPicPr>
          <p:cNvPr id="2" name="Image 1">
            <a:extLst>
              <a:ext uri="{FF2B5EF4-FFF2-40B4-BE49-F238E27FC236}">
                <a16:creationId xmlns:a16="http://schemas.microsoft.com/office/drawing/2014/main" id="{8B5D9CCD-97AB-0A8C-8F1D-AB5C4C775A4B}"/>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4367808" y="-1636495"/>
            <a:ext cx="8715336" cy="7220395"/>
          </a:xfrm>
          <a:prstGeom prst="rect">
            <a:avLst/>
          </a:prstGeom>
        </p:spPr>
      </p:pic>
      <p:pic>
        <p:nvPicPr>
          <p:cNvPr id="11" name="Graphique 10">
            <a:extLst>
              <a:ext uri="{FF2B5EF4-FFF2-40B4-BE49-F238E27FC236}">
                <a16:creationId xmlns:a16="http://schemas.microsoft.com/office/drawing/2014/main" id="{5EE4A2CA-448B-3DB3-0F6A-0206C7221F2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2336674012"/>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Slide 4">
    <p:bg>
      <p:bgPr>
        <a:solidFill>
          <a:schemeClr val="accent4"/>
        </a:solidFill>
        <a:effectLst/>
      </p:bgPr>
    </p:bg>
    <p:spTree>
      <p:nvGrpSpPr>
        <p:cNvPr id="1" name=""/>
        <p:cNvGrpSpPr/>
        <p:nvPr/>
      </p:nvGrpSpPr>
      <p:grpSpPr>
        <a:xfrm>
          <a:off x="0" y="0"/>
          <a:ext cx="0" cy="0"/>
          <a:chOff x="0" y="0"/>
          <a:chExt cx="0" cy="0"/>
        </a:xfrm>
      </p:grpSpPr>
      <p:sp>
        <p:nvSpPr>
          <p:cNvPr id="4" name="Subtitle">
            <a:extLst>
              <a:ext uri="{FF2B5EF4-FFF2-40B4-BE49-F238E27FC236}">
                <a16:creationId xmlns:a16="http://schemas.microsoft.com/office/drawing/2014/main" id="{A762397C-7EE3-E752-C3C7-E1EB83F8081E}"/>
              </a:ext>
            </a:extLst>
          </p:cNvPr>
          <p:cNvSpPr>
            <a:spLocks noGrp="1"/>
          </p:cNvSpPr>
          <p:nvPr>
            <p:ph type="subTitle" idx="1"/>
          </p:nvPr>
        </p:nvSpPr>
        <p:spPr>
          <a:xfrm>
            <a:off x="407370" y="3676570"/>
            <a:ext cx="5545138" cy="246221"/>
          </a:xfrm>
          <a:prstGeom prst="rect">
            <a:avLst/>
          </a:prstGeom>
        </p:spPr>
        <p:txBody>
          <a:bodyPr wrap="square" lIns="18000" tIns="0" rIns="0" anchor="b" anchorCtr="0">
            <a:spAutoFit/>
          </a:bodyPr>
          <a:lstStyle>
            <a:lvl1pPr marL="0" indent="0" algn="l">
              <a:buNone/>
              <a:defRPr sz="1600">
                <a:solidFill>
                  <a:schemeClr val="bg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dirty="0"/>
              <a:t>Modifiez le style des sous-titres du masque</a:t>
            </a:r>
            <a:endParaRPr lang="en-GB" dirty="0"/>
          </a:p>
        </p:txBody>
      </p:sp>
      <p:sp>
        <p:nvSpPr>
          <p:cNvPr id="5" name="Title">
            <a:extLst>
              <a:ext uri="{FF2B5EF4-FFF2-40B4-BE49-F238E27FC236}">
                <a16:creationId xmlns:a16="http://schemas.microsoft.com/office/drawing/2014/main" id="{EA67FB30-5217-5F8D-B4ED-781E4E0C8973}"/>
              </a:ext>
            </a:extLst>
          </p:cNvPr>
          <p:cNvSpPr>
            <a:spLocks noGrp="1"/>
          </p:cNvSpPr>
          <p:nvPr>
            <p:ph type="ctrTitle"/>
          </p:nvPr>
        </p:nvSpPr>
        <p:spPr>
          <a:xfrm>
            <a:off x="407368" y="1343944"/>
            <a:ext cx="5545139" cy="2326627"/>
          </a:xfrm>
        </p:spPr>
        <p:txBody>
          <a:bodyPr wrap="square" lIns="0" tIns="0" rIns="0" bIns="0" anchor="t" anchorCtr="0">
            <a:noAutofit/>
          </a:bodyPr>
          <a:lstStyle>
            <a:lvl1pPr algn="l">
              <a:lnSpc>
                <a:spcPct val="90000"/>
              </a:lnSpc>
              <a:tabLst>
                <a:tab pos="1258888" algn="l"/>
              </a:tabLst>
              <a:defRPr sz="5400" b="0" cap="none" baseline="0">
                <a:solidFill>
                  <a:schemeClr val="bg1"/>
                </a:solidFill>
                <a:latin typeface="+mj-lt"/>
              </a:defRPr>
            </a:lvl1pPr>
          </a:lstStyle>
          <a:p>
            <a:r>
              <a:rPr lang="fr-FR" dirty="0"/>
              <a:t>Modifiez le style du titre</a:t>
            </a:r>
            <a:endParaRPr lang="en-GB" dirty="0"/>
          </a:p>
        </p:txBody>
      </p:sp>
      <p:sp>
        <p:nvSpPr>
          <p:cNvPr id="20" name="Text Placeholder 8">
            <a:extLst>
              <a:ext uri="{FF2B5EF4-FFF2-40B4-BE49-F238E27FC236}">
                <a16:creationId xmlns:a16="http://schemas.microsoft.com/office/drawing/2014/main" id="{04E8B402-A28C-9742-E11A-B00843CA0EDC}"/>
              </a:ext>
            </a:extLst>
          </p:cNvPr>
          <p:cNvSpPr>
            <a:spLocks noGrp="1"/>
          </p:cNvSpPr>
          <p:nvPr>
            <p:ph type="body" sz="quarter" idx="13" hasCustomPrompt="1"/>
          </p:nvPr>
        </p:nvSpPr>
        <p:spPr>
          <a:xfrm>
            <a:off x="407368" y="1051220"/>
            <a:ext cx="5545139" cy="215444"/>
          </a:xfrm>
        </p:spPr>
        <p:txBody>
          <a:bodyPr vert="horz" wrap="square" lIns="18000" tIns="0" rIns="0" bIns="0" rtlCol="0" anchor="t" anchorCtr="0">
            <a:spAutoFit/>
          </a:bodyPr>
          <a:lstStyle>
            <a:lvl1pPr>
              <a:defRPr lang="en-US" sz="1400" dirty="0">
                <a:solidFill>
                  <a:schemeClr val="bg1"/>
                </a:solidFill>
                <a:latin typeface="Ubuntu Light" panose="020B0304030602030204" pitchFamily="34" charset="0"/>
              </a:defRPr>
            </a:lvl1pPr>
          </a:lstStyle>
          <a:p>
            <a:pPr lvl="0"/>
            <a:r>
              <a:rPr lang="en-US" dirty="0"/>
              <a:t>Optional: Click to insert name</a:t>
            </a:r>
          </a:p>
        </p:txBody>
      </p:sp>
      <p:pic>
        <p:nvPicPr>
          <p:cNvPr id="3" name="Graphique 2">
            <a:extLst>
              <a:ext uri="{FF2B5EF4-FFF2-40B4-BE49-F238E27FC236}">
                <a16:creationId xmlns:a16="http://schemas.microsoft.com/office/drawing/2014/main" id="{CF565734-CB9C-E6D3-8327-980EFE54926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3754918427"/>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Full Picture White Spade">
    <p:bg>
      <p:bgRef idx="1001">
        <a:schemeClr val="bg2"/>
      </p:bgRef>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9515EF69-611F-4B2F-BC64-DD310E600154}"/>
              </a:ext>
            </a:extLst>
          </p:cNvPr>
          <p:cNvSpPr>
            <a:spLocks noGrp="1"/>
          </p:cNvSpPr>
          <p:nvPr>
            <p:ph type="pic" sz="quarter" idx="10" hasCustomPrompt="1"/>
          </p:nvPr>
        </p:nvSpPr>
        <p:spPr>
          <a:xfrm>
            <a:off x="0" y="0"/>
            <a:ext cx="12192000" cy="6858000"/>
          </a:xfrm>
          <a:custGeom>
            <a:avLst/>
            <a:gdLst>
              <a:gd name="connsiteX0" fmla="*/ 11911680 w 12192000"/>
              <a:gd name="connsiteY0" fmla="*/ 373627 h 6858000"/>
              <a:gd name="connsiteX1" fmla="*/ 11857975 w 12192000"/>
              <a:gd name="connsiteY1" fmla="*/ 408564 h 6858000"/>
              <a:gd name="connsiteX2" fmla="*/ 11820236 w 12192000"/>
              <a:gd name="connsiteY2" fmla="*/ 476983 h 6858000"/>
              <a:gd name="connsiteX3" fmla="*/ 11778143 w 12192000"/>
              <a:gd name="connsiteY3" fmla="*/ 538124 h 6858000"/>
              <a:gd name="connsiteX4" fmla="*/ 11708472 w 12192000"/>
              <a:gd name="connsiteY4" fmla="*/ 581796 h 6858000"/>
              <a:gd name="connsiteX5" fmla="*/ 11753468 w 12192000"/>
              <a:gd name="connsiteY5" fmla="*/ 593441 h 6858000"/>
              <a:gd name="connsiteX6" fmla="*/ 11802818 w 12192000"/>
              <a:gd name="connsiteY6" fmla="*/ 589074 h 6858000"/>
              <a:gd name="connsiteX7" fmla="*/ 11887005 w 12192000"/>
              <a:gd name="connsiteY7" fmla="*/ 552681 h 6858000"/>
              <a:gd name="connsiteX8" fmla="*/ 11823139 w 12192000"/>
              <a:gd name="connsiteY8" fmla="*/ 494452 h 6858000"/>
              <a:gd name="connsiteX9" fmla="*/ 11911680 w 12192000"/>
              <a:gd name="connsiteY9" fmla="*/ 522111 h 6858000"/>
              <a:gd name="connsiteX10" fmla="*/ 11974094 w 12192000"/>
              <a:gd name="connsiteY10" fmla="*/ 460970 h 6858000"/>
              <a:gd name="connsiteX11" fmla="*/ 11972642 w 12192000"/>
              <a:gd name="connsiteY11" fmla="*/ 404197 h 6858000"/>
              <a:gd name="connsiteX12" fmla="*/ 11911680 w 12192000"/>
              <a:gd name="connsiteY12" fmla="*/ 373627 h 6858000"/>
              <a:gd name="connsiteX13" fmla="*/ 11785438 w 12192000"/>
              <a:gd name="connsiteY13" fmla="*/ 207688 h 6858000"/>
              <a:gd name="connsiteX14" fmla="*/ 11562864 w 12192000"/>
              <a:gd name="connsiteY14" fmla="*/ 439169 h 6858000"/>
              <a:gd name="connsiteX15" fmla="*/ 11639965 w 12192000"/>
              <a:gd name="connsiteY15" fmla="*/ 551270 h 6858000"/>
              <a:gd name="connsiteX16" fmla="*/ 11725794 w 12192000"/>
              <a:gd name="connsiteY16" fmla="*/ 546903 h 6858000"/>
              <a:gd name="connsiteX17" fmla="*/ 11786893 w 12192000"/>
              <a:gd name="connsiteY17" fmla="*/ 490124 h 6858000"/>
              <a:gd name="connsiteX18" fmla="*/ 11833444 w 12192000"/>
              <a:gd name="connsiteY18" fmla="*/ 412964 h 6858000"/>
              <a:gd name="connsiteX19" fmla="*/ 11895998 w 12192000"/>
              <a:gd name="connsiteY19" fmla="*/ 360553 h 6858000"/>
              <a:gd name="connsiteX20" fmla="*/ 11971644 w 12192000"/>
              <a:gd name="connsiteY20" fmla="*/ 379479 h 6858000"/>
              <a:gd name="connsiteX21" fmla="*/ 11907636 w 12192000"/>
              <a:gd name="connsiteY21" fmla="*/ 281937 h 6858000"/>
              <a:gd name="connsiteX22" fmla="*/ 11795621 w 12192000"/>
              <a:gd name="connsiteY22" fmla="*/ 212056 h 6858000"/>
              <a:gd name="connsiteX23" fmla="*/ 11785438 w 12192000"/>
              <a:gd name="connsiteY23" fmla="*/ 20768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11680" y="373627"/>
                </a:moveTo>
                <a:cubicBezTo>
                  <a:pt x="11888456" y="375083"/>
                  <a:pt x="11871038" y="389640"/>
                  <a:pt x="11857975" y="408564"/>
                </a:cubicBezTo>
                <a:cubicBezTo>
                  <a:pt x="11842009" y="428944"/>
                  <a:pt x="11831848" y="453692"/>
                  <a:pt x="11820236" y="476983"/>
                </a:cubicBezTo>
                <a:cubicBezTo>
                  <a:pt x="11808624" y="498819"/>
                  <a:pt x="11795561" y="519199"/>
                  <a:pt x="11778143" y="538124"/>
                </a:cubicBezTo>
                <a:cubicBezTo>
                  <a:pt x="11759274" y="558504"/>
                  <a:pt x="11736050" y="574517"/>
                  <a:pt x="11708472" y="581796"/>
                </a:cubicBezTo>
                <a:cubicBezTo>
                  <a:pt x="11721535" y="590530"/>
                  <a:pt x="11738953" y="593441"/>
                  <a:pt x="11753468" y="593441"/>
                </a:cubicBezTo>
                <a:cubicBezTo>
                  <a:pt x="11769434" y="594897"/>
                  <a:pt x="11786852" y="591986"/>
                  <a:pt x="11802818" y="589074"/>
                </a:cubicBezTo>
                <a:cubicBezTo>
                  <a:pt x="11833300" y="584707"/>
                  <a:pt x="11865232" y="574517"/>
                  <a:pt x="11887005" y="552681"/>
                </a:cubicBezTo>
                <a:cubicBezTo>
                  <a:pt x="11852169" y="552681"/>
                  <a:pt x="11824591" y="529389"/>
                  <a:pt x="11823139" y="494452"/>
                </a:cubicBezTo>
                <a:cubicBezTo>
                  <a:pt x="11844912" y="520655"/>
                  <a:pt x="11878296" y="530845"/>
                  <a:pt x="11911680" y="522111"/>
                </a:cubicBezTo>
                <a:cubicBezTo>
                  <a:pt x="11940709" y="513376"/>
                  <a:pt x="11965385" y="490085"/>
                  <a:pt x="11974094" y="460970"/>
                </a:cubicBezTo>
                <a:cubicBezTo>
                  <a:pt x="11979900" y="442046"/>
                  <a:pt x="11981351" y="423121"/>
                  <a:pt x="11972642" y="404197"/>
                </a:cubicBezTo>
                <a:cubicBezTo>
                  <a:pt x="11961030" y="382361"/>
                  <a:pt x="11936355" y="372171"/>
                  <a:pt x="11911680" y="373627"/>
                </a:cubicBezTo>
                <a:close/>
                <a:moveTo>
                  <a:pt x="11785438" y="207688"/>
                </a:moveTo>
                <a:cubicBezTo>
                  <a:pt x="11735977" y="268834"/>
                  <a:pt x="11562864" y="312510"/>
                  <a:pt x="11562864" y="439169"/>
                </a:cubicBezTo>
                <a:cubicBezTo>
                  <a:pt x="11562864" y="487212"/>
                  <a:pt x="11593413" y="533800"/>
                  <a:pt x="11639965" y="551270"/>
                </a:cubicBezTo>
                <a:cubicBezTo>
                  <a:pt x="11667605" y="561461"/>
                  <a:pt x="11698154" y="560005"/>
                  <a:pt x="11725794" y="546903"/>
                </a:cubicBezTo>
                <a:cubicBezTo>
                  <a:pt x="11751979" y="535256"/>
                  <a:pt x="11770891" y="514874"/>
                  <a:pt x="11786893" y="490124"/>
                </a:cubicBezTo>
                <a:cubicBezTo>
                  <a:pt x="11804350" y="465375"/>
                  <a:pt x="11817442" y="439169"/>
                  <a:pt x="11833444" y="412964"/>
                </a:cubicBezTo>
                <a:cubicBezTo>
                  <a:pt x="11847992" y="389670"/>
                  <a:pt x="11868358" y="366376"/>
                  <a:pt x="11895998" y="360553"/>
                </a:cubicBezTo>
                <a:cubicBezTo>
                  <a:pt x="11922183" y="353274"/>
                  <a:pt x="11952732" y="360553"/>
                  <a:pt x="11971644" y="379479"/>
                </a:cubicBezTo>
                <a:cubicBezTo>
                  <a:pt x="11960006" y="341627"/>
                  <a:pt x="11938185" y="309598"/>
                  <a:pt x="11907636" y="281937"/>
                </a:cubicBezTo>
                <a:cubicBezTo>
                  <a:pt x="11874177" y="251364"/>
                  <a:pt x="11836354" y="229526"/>
                  <a:pt x="11795621" y="212056"/>
                </a:cubicBezTo>
                <a:cubicBezTo>
                  <a:pt x="11792712" y="210600"/>
                  <a:pt x="11788348" y="209144"/>
                  <a:pt x="11785438" y="207688"/>
                </a:cubicBezTo>
                <a:close/>
                <a:moveTo>
                  <a:pt x="0" y="0"/>
                </a:moveTo>
                <a:lnTo>
                  <a:pt x="12192000" y="0"/>
                </a:lnTo>
                <a:lnTo>
                  <a:pt x="12192000" y="6858000"/>
                </a:lnTo>
                <a:lnTo>
                  <a:pt x="0" y="6858000"/>
                </a:lnTo>
                <a:close/>
              </a:path>
            </a:pathLst>
          </a:custGeom>
          <a:noFill/>
        </p:spPr>
        <p:txBody>
          <a:bodyPr wrap="square">
            <a:noAutofit/>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50000"/>
                  </a:schemeClr>
                </a:solidFill>
              </a:defRPr>
            </a:lvl1pPr>
          </a:lstStyle>
          <a:p>
            <a:r>
              <a:rPr lang="en-US" dirty="0"/>
              <a:t>Click icon to add picture and send picture to back</a:t>
            </a:r>
          </a:p>
        </p:txBody>
      </p:sp>
      <p:grpSp>
        <p:nvGrpSpPr>
          <p:cNvPr id="12" name="Group 37">
            <a:extLst>
              <a:ext uri="{FF2B5EF4-FFF2-40B4-BE49-F238E27FC236}">
                <a16:creationId xmlns:a16="http://schemas.microsoft.com/office/drawing/2014/main" id="{410EED03-E568-4797-9F93-83A0DEAA8E73}"/>
              </a:ext>
            </a:extLst>
          </p:cNvPr>
          <p:cNvGrpSpPr/>
          <p:nvPr userDrawn="1"/>
        </p:nvGrpSpPr>
        <p:grpSpPr>
          <a:xfrm>
            <a:off x="11562864" y="207688"/>
            <a:ext cx="418487" cy="387209"/>
            <a:chOff x="5481638" y="2859088"/>
            <a:chExt cx="1231900" cy="1139825"/>
          </a:xfrm>
          <a:solidFill>
            <a:schemeClr val="bg1"/>
          </a:solidFill>
        </p:grpSpPr>
        <p:sp>
          <p:nvSpPr>
            <p:cNvPr id="13" name="Freeform 320">
              <a:extLst>
                <a:ext uri="{FF2B5EF4-FFF2-40B4-BE49-F238E27FC236}">
                  <a16:creationId xmlns:a16="http://schemas.microsoft.com/office/drawing/2014/main" id="{B7BDD3A5-74DC-407F-917E-4CAA2D7F6478}"/>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4" name="Freeform 321">
              <a:extLst>
                <a:ext uri="{FF2B5EF4-FFF2-40B4-BE49-F238E27FC236}">
                  <a16:creationId xmlns:a16="http://schemas.microsoft.com/office/drawing/2014/main" id="{AFD49D75-8E14-497D-BFBC-1AB7413E4B59}"/>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2" name="Title">
            <a:extLst>
              <a:ext uri="{FF2B5EF4-FFF2-40B4-BE49-F238E27FC236}">
                <a16:creationId xmlns:a16="http://schemas.microsoft.com/office/drawing/2014/main" id="{F7412FBE-22A2-10A4-80F8-94BD980CE061}"/>
              </a:ext>
            </a:extLst>
          </p:cNvPr>
          <p:cNvSpPr>
            <a:spLocks noGrp="1"/>
          </p:cNvSpPr>
          <p:nvPr>
            <p:ph type="ctrTitle"/>
          </p:nvPr>
        </p:nvSpPr>
        <p:spPr>
          <a:xfrm>
            <a:off x="1" y="2708920"/>
            <a:ext cx="7968207" cy="2949857"/>
          </a:xfrm>
          <a:solidFill>
            <a:schemeClr val="bg2"/>
          </a:solidFill>
        </p:spPr>
        <p:txBody>
          <a:bodyPr wrap="square" lIns="396000" tIns="360000" rIns="504000" bIns="1080000" anchor="ctr" anchorCtr="0">
            <a:noAutofit/>
          </a:bodyPr>
          <a:lstStyle>
            <a:lvl1pPr algn="l">
              <a:lnSpc>
                <a:spcPct val="90000"/>
              </a:lnSpc>
              <a:tabLst>
                <a:tab pos="1258888" algn="l"/>
              </a:tabLst>
              <a:defRPr sz="5400" b="0" cap="none" baseline="0">
                <a:solidFill>
                  <a:schemeClr val="tx1"/>
                </a:solidFill>
                <a:latin typeface="+mj-lt"/>
              </a:defRPr>
            </a:lvl1pPr>
          </a:lstStyle>
          <a:p>
            <a:r>
              <a:rPr lang="fr-FR" dirty="0"/>
              <a:t>Modifiez le style du titre</a:t>
            </a:r>
            <a:endParaRPr lang="en-GB" dirty="0"/>
          </a:p>
        </p:txBody>
      </p:sp>
      <p:sp>
        <p:nvSpPr>
          <p:cNvPr id="3" name="Subtitle">
            <a:extLst>
              <a:ext uri="{FF2B5EF4-FFF2-40B4-BE49-F238E27FC236}">
                <a16:creationId xmlns:a16="http://schemas.microsoft.com/office/drawing/2014/main" id="{B3FCD38E-1F71-EA8E-7048-F655798886D1}"/>
              </a:ext>
            </a:extLst>
          </p:cNvPr>
          <p:cNvSpPr>
            <a:spLocks noGrp="1"/>
          </p:cNvSpPr>
          <p:nvPr>
            <p:ph type="subTitle" idx="1" hasCustomPrompt="1"/>
          </p:nvPr>
        </p:nvSpPr>
        <p:spPr>
          <a:xfrm>
            <a:off x="407368" y="4725144"/>
            <a:ext cx="7273330" cy="276999"/>
          </a:xfrm>
          <a:prstGeom prst="rect">
            <a:avLst/>
          </a:prstGeom>
        </p:spPr>
        <p:txBody>
          <a:bodyPr wrap="square" lIns="18000" tIns="0" rIns="0" anchor="t" anchorCtr="0">
            <a:spAutoFit/>
          </a:bodyPr>
          <a:lstStyle>
            <a:lvl1pPr marL="0" indent="0" algn="l">
              <a:buNone/>
              <a:defRPr sz="18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text style</a:t>
            </a:r>
            <a:endParaRPr lang="en-GB" dirty="0"/>
          </a:p>
        </p:txBody>
      </p:sp>
      <p:grpSp>
        <p:nvGrpSpPr>
          <p:cNvPr id="11" name="Graphic 4">
            <a:extLst>
              <a:ext uri="{FF2B5EF4-FFF2-40B4-BE49-F238E27FC236}">
                <a16:creationId xmlns:a16="http://schemas.microsoft.com/office/drawing/2014/main" id="{227B5C8A-EE1D-805A-4B7E-1676BF71ED7F}"/>
              </a:ext>
            </a:extLst>
          </p:cNvPr>
          <p:cNvGrpSpPr>
            <a:grpSpLocks noChangeAspect="1"/>
          </p:cNvGrpSpPr>
          <p:nvPr userDrawn="1"/>
        </p:nvGrpSpPr>
        <p:grpSpPr>
          <a:xfrm>
            <a:off x="407368" y="6000692"/>
            <a:ext cx="2988000" cy="458780"/>
            <a:chOff x="3176111" y="1257136"/>
            <a:chExt cx="5719756" cy="878207"/>
          </a:xfrm>
        </p:grpSpPr>
        <p:sp>
          <p:nvSpPr>
            <p:cNvPr id="15" name="Freeform: Shape 2">
              <a:extLst>
                <a:ext uri="{FF2B5EF4-FFF2-40B4-BE49-F238E27FC236}">
                  <a16:creationId xmlns:a16="http://schemas.microsoft.com/office/drawing/2014/main" id="{72F6BDEF-BC59-6E49-002E-78E7F4339BA8}"/>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6" name="Freeform: Shape 3">
              <a:extLst>
                <a:ext uri="{FF2B5EF4-FFF2-40B4-BE49-F238E27FC236}">
                  <a16:creationId xmlns:a16="http://schemas.microsoft.com/office/drawing/2014/main" id="{9016A95E-3008-B38A-2223-174492311DC3}"/>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4">
              <a:extLst>
                <a:ext uri="{FF2B5EF4-FFF2-40B4-BE49-F238E27FC236}">
                  <a16:creationId xmlns:a16="http://schemas.microsoft.com/office/drawing/2014/main" id="{EF0CD45A-7908-EA78-9C8B-9B16CEB082F9}"/>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5">
              <a:extLst>
                <a:ext uri="{FF2B5EF4-FFF2-40B4-BE49-F238E27FC236}">
                  <a16:creationId xmlns:a16="http://schemas.microsoft.com/office/drawing/2014/main" id="{0C4690BD-AAE1-5429-08DE-6615425FFF7E}"/>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6">
              <a:extLst>
                <a:ext uri="{FF2B5EF4-FFF2-40B4-BE49-F238E27FC236}">
                  <a16:creationId xmlns:a16="http://schemas.microsoft.com/office/drawing/2014/main" id="{E98349BB-C39C-6C74-08A6-A43B9DDA6B11}"/>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7">
              <a:extLst>
                <a:ext uri="{FF2B5EF4-FFF2-40B4-BE49-F238E27FC236}">
                  <a16:creationId xmlns:a16="http://schemas.microsoft.com/office/drawing/2014/main" id="{A6A901A7-98C8-600C-7B51-1E427F83BE28}"/>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8">
              <a:extLst>
                <a:ext uri="{FF2B5EF4-FFF2-40B4-BE49-F238E27FC236}">
                  <a16:creationId xmlns:a16="http://schemas.microsoft.com/office/drawing/2014/main" id="{0EE4B1F2-88A7-5D1C-5483-7BC9B3C281DA}"/>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17">
              <a:extLst>
                <a:ext uri="{FF2B5EF4-FFF2-40B4-BE49-F238E27FC236}">
                  <a16:creationId xmlns:a16="http://schemas.microsoft.com/office/drawing/2014/main" id="{C9353817-77E7-C0A8-A6A6-FEF871C81D19}"/>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4" name="Freeform: Shape 22">
              <a:extLst>
                <a:ext uri="{FF2B5EF4-FFF2-40B4-BE49-F238E27FC236}">
                  <a16:creationId xmlns:a16="http://schemas.microsoft.com/office/drawing/2014/main" id="{658ECB81-9A66-15F0-E1F9-940467269271}"/>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5" name="Freeform: Shape 23">
              <a:extLst>
                <a:ext uri="{FF2B5EF4-FFF2-40B4-BE49-F238E27FC236}">
                  <a16:creationId xmlns:a16="http://schemas.microsoft.com/office/drawing/2014/main" id="{FB0F0B63-7798-D38C-14C3-10C0E530B0EE}"/>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4">
              <a:extLst>
                <a:ext uri="{FF2B5EF4-FFF2-40B4-BE49-F238E27FC236}">
                  <a16:creationId xmlns:a16="http://schemas.microsoft.com/office/drawing/2014/main" id="{06F5AFFA-C759-915B-E0F3-37C285500CB1}"/>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5">
              <a:extLst>
                <a:ext uri="{FF2B5EF4-FFF2-40B4-BE49-F238E27FC236}">
                  <a16:creationId xmlns:a16="http://schemas.microsoft.com/office/drawing/2014/main" id="{51C0FA2C-EE3C-D9C2-41C2-BFF17664EA7E}"/>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grpSp>
    </p:spTree>
    <p:extLst>
      <p:ext uri="{BB962C8B-B14F-4D97-AF65-F5344CB8AC3E}">
        <p14:creationId xmlns:p14="http://schemas.microsoft.com/office/powerpoint/2010/main" val="423891844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5">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1163739"/>
            <a:ext cx="4609034" cy="1495794"/>
          </a:xfrm>
        </p:spPr>
        <p:txBody>
          <a:bodyPr wrap="square" lIns="0" tIns="0" rIns="0" bIns="0" anchor="b" anchorCtr="0">
            <a:spAutoFit/>
          </a:bodyPr>
          <a:lstStyle>
            <a:lvl1pPr algn="l">
              <a:lnSpc>
                <a:spcPct val="90000"/>
              </a:lnSpc>
              <a:tabLst>
                <a:tab pos="1258888" algn="l"/>
              </a:tabLst>
              <a:defRPr sz="5400" b="0" cap="none" baseline="0">
                <a:solidFill>
                  <a:schemeClr val="tx1"/>
                </a:solidFill>
                <a:latin typeface="+mj-lt"/>
              </a:defRPr>
            </a:lvl1pPr>
          </a:lstStyle>
          <a:p>
            <a:r>
              <a:rPr lang="fr-FR" dirty="0"/>
              <a:t>Modifiez le style du titre</a:t>
            </a:r>
            <a:endParaRPr lang="en-GB" dirty="0"/>
          </a:p>
        </p:txBody>
      </p:sp>
      <p:grpSp>
        <p:nvGrpSpPr>
          <p:cNvPr id="3" name="Graphic 4">
            <a:extLst>
              <a:ext uri="{FF2B5EF4-FFF2-40B4-BE49-F238E27FC236}">
                <a16:creationId xmlns:a16="http://schemas.microsoft.com/office/drawing/2014/main" id="{5B0494FA-CAE8-EE3E-45BE-4CADC3DC250C}"/>
              </a:ext>
            </a:extLst>
          </p:cNvPr>
          <p:cNvGrpSpPr>
            <a:grpSpLocks noChangeAspect="1"/>
          </p:cNvGrpSpPr>
          <p:nvPr userDrawn="1"/>
        </p:nvGrpSpPr>
        <p:grpSpPr>
          <a:xfrm>
            <a:off x="407368" y="6000692"/>
            <a:ext cx="2988000" cy="458780"/>
            <a:chOff x="3176111" y="1257136"/>
            <a:chExt cx="5719756" cy="878207"/>
          </a:xfrm>
        </p:grpSpPr>
        <p:sp>
          <p:nvSpPr>
            <p:cNvPr id="4" name="Freeform: Shape 2">
              <a:extLst>
                <a:ext uri="{FF2B5EF4-FFF2-40B4-BE49-F238E27FC236}">
                  <a16:creationId xmlns:a16="http://schemas.microsoft.com/office/drawing/2014/main" id="{06ABC076-6045-0B03-4D93-53463E0CE1E5}"/>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5" name="Freeform: Shape 3">
              <a:extLst>
                <a:ext uri="{FF2B5EF4-FFF2-40B4-BE49-F238E27FC236}">
                  <a16:creationId xmlns:a16="http://schemas.microsoft.com/office/drawing/2014/main" id="{8BCAAD0A-7A75-1E24-2849-87D9C5F5FE6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4">
              <a:extLst>
                <a:ext uri="{FF2B5EF4-FFF2-40B4-BE49-F238E27FC236}">
                  <a16:creationId xmlns:a16="http://schemas.microsoft.com/office/drawing/2014/main" id="{6F9CDDE6-E5F9-2E40-1C56-B3B0AF2F1C3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5">
              <a:extLst>
                <a:ext uri="{FF2B5EF4-FFF2-40B4-BE49-F238E27FC236}">
                  <a16:creationId xmlns:a16="http://schemas.microsoft.com/office/drawing/2014/main" id="{09908EB8-154E-C2CF-A6AC-BD0C87DB3A37}"/>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6">
              <a:extLst>
                <a:ext uri="{FF2B5EF4-FFF2-40B4-BE49-F238E27FC236}">
                  <a16:creationId xmlns:a16="http://schemas.microsoft.com/office/drawing/2014/main" id="{A2833D43-CEF0-8C8F-4049-C73B9A12F24E}"/>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7">
              <a:extLst>
                <a:ext uri="{FF2B5EF4-FFF2-40B4-BE49-F238E27FC236}">
                  <a16:creationId xmlns:a16="http://schemas.microsoft.com/office/drawing/2014/main" id="{834AF362-82D4-3F0E-CBB1-C74A450F3B9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8">
              <a:extLst>
                <a:ext uri="{FF2B5EF4-FFF2-40B4-BE49-F238E27FC236}">
                  <a16:creationId xmlns:a16="http://schemas.microsoft.com/office/drawing/2014/main" id="{F9755055-4BF3-E43C-D81A-C1E81E2BCECD}"/>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7">
              <a:extLst>
                <a:ext uri="{FF2B5EF4-FFF2-40B4-BE49-F238E27FC236}">
                  <a16:creationId xmlns:a16="http://schemas.microsoft.com/office/drawing/2014/main" id="{48459BC9-994A-DCBC-9C27-C6B11A014305}"/>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1" name="Freeform: Shape 22">
              <a:extLst>
                <a:ext uri="{FF2B5EF4-FFF2-40B4-BE49-F238E27FC236}">
                  <a16:creationId xmlns:a16="http://schemas.microsoft.com/office/drawing/2014/main" id="{4323B10A-2961-F546-BF40-79A871B3D20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3">
              <a:extLst>
                <a:ext uri="{FF2B5EF4-FFF2-40B4-BE49-F238E27FC236}">
                  <a16:creationId xmlns:a16="http://schemas.microsoft.com/office/drawing/2014/main" id="{79AFF6CE-D730-E9BC-D0E5-52240D76BAC7}"/>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4">
              <a:extLst>
                <a:ext uri="{FF2B5EF4-FFF2-40B4-BE49-F238E27FC236}">
                  <a16:creationId xmlns:a16="http://schemas.microsoft.com/office/drawing/2014/main" id="{CAFC961A-BE02-0B04-A30B-BA625DF87241}"/>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5">
              <a:extLst>
                <a:ext uri="{FF2B5EF4-FFF2-40B4-BE49-F238E27FC236}">
                  <a16:creationId xmlns:a16="http://schemas.microsoft.com/office/drawing/2014/main" id="{1245FCC1-B9B3-96A5-F6D2-CFBC17BF459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grpSp>
    </p:spTree>
    <p:extLst>
      <p:ext uri="{BB962C8B-B14F-4D97-AF65-F5344CB8AC3E}">
        <p14:creationId xmlns:p14="http://schemas.microsoft.com/office/powerpoint/2010/main" val="1761925617"/>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5a">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5159896" y="1916832"/>
            <a:ext cx="7032104" cy="3528392"/>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609034"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609034"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419679"/>
            <a:ext cx="4609034"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3" name="Graphic 4">
            <a:extLst>
              <a:ext uri="{FF2B5EF4-FFF2-40B4-BE49-F238E27FC236}">
                <a16:creationId xmlns:a16="http://schemas.microsoft.com/office/drawing/2014/main" id="{456B0866-7AF7-4211-8935-12B8D3D5B18C}"/>
              </a:ext>
            </a:extLst>
          </p:cNvPr>
          <p:cNvGrpSpPr>
            <a:grpSpLocks noChangeAspect="1"/>
          </p:cNvGrpSpPr>
          <p:nvPr userDrawn="1"/>
        </p:nvGrpSpPr>
        <p:grpSpPr>
          <a:xfrm>
            <a:off x="407368" y="6000692"/>
            <a:ext cx="2988000" cy="458780"/>
            <a:chOff x="3176111" y="1257136"/>
            <a:chExt cx="5719756" cy="878207"/>
          </a:xfrm>
        </p:grpSpPr>
        <p:sp>
          <p:nvSpPr>
            <p:cNvPr id="4" name="Freeform: Shape 2">
              <a:extLst>
                <a:ext uri="{FF2B5EF4-FFF2-40B4-BE49-F238E27FC236}">
                  <a16:creationId xmlns:a16="http://schemas.microsoft.com/office/drawing/2014/main" id="{54A8A485-8BF3-CF88-246F-A41D24D1D10B}"/>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5" name="Freeform: Shape 3">
              <a:extLst>
                <a:ext uri="{FF2B5EF4-FFF2-40B4-BE49-F238E27FC236}">
                  <a16:creationId xmlns:a16="http://schemas.microsoft.com/office/drawing/2014/main" id="{0F1EDE7C-764B-ADB8-32A0-657E2414956D}"/>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4">
              <a:extLst>
                <a:ext uri="{FF2B5EF4-FFF2-40B4-BE49-F238E27FC236}">
                  <a16:creationId xmlns:a16="http://schemas.microsoft.com/office/drawing/2014/main" id="{5D009F63-A796-70CB-F76A-B6DCDBD59800}"/>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5">
              <a:extLst>
                <a:ext uri="{FF2B5EF4-FFF2-40B4-BE49-F238E27FC236}">
                  <a16:creationId xmlns:a16="http://schemas.microsoft.com/office/drawing/2014/main" id="{83D63CFD-8C7F-AB6E-DBD4-68D90B56E241}"/>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6">
              <a:extLst>
                <a:ext uri="{FF2B5EF4-FFF2-40B4-BE49-F238E27FC236}">
                  <a16:creationId xmlns:a16="http://schemas.microsoft.com/office/drawing/2014/main" id="{BEB9BA05-C2BE-E213-0023-9C0E3346BEF0}"/>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7">
              <a:extLst>
                <a:ext uri="{FF2B5EF4-FFF2-40B4-BE49-F238E27FC236}">
                  <a16:creationId xmlns:a16="http://schemas.microsoft.com/office/drawing/2014/main" id="{7A82A036-8432-8018-3339-694A54F89D3E}"/>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8">
              <a:extLst>
                <a:ext uri="{FF2B5EF4-FFF2-40B4-BE49-F238E27FC236}">
                  <a16:creationId xmlns:a16="http://schemas.microsoft.com/office/drawing/2014/main" id="{4F09DDE6-63A0-9572-3F7C-DCE81907F856}"/>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7">
              <a:extLst>
                <a:ext uri="{FF2B5EF4-FFF2-40B4-BE49-F238E27FC236}">
                  <a16:creationId xmlns:a16="http://schemas.microsoft.com/office/drawing/2014/main" id="{4EA2D3E5-5B34-B064-F96A-41B9FA11A47B}"/>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1" name="Freeform: Shape 22">
              <a:extLst>
                <a:ext uri="{FF2B5EF4-FFF2-40B4-BE49-F238E27FC236}">
                  <a16:creationId xmlns:a16="http://schemas.microsoft.com/office/drawing/2014/main" id="{C24CAF19-4916-648F-BDDC-85F08ADD3918}"/>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3">
              <a:extLst>
                <a:ext uri="{FF2B5EF4-FFF2-40B4-BE49-F238E27FC236}">
                  <a16:creationId xmlns:a16="http://schemas.microsoft.com/office/drawing/2014/main" id="{CAFC3328-A763-C627-4C0A-3C9CD8F58904}"/>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4">
              <a:extLst>
                <a:ext uri="{FF2B5EF4-FFF2-40B4-BE49-F238E27FC236}">
                  <a16:creationId xmlns:a16="http://schemas.microsoft.com/office/drawing/2014/main" id="{BBEEDEAE-85A1-D753-0341-DC8D65A07D84}"/>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5">
              <a:extLst>
                <a:ext uri="{FF2B5EF4-FFF2-40B4-BE49-F238E27FC236}">
                  <a16:creationId xmlns:a16="http://schemas.microsoft.com/office/drawing/2014/main" id="{E52FC6A2-A962-AA99-F834-2B03863AF49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grpSp>
    </p:spTree>
    <p:extLst>
      <p:ext uri="{BB962C8B-B14F-4D97-AF65-F5344CB8AC3E}">
        <p14:creationId xmlns:p14="http://schemas.microsoft.com/office/powerpoint/2010/main" val="1776526432"/>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5b">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6096000" y="1916832"/>
            <a:ext cx="3816424" cy="4941168"/>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0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407368" y="3341212"/>
            <a:ext cx="4597606"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407368" y="2924944"/>
            <a:ext cx="4597606"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407368" y="537237"/>
            <a:ext cx="4597606" cy="2243691"/>
          </a:xfrm>
        </p:spPr>
        <p:txBody>
          <a:bodyPr wrap="square" lIns="0" tIns="0" rIns="0" bIns="0" anchor="t" anchorCtr="0">
            <a:sp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3" name="Graphic 4">
            <a:extLst>
              <a:ext uri="{FF2B5EF4-FFF2-40B4-BE49-F238E27FC236}">
                <a16:creationId xmlns:a16="http://schemas.microsoft.com/office/drawing/2014/main" id="{4387E66E-794B-FAA5-865B-D9EA22999C11}"/>
              </a:ext>
            </a:extLst>
          </p:cNvPr>
          <p:cNvGrpSpPr>
            <a:grpSpLocks noChangeAspect="1"/>
          </p:cNvGrpSpPr>
          <p:nvPr userDrawn="1"/>
        </p:nvGrpSpPr>
        <p:grpSpPr>
          <a:xfrm>
            <a:off x="407368" y="6000692"/>
            <a:ext cx="2988000" cy="458780"/>
            <a:chOff x="3176111" y="1257136"/>
            <a:chExt cx="5719756" cy="878207"/>
          </a:xfrm>
        </p:grpSpPr>
        <p:sp>
          <p:nvSpPr>
            <p:cNvPr id="4" name="Freeform: Shape 2">
              <a:extLst>
                <a:ext uri="{FF2B5EF4-FFF2-40B4-BE49-F238E27FC236}">
                  <a16:creationId xmlns:a16="http://schemas.microsoft.com/office/drawing/2014/main" id="{03A6C384-CA67-87DD-C775-A4F9769BD3E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5" name="Freeform: Shape 3">
              <a:extLst>
                <a:ext uri="{FF2B5EF4-FFF2-40B4-BE49-F238E27FC236}">
                  <a16:creationId xmlns:a16="http://schemas.microsoft.com/office/drawing/2014/main" id="{D9DB5D20-16E1-D92B-7D16-DD8BCB7FA621}"/>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4">
              <a:extLst>
                <a:ext uri="{FF2B5EF4-FFF2-40B4-BE49-F238E27FC236}">
                  <a16:creationId xmlns:a16="http://schemas.microsoft.com/office/drawing/2014/main" id="{099EE2ED-2590-71CA-9272-8478C120B414}"/>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5">
              <a:extLst>
                <a:ext uri="{FF2B5EF4-FFF2-40B4-BE49-F238E27FC236}">
                  <a16:creationId xmlns:a16="http://schemas.microsoft.com/office/drawing/2014/main" id="{955CE019-CDB5-8EE1-B086-0F07EA728E46}"/>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6">
              <a:extLst>
                <a:ext uri="{FF2B5EF4-FFF2-40B4-BE49-F238E27FC236}">
                  <a16:creationId xmlns:a16="http://schemas.microsoft.com/office/drawing/2014/main" id="{92AF646D-A332-B48F-B299-F95488BD1089}"/>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7">
              <a:extLst>
                <a:ext uri="{FF2B5EF4-FFF2-40B4-BE49-F238E27FC236}">
                  <a16:creationId xmlns:a16="http://schemas.microsoft.com/office/drawing/2014/main" id="{F2C5F4B1-7EF9-15F4-FA3F-3D1648BF2C80}"/>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8">
              <a:extLst>
                <a:ext uri="{FF2B5EF4-FFF2-40B4-BE49-F238E27FC236}">
                  <a16:creationId xmlns:a16="http://schemas.microsoft.com/office/drawing/2014/main" id="{3B3318F3-4D49-C098-964C-7109E11C153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7">
              <a:extLst>
                <a:ext uri="{FF2B5EF4-FFF2-40B4-BE49-F238E27FC236}">
                  <a16:creationId xmlns:a16="http://schemas.microsoft.com/office/drawing/2014/main" id="{87345562-4F2E-AB28-62CF-309467EA12D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1" name="Freeform: Shape 22">
              <a:extLst>
                <a:ext uri="{FF2B5EF4-FFF2-40B4-BE49-F238E27FC236}">
                  <a16:creationId xmlns:a16="http://schemas.microsoft.com/office/drawing/2014/main" id="{0C9C4C9B-E9B9-BAFB-1E5E-08924E144432}"/>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3">
              <a:extLst>
                <a:ext uri="{FF2B5EF4-FFF2-40B4-BE49-F238E27FC236}">
                  <a16:creationId xmlns:a16="http://schemas.microsoft.com/office/drawing/2014/main" id="{6CFDD13C-8D49-9B78-25BB-1AAB2725E56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4">
              <a:extLst>
                <a:ext uri="{FF2B5EF4-FFF2-40B4-BE49-F238E27FC236}">
                  <a16:creationId xmlns:a16="http://schemas.microsoft.com/office/drawing/2014/main" id="{56D58439-F355-85B0-36B8-D1C230C67F5E}"/>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5">
              <a:extLst>
                <a:ext uri="{FF2B5EF4-FFF2-40B4-BE49-F238E27FC236}">
                  <a16:creationId xmlns:a16="http://schemas.microsoft.com/office/drawing/2014/main" id="{9B1A5F3B-C2B8-1A58-42E1-1C629BF3DB9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grpSp>
    </p:spTree>
    <p:extLst>
      <p:ext uri="{BB962C8B-B14F-4D97-AF65-F5344CB8AC3E}">
        <p14:creationId xmlns:p14="http://schemas.microsoft.com/office/powerpoint/2010/main" val="165734535"/>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5c">
    <p:bg>
      <p:bgPr>
        <a:solidFill>
          <a:schemeClr val="bg2"/>
        </a:solidFill>
        <a:effectLst/>
      </p:bgPr>
    </p:bg>
    <p:spTree>
      <p:nvGrpSpPr>
        <p:cNvPr id="1" name=""/>
        <p:cNvGrpSpPr/>
        <p:nvPr/>
      </p:nvGrpSpPr>
      <p:grpSpPr>
        <a:xfrm>
          <a:off x="0" y="0"/>
          <a:ext cx="0" cy="0"/>
          <a:chOff x="0" y="0"/>
          <a:chExt cx="0" cy="0"/>
        </a:xfrm>
      </p:grpSpPr>
      <p:sp>
        <p:nvSpPr>
          <p:cNvPr id="33" name="Picture Placeholder 18">
            <a:extLst>
              <a:ext uri="{FF2B5EF4-FFF2-40B4-BE49-F238E27FC236}">
                <a16:creationId xmlns:a16="http://schemas.microsoft.com/office/drawing/2014/main" id="{3A966515-C64B-E7BB-1198-D99D16DE65B4}"/>
              </a:ext>
            </a:extLst>
          </p:cNvPr>
          <p:cNvSpPr>
            <a:spLocks noGrp="1"/>
          </p:cNvSpPr>
          <p:nvPr>
            <p:ph type="pic" sz="quarter" idx="10" hasCustomPrompt="1"/>
          </p:nvPr>
        </p:nvSpPr>
        <p:spPr>
          <a:xfrm>
            <a:off x="1343473" y="1"/>
            <a:ext cx="10877102" cy="2931886"/>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8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9" name="Text Placeholder 8">
            <a:extLst>
              <a:ext uri="{FF2B5EF4-FFF2-40B4-BE49-F238E27FC236}">
                <a16:creationId xmlns:a16="http://schemas.microsoft.com/office/drawing/2014/main" id="{DE3C410B-B58E-46DB-B5F0-7F515E223DD9}"/>
              </a:ext>
            </a:extLst>
          </p:cNvPr>
          <p:cNvSpPr>
            <a:spLocks noGrp="1"/>
          </p:cNvSpPr>
          <p:nvPr>
            <p:ph type="body" sz="quarter" idx="12" hasCustomPrompt="1"/>
          </p:nvPr>
        </p:nvSpPr>
        <p:spPr>
          <a:xfrm>
            <a:off x="1343473" y="5498477"/>
            <a:ext cx="10440540" cy="215444"/>
          </a:xfrm>
        </p:spPr>
        <p:txBody>
          <a:bodyPr vert="horz" wrap="square" lIns="18000" tIns="0" rIns="0" bIns="0" rtlCol="0" anchor="t" anchorCtr="0">
            <a:spAutoFit/>
          </a:bodyPr>
          <a:lstStyle>
            <a:lvl1pPr>
              <a:defRPr lang="en-US" sz="1400" dirty="0">
                <a:latin typeface="Ubuntu Light" panose="020B0304030602030204" pitchFamily="34" charset="0"/>
              </a:defRPr>
            </a:lvl1pPr>
          </a:lstStyle>
          <a:p>
            <a:pPr lvl="0"/>
            <a:r>
              <a:rPr lang="en-US" dirty="0"/>
              <a:t>Optional: Click to insert name</a:t>
            </a:r>
          </a:p>
        </p:txBody>
      </p:sp>
      <p:sp>
        <p:nvSpPr>
          <p:cNvPr id="6" name="Subtitle">
            <a:extLst>
              <a:ext uri="{FF2B5EF4-FFF2-40B4-BE49-F238E27FC236}">
                <a16:creationId xmlns:a16="http://schemas.microsoft.com/office/drawing/2014/main" id="{A6C182ED-7FBB-D436-05D8-96E184F17BD0}"/>
              </a:ext>
            </a:extLst>
          </p:cNvPr>
          <p:cNvSpPr>
            <a:spLocks noGrp="1"/>
          </p:cNvSpPr>
          <p:nvPr>
            <p:ph type="subTitle" idx="1"/>
          </p:nvPr>
        </p:nvSpPr>
        <p:spPr>
          <a:xfrm>
            <a:off x="1343473" y="5082209"/>
            <a:ext cx="10440540" cy="246221"/>
          </a:xfrm>
          <a:prstGeom prst="rect">
            <a:avLst/>
          </a:prstGeom>
        </p:spPr>
        <p:txBody>
          <a:bodyPr wrap="square" lIns="18000" tIns="0" rIns="0" anchor="t" anchorCtr="0">
            <a:spAutoFit/>
          </a:bodyPr>
          <a:lstStyle>
            <a:lvl1pPr marL="0" indent="0" algn="l">
              <a:buNone/>
              <a:defRPr sz="1600">
                <a:solidFill>
                  <a:schemeClr val="tx1"/>
                </a:solidFill>
                <a:latin typeface="Ubuntu Light" panose="020B0304030602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GB" dirty="0"/>
          </a:p>
        </p:txBody>
      </p:sp>
      <p:sp>
        <p:nvSpPr>
          <p:cNvPr id="7" name="Title">
            <a:extLst>
              <a:ext uri="{FF2B5EF4-FFF2-40B4-BE49-F238E27FC236}">
                <a16:creationId xmlns:a16="http://schemas.microsoft.com/office/drawing/2014/main" id="{46ABBE1C-3373-50D9-4152-CA1AC4A5E7F0}"/>
              </a:ext>
            </a:extLst>
          </p:cNvPr>
          <p:cNvSpPr>
            <a:spLocks noGrp="1"/>
          </p:cNvSpPr>
          <p:nvPr>
            <p:ph type="ctrTitle"/>
          </p:nvPr>
        </p:nvSpPr>
        <p:spPr>
          <a:xfrm>
            <a:off x="1343473" y="3429000"/>
            <a:ext cx="10440540" cy="1580003"/>
          </a:xfrm>
        </p:spPr>
        <p:txBody>
          <a:bodyPr wrap="square" lIns="0" tIns="0" rIns="0" bIns="0" anchor="b" anchorCtr="0">
            <a:noAutofit/>
          </a:bodyPr>
          <a:lstStyle>
            <a:lvl1pPr algn="l">
              <a:lnSpc>
                <a:spcPct val="90000"/>
              </a:lnSpc>
              <a:tabLst>
                <a:tab pos="1258888" algn="l"/>
              </a:tabLst>
              <a:defRPr sz="5400" b="0" cap="none" baseline="0">
                <a:solidFill>
                  <a:schemeClr val="tx1"/>
                </a:solidFill>
                <a:latin typeface="+mj-lt"/>
              </a:defRPr>
            </a:lvl1pPr>
          </a:lstStyle>
          <a:p>
            <a:r>
              <a:rPr lang="fr-FR"/>
              <a:t>Modifiez le style du titre</a:t>
            </a:r>
            <a:endParaRPr lang="en-GB" dirty="0"/>
          </a:p>
        </p:txBody>
      </p:sp>
      <p:grpSp>
        <p:nvGrpSpPr>
          <p:cNvPr id="9" name="Graphic 4">
            <a:extLst>
              <a:ext uri="{FF2B5EF4-FFF2-40B4-BE49-F238E27FC236}">
                <a16:creationId xmlns:a16="http://schemas.microsoft.com/office/drawing/2014/main" id="{9D6D8CF0-5BA7-A520-BD35-955C3756E1D6}"/>
              </a:ext>
            </a:extLst>
          </p:cNvPr>
          <p:cNvGrpSpPr>
            <a:grpSpLocks noChangeAspect="1"/>
          </p:cNvGrpSpPr>
          <p:nvPr userDrawn="1"/>
        </p:nvGrpSpPr>
        <p:grpSpPr>
          <a:xfrm>
            <a:off x="1319621" y="6000692"/>
            <a:ext cx="2988000" cy="458780"/>
            <a:chOff x="3176111" y="1257136"/>
            <a:chExt cx="5719756" cy="878207"/>
          </a:xfrm>
        </p:grpSpPr>
        <p:sp>
          <p:nvSpPr>
            <p:cNvPr id="10" name="Freeform: Shape 2">
              <a:extLst>
                <a:ext uri="{FF2B5EF4-FFF2-40B4-BE49-F238E27FC236}">
                  <a16:creationId xmlns:a16="http://schemas.microsoft.com/office/drawing/2014/main" id="{D47D11A2-3590-05F1-77F1-0CCBEF7EE89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dirty="0"/>
            </a:p>
          </p:txBody>
        </p:sp>
        <p:sp>
          <p:nvSpPr>
            <p:cNvPr id="11" name="Freeform: Shape 3">
              <a:extLst>
                <a:ext uri="{FF2B5EF4-FFF2-40B4-BE49-F238E27FC236}">
                  <a16:creationId xmlns:a16="http://schemas.microsoft.com/office/drawing/2014/main" id="{6BCD596F-F425-9A68-AA4D-91D0C4EF3D57}"/>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4">
              <a:extLst>
                <a:ext uri="{FF2B5EF4-FFF2-40B4-BE49-F238E27FC236}">
                  <a16:creationId xmlns:a16="http://schemas.microsoft.com/office/drawing/2014/main" id="{86590D9F-49F4-DED8-6843-003A8EC79A9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5">
              <a:extLst>
                <a:ext uri="{FF2B5EF4-FFF2-40B4-BE49-F238E27FC236}">
                  <a16:creationId xmlns:a16="http://schemas.microsoft.com/office/drawing/2014/main" id="{D62562C7-AE5C-3589-FB4F-9F8E92FDF53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6">
              <a:extLst>
                <a:ext uri="{FF2B5EF4-FFF2-40B4-BE49-F238E27FC236}">
                  <a16:creationId xmlns:a16="http://schemas.microsoft.com/office/drawing/2014/main" id="{60B0B2EE-A3FA-2426-1BED-34D93339823C}"/>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7">
              <a:extLst>
                <a:ext uri="{FF2B5EF4-FFF2-40B4-BE49-F238E27FC236}">
                  <a16:creationId xmlns:a16="http://schemas.microsoft.com/office/drawing/2014/main" id="{74E2ED07-916B-D3F0-C9C1-2B7E11FD7757}"/>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8">
              <a:extLst>
                <a:ext uri="{FF2B5EF4-FFF2-40B4-BE49-F238E27FC236}">
                  <a16:creationId xmlns:a16="http://schemas.microsoft.com/office/drawing/2014/main" id="{72E4B802-B9FC-C4B5-1744-904FF967CB4F}"/>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7">
              <a:extLst>
                <a:ext uri="{FF2B5EF4-FFF2-40B4-BE49-F238E27FC236}">
                  <a16:creationId xmlns:a16="http://schemas.microsoft.com/office/drawing/2014/main" id="{F5495405-905D-1A9C-A764-9F140546979E}"/>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1" name="Freeform: Shape 22">
              <a:extLst>
                <a:ext uri="{FF2B5EF4-FFF2-40B4-BE49-F238E27FC236}">
                  <a16:creationId xmlns:a16="http://schemas.microsoft.com/office/drawing/2014/main" id="{A34644FF-D3B8-3931-1413-0014424B7618}"/>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3">
              <a:extLst>
                <a:ext uri="{FF2B5EF4-FFF2-40B4-BE49-F238E27FC236}">
                  <a16:creationId xmlns:a16="http://schemas.microsoft.com/office/drawing/2014/main" id="{9CD68BCB-AC09-AF89-87C2-25EEEB5F0F73}"/>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4">
              <a:extLst>
                <a:ext uri="{FF2B5EF4-FFF2-40B4-BE49-F238E27FC236}">
                  <a16:creationId xmlns:a16="http://schemas.microsoft.com/office/drawing/2014/main" id="{97DDB8DE-4F3D-2E70-4956-74773F6BFA10}"/>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5">
              <a:extLst>
                <a:ext uri="{FF2B5EF4-FFF2-40B4-BE49-F238E27FC236}">
                  <a16:creationId xmlns:a16="http://schemas.microsoft.com/office/drawing/2014/main" id="{88F4554B-CA3E-F381-9204-859F551BE7BA}"/>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dirty="0"/>
            </a:p>
          </p:txBody>
        </p:sp>
      </p:grpSp>
    </p:spTree>
    <p:extLst>
      <p:ext uri="{BB962C8B-B14F-4D97-AF65-F5344CB8AC3E}">
        <p14:creationId xmlns:p14="http://schemas.microsoft.com/office/powerpoint/2010/main" val="1134997407"/>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Dark and Picture">
    <p:bg>
      <p:bgPr>
        <a:solidFill>
          <a:schemeClr val="accent4"/>
        </a:solidFill>
        <a:effectLst/>
      </p:bgPr>
    </p:bg>
    <p:spTree>
      <p:nvGrpSpPr>
        <p:cNvPr id="1" name=""/>
        <p:cNvGrpSpPr/>
        <p:nvPr/>
      </p:nvGrpSpPr>
      <p:grpSpPr>
        <a:xfrm>
          <a:off x="0" y="0"/>
          <a:ext cx="0" cy="0"/>
          <a:chOff x="0" y="0"/>
          <a:chExt cx="0" cy="0"/>
        </a:xfrm>
      </p:grpSpPr>
      <p:sp>
        <p:nvSpPr>
          <p:cNvPr id="3" name="Picture Placeholder 18">
            <a:extLst>
              <a:ext uri="{FF2B5EF4-FFF2-40B4-BE49-F238E27FC236}">
                <a16:creationId xmlns:a16="http://schemas.microsoft.com/office/drawing/2014/main" id="{D3B1FE99-E8D3-C5FE-4E44-4E4EF67B45DA}"/>
              </a:ext>
            </a:extLst>
          </p:cNvPr>
          <p:cNvSpPr>
            <a:spLocks noGrp="1"/>
          </p:cNvSpPr>
          <p:nvPr>
            <p:ph type="pic" sz="quarter" idx="10" hasCustomPrompt="1"/>
          </p:nvPr>
        </p:nvSpPr>
        <p:spPr>
          <a:xfrm>
            <a:off x="6096001" y="908721"/>
            <a:ext cx="6096000" cy="594928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2" name="Title">
            <a:extLst>
              <a:ext uri="{FF2B5EF4-FFF2-40B4-BE49-F238E27FC236}">
                <a16:creationId xmlns:a16="http://schemas.microsoft.com/office/drawing/2014/main" id="{1B342561-1DD2-4DA7-BA2A-C8E3856FE9BB}"/>
              </a:ext>
            </a:extLst>
          </p:cNvPr>
          <p:cNvSpPr>
            <a:spLocks noGrp="1"/>
          </p:cNvSpPr>
          <p:nvPr>
            <p:ph type="title" hasCustomPrompt="1"/>
          </p:nvPr>
        </p:nvSpPr>
        <p:spPr>
          <a:xfrm>
            <a:off x="407988" y="692696"/>
            <a:ext cx="4751907" cy="720179"/>
          </a:xfrm>
        </p:spPr>
        <p:txBody>
          <a:bodyPr vert="horz" lIns="0" tIns="0" rIns="0" bIns="0" rtlCol="0" anchor="b">
            <a:noAutofit/>
          </a:bodyPr>
          <a:lstStyle>
            <a:lvl1pPr>
              <a:lnSpc>
                <a:spcPct val="80000"/>
              </a:lnSpc>
              <a:defRPr lang="en-GB" sz="3600" baseline="0">
                <a:solidFill>
                  <a:schemeClr val="bg1"/>
                </a:solidFill>
              </a:defRPr>
            </a:lvl1pPr>
          </a:lstStyle>
          <a:p>
            <a:pPr lvl="0"/>
            <a:r>
              <a:rPr lang="en-US" dirty="0"/>
              <a:t>Click to edit Agenda</a:t>
            </a:r>
            <a:endParaRPr lang="en-GB" dirty="0"/>
          </a:p>
        </p:txBody>
      </p:sp>
      <p:sp>
        <p:nvSpPr>
          <p:cNvPr id="10" name="Text Placeholder 9">
            <a:extLst>
              <a:ext uri="{FF2B5EF4-FFF2-40B4-BE49-F238E27FC236}">
                <a16:creationId xmlns:a16="http://schemas.microsoft.com/office/drawing/2014/main" id="{FC6DF15B-7249-491B-BFB7-9A33784178CD}"/>
              </a:ext>
            </a:extLst>
          </p:cNvPr>
          <p:cNvSpPr>
            <a:spLocks noGrp="1"/>
          </p:cNvSpPr>
          <p:nvPr>
            <p:ph type="body" sz="quarter" idx="12"/>
          </p:nvPr>
        </p:nvSpPr>
        <p:spPr>
          <a:xfrm>
            <a:off x="407988" y="1916832"/>
            <a:ext cx="5471988" cy="4536356"/>
          </a:xfrm>
          <a:prstGeom prst="rect">
            <a:avLst/>
          </a:prstGeom>
        </p:spPr>
        <p:txBody>
          <a:bodyPr>
            <a:noAutofit/>
          </a:bodyPr>
          <a:lstStyle>
            <a:lvl1pPr>
              <a:spcBef>
                <a:spcPts val="1200"/>
              </a:spcBef>
              <a:defRPr sz="1800">
                <a:solidFill>
                  <a:schemeClr val="bg1"/>
                </a:solidFill>
              </a:defRPr>
            </a:lvl1pPr>
            <a:lvl2pPr>
              <a:buClr>
                <a:schemeClr val="bg1"/>
              </a:buClr>
              <a:defRPr sz="1600">
                <a:solidFill>
                  <a:schemeClr val="bg1"/>
                </a:solidFill>
              </a:defRPr>
            </a:lvl2pPr>
            <a:lvl3pPr>
              <a:buClr>
                <a:schemeClr val="bg1"/>
              </a:buClr>
              <a:defRPr sz="1600">
                <a:solidFill>
                  <a:schemeClr val="bg1"/>
                </a:solidFill>
              </a:defRPr>
            </a:lvl3pPr>
            <a:lvl4pPr>
              <a:buClr>
                <a:schemeClr val="bg1"/>
              </a:buClr>
              <a:defRPr sz="1400">
                <a:solidFill>
                  <a:schemeClr val="bg1"/>
                </a:solidFill>
              </a:defRPr>
            </a:lvl4pPr>
            <a:lvl5pPr>
              <a:buClr>
                <a:schemeClr val="bg1"/>
              </a:buClr>
              <a:defRPr sz="14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Tree>
    <p:extLst>
      <p:ext uri="{BB962C8B-B14F-4D97-AF65-F5344CB8AC3E}">
        <p14:creationId xmlns:p14="http://schemas.microsoft.com/office/powerpoint/2010/main" val="4869354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Agenda">
    <p:bg>
      <p:bgPr>
        <a:solidFill>
          <a:schemeClr val="accent4"/>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solidFill>
                  <a:schemeClr val="bg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808BAF09-C52E-54E6-E538-78C64D8AB519}"/>
              </a:ext>
            </a:extLst>
          </p:cNvPr>
          <p:cNvSpPr>
            <a:spLocks noGrp="1"/>
          </p:cNvSpPr>
          <p:nvPr>
            <p:ph type="title"/>
          </p:nvPr>
        </p:nvSpPr>
        <p:spPr>
          <a:xfrm>
            <a:off x="1079321" y="260350"/>
            <a:ext cx="8640763" cy="792163"/>
          </a:xfrm>
        </p:spPr>
        <p:txBody>
          <a:bodyPr/>
          <a:lstStyle>
            <a:lvl1pPr>
              <a:defRPr>
                <a:solidFill>
                  <a:schemeClr val="accent2"/>
                </a:solidFill>
              </a:defRPr>
            </a:lvl1pPr>
          </a:lstStyle>
          <a:p>
            <a:r>
              <a:rPr lang="fr-FR" dirty="0"/>
              <a:t>Modifiez le style du titre</a:t>
            </a:r>
            <a:endParaRPr lang="en-US" dirty="0"/>
          </a:p>
        </p:txBody>
      </p:sp>
      <p:pic>
        <p:nvPicPr>
          <p:cNvPr id="4" name="Picture 16">
            <a:extLst>
              <a:ext uri="{FF2B5EF4-FFF2-40B4-BE49-F238E27FC236}">
                <a16:creationId xmlns:a16="http://schemas.microsoft.com/office/drawing/2014/main" id="{21B52807-7673-5576-DEE4-0A88870C0C19}"/>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295800" y="1700808"/>
            <a:ext cx="8281358" cy="6858000"/>
          </a:xfrm>
          <a:prstGeom prst="rect">
            <a:avLst/>
          </a:prstGeom>
        </p:spPr>
      </p:pic>
    </p:spTree>
    <p:extLst>
      <p:ext uri="{BB962C8B-B14F-4D97-AF65-F5344CB8AC3E}">
        <p14:creationId xmlns:p14="http://schemas.microsoft.com/office/powerpoint/2010/main" val="282656566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749D2F3-3C15-428F-AF70-D31974E2F35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652613" y="3199768"/>
            <a:ext cx="9079459" cy="3532255"/>
          </a:xfrm>
          <a:prstGeom prst="rect">
            <a:avLst/>
          </a:prstGeom>
        </p:spPr>
      </p:pic>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794570" y="1628775"/>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794570" y="2221388"/>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794570" y="281400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079500" y="1628775"/>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079500" y="2221388"/>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079500" y="281400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794570" y="3406614"/>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794570" y="3999227"/>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794570" y="4591841"/>
            <a:ext cx="5813598" cy="369332"/>
          </a:xfrm>
          <a:prstGeom prst="rect">
            <a:avLst/>
          </a:prstGeom>
        </p:spPr>
        <p:txBody>
          <a:bodyPr>
            <a:normAutofit/>
          </a:bodyPr>
          <a:lstStyle>
            <a:lvl1pPr>
              <a:spcBef>
                <a:spcPts val="0"/>
              </a:spcBef>
              <a:defRPr sz="2400"/>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079500" y="3406614"/>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079500" y="3999227"/>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079500" y="4591841"/>
            <a:ext cx="335980" cy="369888"/>
          </a:xfrm>
          <a:prstGeom prst="rect">
            <a:avLst/>
          </a:prstGeom>
        </p:spPr>
        <p:txBody>
          <a:bodyPr vert="horz" wrap="none" lIns="0" tIns="0" rIns="0" bIns="0" rtlCol="0">
            <a:normAutofit/>
          </a:bodyPr>
          <a:lstStyle>
            <a:lvl1pPr algn="r">
              <a:defRPr lang="de-DE" sz="2400" b="1" dirty="0">
                <a:solidFill>
                  <a:schemeClr val="accent2"/>
                </a:solidFill>
              </a:defRPr>
            </a:lvl1pPr>
          </a:lstStyle>
          <a:p>
            <a:pPr lvl="0">
              <a:spcBef>
                <a:spcPts val="0"/>
              </a:spcBef>
            </a:pPr>
            <a:r>
              <a:rPr lang="de-DE" dirty="0"/>
              <a:t>0x</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1079321" y="260350"/>
            <a:ext cx="8640763" cy="792163"/>
          </a:xfrm>
        </p:spPr>
        <p:txBody>
          <a:bodyPr/>
          <a:lstStyle>
            <a:lvl1pPr>
              <a:defRPr>
                <a:solidFill>
                  <a:schemeClr val="tx1"/>
                </a:solidFill>
              </a:defRPr>
            </a:lvl1pPr>
          </a:lstStyle>
          <a:p>
            <a:r>
              <a:rPr lang="fr-FR" dirty="0"/>
              <a:t>Modifiez le style du titre</a:t>
            </a:r>
            <a:endParaRPr lang="en-US" dirty="0"/>
          </a:p>
        </p:txBody>
      </p:sp>
    </p:spTree>
    <p:extLst>
      <p:ext uri="{BB962C8B-B14F-4D97-AF65-F5344CB8AC3E}">
        <p14:creationId xmlns:p14="http://schemas.microsoft.com/office/powerpoint/2010/main" val="139949774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_Agenda">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5951984" y="162877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5951984" y="2221388"/>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5951984" y="281400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5951984" y="3406614"/>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5951984" y="3999227"/>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5951984" y="4591841"/>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8640763" cy="792163"/>
          </a:xfrm>
        </p:spPr>
        <p:txBody>
          <a:bodyPr/>
          <a:lstStyle>
            <a:lvl1pPr>
              <a:defRPr>
                <a:solidFill>
                  <a:schemeClr val="tx1"/>
                </a:solidFill>
              </a:defRPr>
            </a:lvl1pPr>
          </a:lstStyle>
          <a:p>
            <a:r>
              <a:rPr lang="fr-FR" dirty="0"/>
              <a:t>Modifiez le style du titre</a:t>
            </a:r>
            <a:endParaRPr lang="en-US" dirty="0"/>
          </a:p>
        </p:txBody>
      </p:sp>
      <p:sp>
        <p:nvSpPr>
          <p:cNvPr id="5" name="Espace réservé pour une image  4">
            <a:extLst>
              <a:ext uri="{FF2B5EF4-FFF2-40B4-BE49-F238E27FC236}">
                <a16:creationId xmlns:a16="http://schemas.microsoft.com/office/drawing/2014/main" id="{5449900E-987A-B10E-123E-7DC13509743D}"/>
              </a:ext>
            </a:extLst>
          </p:cNvPr>
          <p:cNvSpPr>
            <a:spLocks noGrp="1"/>
          </p:cNvSpPr>
          <p:nvPr>
            <p:ph type="pic" sz="quarter" idx="33"/>
          </p:nvPr>
        </p:nvSpPr>
        <p:spPr>
          <a:xfrm>
            <a:off x="0" y="1268413"/>
            <a:ext cx="5519738" cy="5113337"/>
          </a:xfrm>
        </p:spPr>
        <p:txBody>
          <a:bodyPr/>
          <a:lstStyle/>
          <a:p>
            <a:endParaRPr lang="en-US" dirty="0"/>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5951984" y="5184455"/>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5951984" y="5777069"/>
            <a:ext cx="5813598" cy="369332"/>
          </a:xfrm>
          <a:prstGeom prst="rect">
            <a:avLst/>
          </a:prstGeom>
        </p:spPr>
        <p:txBody>
          <a:bodyPr anchor="ctr">
            <a:normAutofit/>
          </a:bodyPr>
          <a:lstStyle>
            <a:lvl1pPr>
              <a:spcBef>
                <a:spcPts val="0"/>
              </a:spcBef>
              <a:defRPr sz="1600"/>
            </a:lvl1pPr>
          </a:lstStyle>
          <a:p>
            <a:pPr lvl="0"/>
            <a:r>
              <a:rPr lang="en-US" dirty="0"/>
              <a:t>Click to add text</a:t>
            </a:r>
          </a:p>
        </p:txBody>
      </p:sp>
    </p:spTree>
    <p:extLst>
      <p:ext uri="{BB962C8B-B14F-4D97-AF65-F5344CB8AC3E}">
        <p14:creationId xmlns:p14="http://schemas.microsoft.com/office/powerpoint/2010/main" val="282093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4_Agenda">
    <p:spTree>
      <p:nvGrpSpPr>
        <p:cNvPr id="1" name=""/>
        <p:cNvGrpSpPr/>
        <p:nvPr/>
      </p:nvGrpSpPr>
      <p:grpSpPr>
        <a:xfrm>
          <a:off x="0" y="0"/>
          <a:ext cx="0" cy="0"/>
          <a:chOff x="0" y="0"/>
          <a:chExt cx="0" cy="0"/>
        </a:xfrm>
      </p:grpSpPr>
      <p:sp>
        <p:nvSpPr>
          <p:cNvPr id="37" name="Rectangle 36">
            <a:extLst>
              <a:ext uri="{FF2B5EF4-FFF2-40B4-BE49-F238E27FC236}">
                <a16:creationId xmlns:a16="http://schemas.microsoft.com/office/drawing/2014/main" id="{6CCF694C-872E-0362-0664-84FE017FBD57}"/>
              </a:ext>
            </a:extLst>
          </p:cNvPr>
          <p:cNvSpPr/>
          <p:nvPr userDrawn="1"/>
        </p:nvSpPr>
        <p:spPr>
          <a:xfrm>
            <a:off x="-24680" y="1484784"/>
            <a:ext cx="5735960" cy="5373217"/>
          </a:xfrm>
          <a:prstGeom prst="rect">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407565" y="186370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407565" y="2456315"/>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407565" y="304892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407565" y="3641541"/>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407565" y="4234154"/>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407565" y="4826768"/>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2" name="Title Placeholder 1">
            <a:extLst>
              <a:ext uri="{FF2B5EF4-FFF2-40B4-BE49-F238E27FC236}">
                <a16:creationId xmlns:a16="http://schemas.microsoft.com/office/drawing/2014/main" id="{114BB18C-C624-35CB-514D-CE1A312E0BD8}"/>
              </a:ext>
            </a:extLst>
          </p:cNvPr>
          <p:cNvSpPr>
            <a:spLocks noGrp="1"/>
          </p:cNvSpPr>
          <p:nvPr>
            <p:ph type="title"/>
          </p:nvPr>
        </p:nvSpPr>
        <p:spPr>
          <a:xfrm>
            <a:off x="407565" y="260350"/>
            <a:ext cx="5472411" cy="792163"/>
          </a:xfrm>
        </p:spPr>
        <p:txBody>
          <a:bodyPr/>
          <a:lstStyle>
            <a:lvl1pPr>
              <a:defRPr>
                <a:solidFill>
                  <a:schemeClr val="tx1"/>
                </a:solidFill>
              </a:defRPr>
            </a:lvl1pPr>
          </a:lstStyle>
          <a:p>
            <a:r>
              <a:rPr lang="fr-FR" dirty="0"/>
              <a:t>Modifiez le style du titre</a:t>
            </a:r>
            <a:endParaRPr lang="en-US" dirty="0"/>
          </a:p>
        </p:txBody>
      </p:sp>
      <p:sp>
        <p:nvSpPr>
          <p:cNvPr id="6" name="Text Placeholder 11">
            <a:extLst>
              <a:ext uri="{FF2B5EF4-FFF2-40B4-BE49-F238E27FC236}">
                <a16:creationId xmlns:a16="http://schemas.microsoft.com/office/drawing/2014/main" id="{CE129A54-4331-295F-FFF7-AADCD886AE6F}"/>
              </a:ext>
            </a:extLst>
          </p:cNvPr>
          <p:cNvSpPr>
            <a:spLocks noGrp="1"/>
          </p:cNvSpPr>
          <p:nvPr>
            <p:ph type="body" sz="quarter" idx="34" hasCustomPrompt="1"/>
          </p:nvPr>
        </p:nvSpPr>
        <p:spPr>
          <a:xfrm>
            <a:off x="407565" y="5419382"/>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21F960EB-6EA4-9123-ED77-13467723FA28}"/>
              </a:ext>
            </a:extLst>
          </p:cNvPr>
          <p:cNvSpPr>
            <a:spLocks noGrp="1"/>
          </p:cNvSpPr>
          <p:nvPr>
            <p:ph type="body" sz="quarter" idx="35" hasCustomPrompt="1"/>
          </p:nvPr>
        </p:nvSpPr>
        <p:spPr>
          <a:xfrm>
            <a:off x="407565" y="6011996"/>
            <a:ext cx="4968355" cy="369332"/>
          </a:xfrm>
          <a:prstGeom prst="rect">
            <a:avLst/>
          </a:prstGeom>
        </p:spPr>
        <p:txBody>
          <a:bodyPr anchor="ctr">
            <a:normAutofit/>
          </a:bodyPr>
          <a:lstStyle>
            <a:lvl1pPr>
              <a:spcBef>
                <a:spcPts val="0"/>
              </a:spcBef>
              <a:defRPr sz="1400">
                <a:solidFill>
                  <a:schemeClr val="bg1"/>
                </a:solidFill>
              </a:defRPr>
            </a:lvl1pPr>
          </a:lstStyle>
          <a:p>
            <a:pPr lvl="0"/>
            <a:r>
              <a:rPr lang="en-US" dirty="0"/>
              <a:t>Click to add text</a:t>
            </a:r>
          </a:p>
        </p:txBody>
      </p:sp>
    </p:spTree>
    <p:extLst>
      <p:ext uri="{BB962C8B-B14F-4D97-AF65-F5344CB8AC3E}">
        <p14:creationId xmlns:p14="http://schemas.microsoft.com/office/powerpoint/2010/main" val="20937693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Divider Page">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9F09D0F-E907-3A0B-CF17-D622F6756CC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chemeClr val="bg1"/>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chemeClr val="bg1"/>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grpSp>
        <p:nvGrpSpPr>
          <p:cNvPr id="3" name="Group 37">
            <a:extLst>
              <a:ext uri="{FF2B5EF4-FFF2-40B4-BE49-F238E27FC236}">
                <a16:creationId xmlns:a16="http://schemas.microsoft.com/office/drawing/2014/main" id="{5AD1E928-17A7-8076-E72F-603525614D7F}"/>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A4C59602-5684-DA3C-4D8A-30F7343DD0DC}"/>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39C738EB-51DE-C704-B75C-84CBCD5D68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98879366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2_Divider Pag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E65870-6F3C-04B2-E814-901DB0CFC0E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079776" y="588210"/>
            <a:ext cx="8281358" cy="6858000"/>
          </a:xfrm>
          <a:prstGeom prst="rect">
            <a:avLst/>
          </a:prstGeom>
        </p:spPr>
      </p:pic>
      <p:sp>
        <p:nvSpPr>
          <p:cNvPr id="7" name="Text Placeholder 6">
            <a:extLst>
              <a:ext uri="{FF2B5EF4-FFF2-40B4-BE49-F238E27FC236}">
                <a16:creationId xmlns:a16="http://schemas.microsoft.com/office/drawing/2014/main" id="{52F5917D-61BC-41CF-A3CC-DAE6954137A8}"/>
              </a:ext>
            </a:extLst>
          </p:cNvPr>
          <p:cNvSpPr>
            <a:spLocks noGrp="1"/>
          </p:cNvSpPr>
          <p:nvPr>
            <p:ph type="body" sz="quarter" idx="17" hasCustomPrompt="1"/>
          </p:nvPr>
        </p:nvSpPr>
        <p:spPr>
          <a:xfrm>
            <a:off x="1919536" y="1556792"/>
            <a:ext cx="648072" cy="648072"/>
          </a:xfrm>
          <a:prstGeom prst="rect">
            <a:avLst/>
          </a:prstGeom>
        </p:spPr>
        <p:txBody>
          <a:bodyPr wrap="none" lIns="0" tIns="0" rIns="0" bIns="0" anchor="t" anchorCtr="0">
            <a:noAutofit/>
          </a:bodyPr>
          <a:lstStyle>
            <a:lvl1pPr>
              <a:defRPr lang="en-US" sz="3200" b="1" cap="none" spc="300" baseline="0" dirty="0">
                <a:solidFill>
                  <a:sysClr val="windowText" lastClr="000000"/>
                </a:solidFill>
                <a:latin typeface="+mn-lt"/>
              </a:defRPr>
            </a:lvl1pPr>
          </a:lstStyle>
          <a:p>
            <a:pPr lvl="0">
              <a:spcBef>
                <a:spcPts val="0"/>
              </a:spcBef>
            </a:pPr>
            <a:r>
              <a:rPr lang="en-US" dirty="0"/>
              <a:t>01</a:t>
            </a:r>
          </a:p>
        </p:txBody>
      </p:sp>
      <p:sp>
        <p:nvSpPr>
          <p:cNvPr id="16" name="Text Placeholder 15">
            <a:extLst>
              <a:ext uri="{FF2B5EF4-FFF2-40B4-BE49-F238E27FC236}">
                <a16:creationId xmlns:a16="http://schemas.microsoft.com/office/drawing/2014/main" id="{00E372CD-CFED-4FF2-90F5-6A7F33D9ABAA}"/>
              </a:ext>
            </a:extLst>
          </p:cNvPr>
          <p:cNvSpPr>
            <a:spLocks noGrp="1"/>
          </p:cNvSpPr>
          <p:nvPr>
            <p:ph type="body" sz="quarter" idx="18" hasCustomPrompt="1"/>
          </p:nvPr>
        </p:nvSpPr>
        <p:spPr>
          <a:xfrm>
            <a:off x="2783632" y="1556792"/>
            <a:ext cx="8863408" cy="648072"/>
          </a:xfrm>
          <a:prstGeom prst="rect">
            <a:avLst/>
          </a:prstGeom>
        </p:spPr>
        <p:txBody>
          <a:bodyPr>
            <a:noAutofit/>
          </a:bodyPr>
          <a:lstStyle>
            <a:lvl1pPr>
              <a:defRPr sz="3200">
                <a:solidFill>
                  <a:sysClr val="windowText" lastClr="000000"/>
                </a:solidFill>
              </a:defRPr>
            </a:lvl1pPr>
            <a:lvl2pPr>
              <a:defRPr sz="3200">
                <a:solidFill>
                  <a:schemeClr val="bg1"/>
                </a:solidFill>
              </a:defRPr>
            </a:lvl2pPr>
            <a:lvl3pPr>
              <a:defRPr sz="3200">
                <a:solidFill>
                  <a:schemeClr val="bg1"/>
                </a:solidFill>
              </a:defRPr>
            </a:lvl3pPr>
            <a:lvl4pPr>
              <a:defRPr sz="3200">
                <a:solidFill>
                  <a:schemeClr val="bg1"/>
                </a:solidFill>
              </a:defRPr>
            </a:lvl4pPr>
            <a:lvl5pPr>
              <a:defRPr sz="3200">
                <a:solidFill>
                  <a:schemeClr val="bg1"/>
                </a:solidFill>
              </a:defRPr>
            </a:lvl5pPr>
          </a:lstStyle>
          <a:p>
            <a:pPr lvl="0"/>
            <a:r>
              <a:rPr lang="en-US" dirty="0"/>
              <a:t>Click to add text</a:t>
            </a:r>
          </a:p>
        </p:txBody>
      </p:sp>
    </p:spTree>
    <p:extLst>
      <p:ext uri="{BB962C8B-B14F-4D97-AF65-F5344CB8AC3E}">
        <p14:creationId xmlns:p14="http://schemas.microsoft.com/office/powerpoint/2010/main" val="31421730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8CE45-A6FC-9CE9-F8CD-BA044CFE9412}"/>
              </a:ext>
            </a:extLst>
          </p:cNvPr>
          <p:cNvSpPr>
            <a:spLocks noGrp="1"/>
          </p:cNvSpPr>
          <p:nvPr>
            <p:ph type="title"/>
          </p:nvPr>
        </p:nvSpPr>
        <p:spPr/>
        <p:txBody>
          <a:bodyPr/>
          <a:lstStyle/>
          <a:p>
            <a:r>
              <a:rPr lang="fr-FR" dirty="0"/>
              <a:t>Modifiez le style du titre</a:t>
            </a:r>
            <a:endParaRPr lang="en-US" dirty="0"/>
          </a:p>
        </p:txBody>
      </p:sp>
    </p:spTree>
    <p:extLst>
      <p:ext uri="{BB962C8B-B14F-4D97-AF65-F5344CB8AC3E}">
        <p14:creationId xmlns:p14="http://schemas.microsoft.com/office/powerpoint/2010/main" val="42125188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wrap="square">
            <a:spAutoFit/>
          </a:bodyPr>
          <a:lstStyle>
            <a:lvl1pPr>
              <a:defRPr sz="1600" b="0">
                <a:solidFill>
                  <a:schemeClr val="tx1"/>
                </a:solidFill>
                <a:latin typeface="Ubuntu Light" panose="020B0304030602030204" pitchFamily="34" charset="0"/>
              </a:defRPr>
            </a:lvl1pPr>
          </a:lstStyle>
          <a:p>
            <a:pPr lvl="0"/>
            <a:r>
              <a:rPr lang="fr-FR" dirty="0"/>
              <a:t>Cliquez pour modifier les styles du texte du masque</a:t>
            </a:r>
          </a:p>
        </p:txBody>
      </p:sp>
      <p:sp>
        <p:nvSpPr>
          <p:cNvPr id="2" name="Title 1">
            <a:extLst>
              <a:ext uri="{FF2B5EF4-FFF2-40B4-BE49-F238E27FC236}">
                <a16:creationId xmlns:a16="http://schemas.microsoft.com/office/drawing/2014/main" id="{DA3D6CCA-5023-D91C-5084-3ED466DC8001}"/>
              </a:ext>
            </a:extLst>
          </p:cNvPr>
          <p:cNvSpPr>
            <a:spLocks noGrp="1"/>
          </p:cNvSpPr>
          <p:nvPr>
            <p:ph type="title"/>
          </p:nvPr>
        </p:nvSpPr>
        <p:spPr/>
        <p:txBody>
          <a:bodyPr/>
          <a:lstStyle/>
          <a:p>
            <a:r>
              <a:rPr lang="fr-FR" dirty="0"/>
              <a:t>Modifiez le style du titre</a:t>
            </a:r>
            <a:endParaRPr lang="en-US" dirty="0"/>
          </a:p>
        </p:txBody>
      </p:sp>
    </p:spTree>
    <p:extLst>
      <p:ext uri="{BB962C8B-B14F-4D97-AF65-F5344CB8AC3E}">
        <p14:creationId xmlns:p14="http://schemas.microsoft.com/office/powerpoint/2010/main" val="42229808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dirty="0"/>
              <a:t>Cliquez pour modifier les styles du texte du masque</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p:txBody>
          <a:bodyPr/>
          <a:lstStyle/>
          <a:p>
            <a:r>
              <a:rPr lang="fr-FR"/>
              <a:t>Modifiez le style du titre</a:t>
            </a:r>
            <a:endParaRPr lang="de-DE" dirty="0"/>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de-DE" dirty="0"/>
          </a:p>
        </p:txBody>
      </p:sp>
    </p:spTree>
    <p:extLst>
      <p:ext uri="{BB962C8B-B14F-4D97-AF65-F5344CB8AC3E}">
        <p14:creationId xmlns:p14="http://schemas.microsoft.com/office/powerpoint/2010/main" val="35057912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8F3953-316A-B430-FE17-F219A7EE0626}"/>
              </a:ext>
            </a:extLst>
          </p:cNvPr>
          <p:cNvSpPr>
            <a:spLocks noGrp="1"/>
          </p:cNvSpPr>
          <p:nvPr>
            <p:ph type="title"/>
          </p:nvPr>
        </p:nvSpPr>
        <p:spPr/>
        <p:txBody>
          <a:bodyPr/>
          <a:lstStyle/>
          <a:p>
            <a:r>
              <a:rPr lang="fr-FR"/>
              <a:t>Modifiez le style du titre</a:t>
            </a:r>
            <a:endParaRPr lang="en-US"/>
          </a:p>
        </p:txBody>
      </p:sp>
      <p:sp>
        <p:nvSpPr>
          <p:cNvPr id="3" name="Text Placeholder 7">
            <a:extLst>
              <a:ext uri="{FF2B5EF4-FFF2-40B4-BE49-F238E27FC236}">
                <a16:creationId xmlns:a16="http://schemas.microsoft.com/office/drawing/2014/main" id="{49BC7447-5EDE-45B1-8FE5-B3F4F93D2FEB}"/>
              </a:ext>
            </a:extLst>
          </p:cNvPr>
          <p:cNvSpPr>
            <a:spLocks noGrp="1"/>
          </p:cNvSpPr>
          <p:nvPr>
            <p:ph type="body" sz="quarter" idx="12" hasCustomPrompt="1"/>
          </p:nvPr>
        </p:nvSpPr>
        <p:spPr>
          <a:xfrm>
            <a:off x="407989" y="1628775"/>
            <a:ext cx="5532086"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4" name="Text Placeholder 7">
            <a:extLst>
              <a:ext uri="{FF2B5EF4-FFF2-40B4-BE49-F238E27FC236}">
                <a16:creationId xmlns:a16="http://schemas.microsoft.com/office/drawing/2014/main" id="{35CBB3CA-52BC-F9EF-5805-F1F9D912DB58}"/>
              </a:ext>
            </a:extLst>
          </p:cNvPr>
          <p:cNvSpPr>
            <a:spLocks noGrp="1"/>
          </p:cNvSpPr>
          <p:nvPr>
            <p:ph type="body" sz="quarter" idx="10"/>
          </p:nvPr>
        </p:nvSpPr>
        <p:spPr>
          <a:xfrm>
            <a:off x="414972" y="2506942"/>
            <a:ext cx="5525185" cy="3743963"/>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5" name="Text Placeholder 7">
            <a:extLst>
              <a:ext uri="{FF2B5EF4-FFF2-40B4-BE49-F238E27FC236}">
                <a16:creationId xmlns:a16="http://schemas.microsoft.com/office/drawing/2014/main" id="{C5D9D41C-6A18-9349-55BE-94DED28E30EA}"/>
              </a:ext>
            </a:extLst>
          </p:cNvPr>
          <p:cNvSpPr>
            <a:spLocks noGrp="1"/>
          </p:cNvSpPr>
          <p:nvPr>
            <p:ph type="body" sz="quarter" idx="13" hasCustomPrompt="1"/>
          </p:nvPr>
        </p:nvSpPr>
        <p:spPr>
          <a:xfrm>
            <a:off x="6332425" y="1628775"/>
            <a:ext cx="5451505" cy="743987"/>
          </a:xfrm>
          <a:prstGeom prst="rect">
            <a:avLst/>
          </a:prstGeom>
        </p:spPr>
        <p:txBody>
          <a:bodyPr anchor="ctr" anchorCtr="0">
            <a:noAutofit/>
          </a:bodyPr>
          <a:lstStyle>
            <a:lvl1pPr>
              <a:lnSpc>
                <a:spcPct val="100000"/>
              </a:lnSpc>
              <a:defRPr sz="1800" b="0">
                <a:solidFill>
                  <a:srgbClr val="0070AD"/>
                </a:solidFill>
                <a:latin typeface="+mj-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6" name="Text Placeholder 7">
            <a:extLst>
              <a:ext uri="{FF2B5EF4-FFF2-40B4-BE49-F238E27FC236}">
                <a16:creationId xmlns:a16="http://schemas.microsoft.com/office/drawing/2014/main" id="{7B44136C-3018-5130-3AC3-47B22ACD9DA3}"/>
              </a:ext>
            </a:extLst>
          </p:cNvPr>
          <p:cNvSpPr>
            <a:spLocks noGrp="1"/>
          </p:cNvSpPr>
          <p:nvPr>
            <p:ph type="body" sz="quarter" idx="14"/>
          </p:nvPr>
        </p:nvSpPr>
        <p:spPr>
          <a:xfrm>
            <a:off x="6332425" y="2506943"/>
            <a:ext cx="5444603" cy="3743962"/>
          </a:xfrm>
          <a:prstGeom prst="rect">
            <a:avLst/>
          </a:prstGeom>
        </p:spPr>
        <p:txBody>
          <a:bodyPr>
            <a:noAutofit/>
          </a:bodyPr>
          <a:lstStyle>
            <a:lvl1pPr>
              <a:lnSpc>
                <a:spcPct val="100000"/>
              </a:lnSpc>
              <a:spcBef>
                <a:spcPts val="0"/>
              </a:spcBef>
              <a:spcAft>
                <a:spcPts val="600"/>
              </a:spcAft>
              <a:defRPr sz="1400"/>
            </a:lvl1pPr>
            <a:lvl2pPr>
              <a:lnSpc>
                <a:spcPct val="100000"/>
              </a:lnSpc>
              <a:spcBef>
                <a:spcPts val="0"/>
              </a:spcBef>
              <a:spcAft>
                <a:spcPts val="600"/>
              </a:spcAft>
              <a:defRPr sz="1400"/>
            </a:lvl2pPr>
            <a:lvl3pPr>
              <a:lnSpc>
                <a:spcPct val="100000"/>
              </a:lnSpc>
              <a:spcBef>
                <a:spcPts val="0"/>
              </a:spcBef>
              <a:spcAft>
                <a:spcPts val="600"/>
              </a:spcAft>
              <a:defRPr sz="1400"/>
            </a:lvl3pPr>
            <a:lvl4pPr>
              <a:lnSpc>
                <a:spcPct val="100000"/>
              </a:lnSpc>
              <a:spcBef>
                <a:spcPts val="0"/>
              </a:spcBef>
              <a:spcAft>
                <a:spcPts val="600"/>
              </a:spcAft>
              <a:defRPr sz="1400"/>
            </a:lvl4pPr>
            <a:lvl5pPr>
              <a:lnSpc>
                <a:spcPct val="100000"/>
              </a:lnSpc>
              <a:spcBef>
                <a:spcPts val="0"/>
              </a:spcBef>
              <a:spcAft>
                <a:spcPts val="600"/>
              </a:spcAft>
              <a:defRPr sz="14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Tree>
    <p:extLst>
      <p:ext uri="{BB962C8B-B14F-4D97-AF65-F5344CB8AC3E}">
        <p14:creationId xmlns:p14="http://schemas.microsoft.com/office/powerpoint/2010/main" val="252446102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ABF5EC-92A5-4E9A-F280-EB30FFBC07C4}"/>
              </a:ext>
            </a:extLst>
          </p:cNvPr>
          <p:cNvSpPr>
            <a:spLocks noGrp="1"/>
          </p:cNvSpPr>
          <p:nvPr>
            <p:ph type="title"/>
          </p:nvPr>
        </p:nvSpPr>
        <p:spPr/>
        <p:txBody>
          <a:bodyPr/>
          <a:lstStyle/>
          <a:p>
            <a:r>
              <a:rPr lang="fr-FR"/>
              <a:t>Modifiez le style du titre</a:t>
            </a:r>
            <a:endParaRPr lang="en-US"/>
          </a:p>
        </p:txBody>
      </p:sp>
      <p:sp>
        <p:nvSpPr>
          <p:cNvPr id="3" name="Text Placeholder 7">
            <a:extLst>
              <a:ext uri="{FF2B5EF4-FFF2-40B4-BE49-F238E27FC236}">
                <a16:creationId xmlns:a16="http://schemas.microsoft.com/office/drawing/2014/main" id="{9CD9F072-6C90-9A95-A50F-DCA5FC167DC4}"/>
              </a:ext>
            </a:extLst>
          </p:cNvPr>
          <p:cNvSpPr>
            <a:spLocks noGrp="1"/>
          </p:cNvSpPr>
          <p:nvPr>
            <p:ph type="body" sz="quarter" idx="12" hasCustomPrompt="1"/>
          </p:nvPr>
        </p:nvSpPr>
        <p:spPr>
          <a:xfrm>
            <a:off x="414971" y="1628775"/>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4" name="Text Placeholder 7">
            <a:extLst>
              <a:ext uri="{FF2B5EF4-FFF2-40B4-BE49-F238E27FC236}">
                <a16:creationId xmlns:a16="http://schemas.microsoft.com/office/drawing/2014/main" id="{D1B0A4F3-549E-71F6-BE52-B382C47A49E5}"/>
              </a:ext>
            </a:extLst>
          </p:cNvPr>
          <p:cNvSpPr>
            <a:spLocks noGrp="1"/>
          </p:cNvSpPr>
          <p:nvPr>
            <p:ph type="body" sz="quarter" idx="10"/>
          </p:nvPr>
        </p:nvSpPr>
        <p:spPr>
          <a:xfrm>
            <a:off x="414971"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7">
            <a:extLst>
              <a:ext uri="{FF2B5EF4-FFF2-40B4-BE49-F238E27FC236}">
                <a16:creationId xmlns:a16="http://schemas.microsoft.com/office/drawing/2014/main" id="{A4B6F29C-F89C-245A-B142-516CCF154314}"/>
              </a:ext>
            </a:extLst>
          </p:cNvPr>
          <p:cNvSpPr>
            <a:spLocks noGrp="1"/>
          </p:cNvSpPr>
          <p:nvPr>
            <p:ph type="body" sz="quarter" idx="15" hasCustomPrompt="1"/>
          </p:nvPr>
        </p:nvSpPr>
        <p:spPr>
          <a:xfrm>
            <a:off x="4260000"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6" name="Text Placeholder 7">
            <a:extLst>
              <a:ext uri="{FF2B5EF4-FFF2-40B4-BE49-F238E27FC236}">
                <a16:creationId xmlns:a16="http://schemas.microsoft.com/office/drawing/2014/main" id="{DD618B66-9577-9BCD-E317-0B5976EC205B}"/>
              </a:ext>
            </a:extLst>
          </p:cNvPr>
          <p:cNvSpPr>
            <a:spLocks noGrp="1"/>
          </p:cNvSpPr>
          <p:nvPr>
            <p:ph type="body" sz="quarter" idx="14"/>
          </p:nvPr>
        </p:nvSpPr>
        <p:spPr>
          <a:xfrm>
            <a:off x="4260000"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Text Placeholder 7">
            <a:extLst>
              <a:ext uri="{FF2B5EF4-FFF2-40B4-BE49-F238E27FC236}">
                <a16:creationId xmlns:a16="http://schemas.microsoft.com/office/drawing/2014/main" id="{FD81C950-E364-B77A-5216-238E0BB40E8F}"/>
              </a:ext>
            </a:extLst>
          </p:cNvPr>
          <p:cNvSpPr>
            <a:spLocks noGrp="1"/>
          </p:cNvSpPr>
          <p:nvPr>
            <p:ph type="body" sz="quarter" idx="17" hasCustomPrompt="1"/>
          </p:nvPr>
        </p:nvSpPr>
        <p:spPr>
          <a:xfrm>
            <a:off x="8105029" y="1628774"/>
            <a:ext cx="3672000"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8" name="Text Placeholder 7">
            <a:extLst>
              <a:ext uri="{FF2B5EF4-FFF2-40B4-BE49-F238E27FC236}">
                <a16:creationId xmlns:a16="http://schemas.microsoft.com/office/drawing/2014/main" id="{560BE233-FA65-E9BC-C55B-5E4EBC8DB46B}"/>
              </a:ext>
            </a:extLst>
          </p:cNvPr>
          <p:cNvSpPr>
            <a:spLocks noGrp="1"/>
          </p:cNvSpPr>
          <p:nvPr>
            <p:ph type="body" sz="quarter" idx="16"/>
          </p:nvPr>
        </p:nvSpPr>
        <p:spPr>
          <a:xfrm>
            <a:off x="8105029" y="2565359"/>
            <a:ext cx="3672000" cy="3527937"/>
          </a:xfrm>
          <a:prstGeom prst="rect">
            <a:avLst/>
          </a:prstGeom>
        </p:spPr>
        <p:txBody>
          <a:bodyPr>
            <a:noAutofit/>
          </a:bodyPr>
          <a:lstStyle>
            <a:lvl1pPr>
              <a:lnSpc>
                <a:spcPct val="100000"/>
              </a:lnSpc>
              <a:spcBef>
                <a:spcPts val="600"/>
              </a:spcBef>
              <a:defRPr sz="1400"/>
            </a:lvl1pPr>
            <a:lvl2pPr>
              <a:lnSpc>
                <a:spcPct val="100000"/>
              </a:lnSpc>
              <a:spcBef>
                <a:spcPts val="600"/>
              </a:spcBef>
              <a:defRPr sz="1400"/>
            </a:lvl2pPr>
            <a:lvl3pPr>
              <a:lnSpc>
                <a:spcPct val="100000"/>
              </a:lnSpc>
              <a:spcBef>
                <a:spcPts val="600"/>
              </a:spcBef>
              <a:defRPr sz="1400"/>
            </a:lvl3pPr>
            <a:lvl4pPr>
              <a:lnSpc>
                <a:spcPct val="100000"/>
              </a:lnSpc>
              <a:spcBef>
                <a:spcPts val="600"/>
              </a:spcBef>
              <a:defRPr sz="1400"/>
            </a:lvl4pPr>
            <a:lvl5pPr>
              <a:lnSpc>
                <a:spcPct val="100000"/>
              </a:lnSpc>
              <a:spcBef>
                <a:spcPts val="600"/>
              </a:spcBef>
              <a:defRPr sz="14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Tree>
    <p:extLst>
      <p:ext uri="{BB962C8B-B14F-4D97-AF65-F5344CB8AC3E}">
        <p14:creationId xmlns:p14="http://schemas.microsoft.com/office/powerpoint/2010/main" val="328609863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Empty Whit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22590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Grey">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p>
            <a:r>
              <a:rPr lang="fr-FR" dirty="0"/>
              <a:t>Modifiez le style du titre</a:t>
            </a:r>
            <a:endParaRPr lang="en-US" dirty="0"/>
          </a:p>
        </p:txBody>
      </p:sp>
    </p:spTree>
    <p:extLst>
      <p:ext uri="{BB962C8B-B14F-4D97-AF65-F5344CB8AC3E}">
        <p14:creationId xmlns:p14="http://schemas.microsoft.com/office/powerpoint/2010/main" val="97144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a:t>Cliquez pour modifier les styles du texte du masque</a:t>
            </a:r>
          </a:p>
        </p:txBody>
      </p:sp>
      <p:sp>
        <p:nvSpPr>
          <p:cNvPr id="2" name="Title 1">
            <a:extLst>
              <a:ext uri="{FF2B5EF4-FFF2-40B4-BE49-F238E27FC236}">
                <a16:creationId xmlns:a16="http://schemas.microsoft.com/office/drawing/2014/main" id="{96963528-AA21-5972-C236-27F2D7209CFD}"/>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74582891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Grey">
    <p:bg>
      <p:bgPr>
        <a:solidFill>
          <a:schemeClr val="bg2"/>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tx1"/>
                </a:solidFill>
                <a:latin typeface="Ubuntu Light" panose="020B0304030602030204" pitchFamily="34" charset="0"/>
              </a:defRPr>
            </a:lvl1pPr>
          </a:lstStyle>
          <a:p>
            <a:pPr lvl="0"/>
            <a:r>
              <a:rPr lang="fr-FR" dirty="0"/>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19269980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Empty Grey">
    <p:bg>
      <p:bgPr>
        <a:solidFill>
          <a:schemeClr val="bg1">
            <a:lumMod val="95000"/>
          </a:schemeClr>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09830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409221"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1628800"/>
            <a:ext cx="7409221" cy="4824388"/>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p:txBody>
          <a:bodyPr/>
          <a:lstStyle>
            <a:lvl1pPr>
              <a:lnSpc>
                <a:spcPct val="100000"/>
              </a:lnSpc>
              <a:defRPr/>
            </a:lvl1pPr>
          </a:lstStyle>
          <a:p>
            <a:r>
              <a:rPr lang="fr-FR"/>
              <a:t>Modifiez le style du titre</a:t>
            </a:r>
            <a:endParaRPr lang="en-US"/>
          </a:p>
        </p:txBody>
      </p:sp>
    </p:spTree>
    <p:extLst>
      <p:ext uri="{BB962C8B-B14F-4D97-AF65-F5344CB8AC3E}">
        <p14:creationId xmlns:p14="http://schemas.microsoft.com/office/powerpoint/2010/main" val="2808606131"/>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5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8040215" y="1122907"/>
            <a:ext cx="4151785"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2" name="Text Placeholder 7">
            <a:extLst>
              <a:ext uri="{FF2B5EF4-FFF2-40B4-BE49-F238E27FC236}">
                <a16:creationId xmlns:a16="http://schemas.microsoft.com/office/drawing/2014/main" id="{23C25D57-CF8D-453D-9648-5B7859B01F04}"/>
              </a:ext>
            </a:extLst>
          </p:cNvPr>
          <p:cNvSpPr>
            <a:spLocks noGrp="1"/>
          </p:cNvSpPr>
          <p:nvPr>
            <p:ph type="body" sz="quarter" idx="17"/>
          </p:nvPr>
        </p:nvSpPr>
        <p:spPr>
          <a:xfrm>
            <a:off x="414971" y="2852936"/>
            <a:ext cx="7409221" cy="2879526"/>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2050C691-8B76-E01C-4EF1-3EB567E0EB3B}"/>
              </a:ext>
            </a:extLst>
          </p:cNvPr>
          <p:cNvSpPr>
            <a:spLocks noGrp="1"/>
          </p:cNvSpPr>
          <p:nvPr>
            <p:ph type="title"/>
          </p:nvPr>
        </p:nvSpPr>
        <p:spPr>
          <a:xfrm>
            <a:off x="414971" y="1122908"/>
            <a:ext cx="7409221" cy="1369988"/>
          </a:xfrm>
        </p:spPr>
        <p:txBody>
          <a:bodyPr/>
          <a:lstStyle>
            <a:lvl1pPr>
              <a:lnSpc>
                <a:spcPct val="100000"/>
              </a:lnSpc>
              <a:defRPr/>
            </a:lvl1pPr>
          </a:lstStyle>
          <a:p>
            <a:r>
              <a:rPr lang="fr-FR" dirty="0"/>
              <a:t>Modifiez le style du titre</a:t>
            </a:r>
            <a:endParaRPr lang="en-US" dirty="0"/>
          </a:p>
        </p:txBody>
      </p:sp>
    </p:spTree>
    <p:extLst>
      <p:ext uri="{BB962C8B-B14F-4D97-AF65-F5344CB8AC3E}">
        <p14:creationId xmlns:p14="http://schemas.microsoft.com/office/powerpoint/2010/main" val="4151026102"/>
      </p:ext>
    </p:extLst>
  </p:cSld>
  <p:clrMapOvr>
    <a:masterClrMapping/>
  </p:clrMapOvr>
  <p:extLst>
    <p:ext uri="{DCECCB84-F9BA-43D5-87BE-67443E8EF086}">
      <p15:sldGuideLst xmlns:p15="http://schemas.microsoft.com/office/powerpoint/2012/main">
        <p15:guide id="1" pos="5065">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Only Short White">
    <p:bg>
      <p:bgPr>
        <a:solidFill>
          <a:schemeClr val="bg1"/>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6000" y="1122907"/>
            <a:ext cx="6096001"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8F1655B6-7DE6-4895-863F-EF917B2F07E5}"/>
              </a:ext>
            </a:extLst>
          </p:cNvPr>
          <p:cNvSpPr>
            <a:spLocks noGrp="1"/>
          </p:cNvSpPr>
          <p:nvPr>
            <p:ph type="body" sz="quarter" idx="17"/>
          </p:nvPr>
        </p:nvSpPr>
        <p:spPr>
          <a:xfrm>
            <a:off x="414971" y="1628775"/>
            <a:ext cx="5545137" cy="4824413"/>
          </a:xfrm>
          <a:prstGeom prst="rect">
            <a:avLst/>
          </a:prstGeom>
        </p:spPr>
        <p:txBody>
          <a:bodyPr rIns="216000">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80C572A4-9113-ABE4-A840-37A9AAC56C99}"/>
              </a:ext>
            </a:extLst>
          </p:cNvPr>
          <p:cNvSpPr>
            <a:spLocks noGrp="1"/>
          </p:cNvSpPr>
          <p:nvPr>
            <p:ph type="title"/>
          </p:nvPr>
        </p:nvSpPr>
        <p:spPr/>
        <p:txBody>
          <a:bodyPr/>
          <a:lstStyle/>
          <a:p>
            <a:r>
              <a:rPr lang="fr-FR"/>
              <a:t>Modifiez le style du titre</a:t>
            </a:r>
            <a:endParaRPr lang="en-US"/>
          </a:p>
        </p:txBody>
      </p:sp>
    </p:spTree>
    <p:extLst>
      <p:ext uri="{BB962C8B-B14F-4D97-AF65-F5344CB8AC3E}">
        <p14:creationId xmlns:p14="http://schemas.microsoft.com/office/powerpoint/2010/main" val="411116936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3_Title Only Short White">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FB58C20F-AA44-45A0-8BD7-3F72A12E08AD}"/>
              </a:ext>
            </a:extLst>
          </p:cNvPr>
          <p:cNvSpPr/>
          <p:nvPr userDrawn="1"/>
        </p:nvSpPr>
        <p:spPr>
          <a:xfrm>
            <a:off x="0" y="0"/>
            <a:ext cx="4073664"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 Placeholder 9">
            <a:extLst>
              <a:ext uri="{FF2B5EF4-FFF2-40B4-BE49-F238E27FC236}">
                <a16:creationId xmlns:a16="http://schemas.microsoft.com/office/drawing/2014/main" id="{8003CB7C-5AB2-4487-B779-DFE57F79C583}"/>
              </a:ext>
            </a:extLst>
          </p:cNvPr>
          <p:cNvSpPr>
            <a:spLocks noGrp="1"/>
          </p:cNvSpPr>
          <p:nvPr>
            <p:ph type="body" sz="quarter" idx="16" hasCustomPrompt="1"/>
          </p:nvPr>
        </p:nvSpPr>
        <p:spPr>
          <a:xfrm>
            <a:off x="4444744" y="1125538"/>
            <a:ext cx="6984000"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6">
            <a:extLst>
              <a:ext uri="{FF2B5EF4-FFF2-40B4-BE49-F238E27FC236}">
                <a16:creationId xmlns:a16="http://schemas.microsoft.com/office/drawing/2014/main" id="{9219CA61-951E-46A4-A7C6-8A4C09FDC629}"/>
              </a:ext>
            </a:extLst>
          </p:cNvPr>
          <p:cNvSpPr>
            <a:spLocks noGrp="1"/>
          </p:cNvSpPr>
          <p:nvPr>
            <p:ph type="body" sz="quarter" idx="18"/>
          </p:nvPr>
        </p:nvSpPr>
        <p:spPr>
          <a:xfrm>
            <a:off x="4445407" y="1628774"/>
            <a:ext cx="6962544" cy="4824413"/>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0" y="0"/>
            <a:ext cx="4223792"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A0A52824-0DEF-7B5E-1D4F-BCBC062D66ED}"/>
              </a:ext>
            </a:extLst>
          </p:cNvPr>
          <p:cNvSpPr>
            <a:spLocks noGrp="1"/>
          </p:cNvSpPr>
          <p:nvPr>
            <p:ph type="title"/>
          </p:nvPr>
        </p:nvSpPr>
        <p:spPr>
          <a:xfrm>
            <a:off x="4439384" y="260350"/>
            <a:ext cx="6984000" cy="792163"/>
          </a:xfrm>
        </p:spPr>
        <p:txBody>
          <a:bodyPr/>
          <a:lstStyle/>
          <a:p>
            <a:r>
              <a:rPr lang="fr-FR"/>
              <a:t>Modifiez le style du titre</a:t>
            </a:r>
            <a:endParaRPr lang="en-US"/>
          </a:p>
        </p:txBody>
      </p:sp>
    </p:spTree>
    <p:extLst>
      <p:ext uri="{BB962C8B-B14F-4D97-AF65-F5344CB8AC3E}">
        <p14:creationId xmlns:p14="http://schemas.microsoft.com/office/powerpoint/2010/main" val="631826658"/>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4_Title Only Short White">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08930BD6-6C9D-490A-BF02-403245ED990A}"/>
              </a:ext>
            </a:extLst>
          </p:cNvPr>
          <p:cNvSpPr/>
          <p:nvPr userDrawn="1"/>
        </p:nvSpPr>
        <p:spPr>
          <a:xfrm>
            <a:off x="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 Placeholder 9">
            <a:extLst>
              <a:ext uri="{FF2B5EF4-FFF2-40B4-BE49-F238E27FC236}">
                <a16:creationId xmlns:a16="http://schemas.microsoft.com/office/drawing/2014/main" id="{7895A1A3-A6AA-456A-98DD-23651F1D1DBB}"/>
              </a:ext>
            </a:extLst>
          </p:cNvPr>
          <p:cNvSpPr>
            <a:spLocks noGrp="1"/>
          </p:cNvSpPr>
          <p:nvPr>
            <p:ph type="body" sz="quarter" idx="15" hasCustomPrompt="1"/>
          </p:nvPr>
        </p:nvSpPr>
        <p:spPr>
          <a:xfrm>
            <a:off x="6384032" y="1125538"/>
            <a:ext cx="5063967" cy="246221"/>
          </a:xfrm>
          <a:prstGeom prst="rect">
            <a:avLst/>
          </a:prstGeom>
        </p:spPr>
        <p:txBody>
          <a:bodyPr wrap="square" lIns="0" rIns="72000">
            <a:spAutoFit/>
          </a:bodyPr>
          <a:lstStyle>
            <a:lvl1pPr>
              <a:defRPr sz="1600" b="0">
                <a:solidFill>
                  <a:schemeClr val="tx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F2C12DC-68D5-4DF5-891E-DAEB8A4AB654}"/>
              </a:ext>
            </a:extLst>
          </p:cNvPr>
          <p:cNvSpPr>
            <a:spLocks noGrp="1"/>
          </p:cNvSpPr>
          <p:nvPr>
            <p:ph type="body" sz="quarter" idx="17"/>
          </p:nvPr>
        </p:nvSpPr>
        <p:spPr>
          <a:xfrm>
            <a:off x="6384032" y="1627200"/>
            <a:ext cx="5063967" cy="4825988"/>
          </a:xfrm>
          <a:prstGeom prst="rect">
            <a:avLst/>
          </a:prstGeom>
        </p:spPr>
        <p:txBody>
          <a:bodyPr>
            <a:noAutofit/>
          </a:bodyPr>
          <a:lstStyle>
            <a:lvl1pPr>
              <a:defRPr sz="1400"/>
            </a:lvl1pPr>
            <a:lvl2pPr>
              <a:defRPr sz="1400"/>
            </a:lvl2pPr>
            <a:lvl3pPr>
              <a:defRPr sz="1400"/>
            </a:lvl3pPr>
            <a:lvl4pPr>
              <a:defRPr sz="1200"/>
            </a:lvl4pPr>
            <a:lvl5pPr>
              <a:defRPr sz="12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 name="Title 1">
            <a:extLst>
              <a:ext uri="{FF2B5EF4-FFF2-40B4-BE49-F238E27FC236}">
                <a16:creationId xmlns:a16="http://schemas.microsoft.com/office/drawing/2014/main" id="{4A7337B1-E3AC-A7E5-7836-78F324F9FFAF}"/>
              </a:ext>
            </a:extLst>
          </p:cNvPr>
          <p:cNvSpPr>
            <a:spLocks noGrp="1"/>
          </p:cNvSpPr>
          <p:nvPr>
            <p:ph type="title"/>
          </p:nvPr>
        </p:nvSpPr>
        <p:spPr>
          <a:xfrm>
            <a:off x="6359417" y="260350"/>
            <a:ext cx="5063967" cy="792163"/>
          </a:xfrm>
        </p:spPr>
        <p:txBody>
          <a:bodyPr/>
          <a:lstStyle/>
          <a:p>
            <a:r>
              <a:rPr lang="fr-FR"/>
              <a:t>Modifiez le style du titre</a:t>
            </a:r>
            <a:endParaRPr lang="en-US"/>
          </a:p>
        </p:txBody>
      </p:sp>
    </p:spTree>
    <p:extLst>
      <p:ext uri="{BB962C8B-B14F-4D97-AF65-F5344CB8AC3E}">
        <p14:creationId xmlns:p14="http://schemas.microsoft.com/office/powerpoint/2010/main" val="131813697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2797756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Subtitle Dark Blue">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5166E472-7F03-4595-8219-0CA22510C30A}"/>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grpSp>
        <p:nvGrpSpPr>
          <p:cNvPr id="2" name="Group 37">
            <a:extLst>
              <a:ext uri="{FF2B5EF4-FFF2-40B4-BE49-F238E27FC236}">
                <a16:creationId xmlns:a16="http://schemas.microsoft.com/office/drawing/2014/main" id="{249954CA-1B4C-479D-8956-C152CD1D4255}"/>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86845868-3C42-0B91-A56D-1739F1EE5238}"/>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5D1D048-6CFA-0DCF-5953-84431BE6754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Title 2">
            <a:extLst>
              <a:ext uri="{FF2B5EF4-FFF2-40B4-BE49-F238E27FC236}">
                <a16:creationId xmlns:a16="http://schemas.microsoft.com/office/drawing/2014/main" id="{EE7D5AB5-F4DB-ECDA-A390-D44890647604}"/>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29984078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ubtitle Blue">
    <p:bg>
      <p:bgPr>
        <a:solidFill>
          <a:schemeClr val="accent1"/>
        </a:solidFill>
        <a:effectLst/>
      </p:bgPr>
    </p:bg>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8BF4754F-A565-D595-AC8C-9F0E9407F8F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368834284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Title Subtitle Content Grey">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dirty="0"/>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fr-FR" dirty="0"/>
              <a:t>Modifiez le style du titre</a:t>
            </a:r>
            <a:endParaRPr lang="en-US" dirty="0"/>
          </a:p>
        </p:txBody>
      </p:sp>
      <p:grpSp>
        <p:nvGrpSpPr>
          <p:cNvPr id="3" name="Group 37">
            <a:extLst>
              <a:ext uri="{FF2B5EF4-FFF2-40B4-BE49-F238E27FC236}">
                <a16:creationId xmlns:a16="http://schemas.microsoft.com/office/drawing/2014/main" id="{B0C581DC-AC70-A4F0-51CB-1FA6B08A37B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63F60F5E-5D27-779B-6E8E-C919398219A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A979E7CA-B1A9-8298-494D-03780A9E57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493987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grpSp>
        <p:nvGrpSpPr>
          <p:cNvPr id="4" name="Group 37">
            <a:extLst>
              <a:ext uri="{FF2B5EF4-FFF2-40B4-BE49-F238E27FC236}">
                <a16:creationId xmlns:a16="http://schemas.microsoft.com/office/drawing/2014/main" id="{9B4384E0-E70E-1D2F-00F4-6E8113E6115B}"/>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DEADA429-607C-23EB-6562-F893EB6AB13A}"/>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FE473CBE-1F40-1799-0531-AC4BB82893E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260874825"/>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grpSp>
        <p:nvGrpSpPr>
          <p:cNvPr id="4" name="Group 37">
            <a:extLst>
              <a:ext uri="{FF2B5EF4-FFF2-40B4-BE49-F238E27FC236}">
                <a16:creationId xmlns:a16="http://schemas.microsoft.com/office/drawing/2014/main" id="{7A334606-8EE3-365F-25B8-44D290069C7A}"/>
              </a:ext>
            </a:extLst>
          </p:cNvPr>
          <p:cNvGrpSpPr/>
          <p:nvPr userDrawn="1"/>
        </p:nvGrpSpPr>
        <p:grpSpPr>
          <a:xfrm>
            <a:off x="11501102" y="171573"/>
            <a:ext cx="419436" cy="388087"/>
            <a:chOff x="5481638" y="2859088"/>
            <a:chExt cx="1231900" cy="1139825"/>
          </a:xfrm>
          <a:solidFill>
            <a:schemeClr val="bg1"/>
          </a:solidFill>
        </p:grpSpPr>
        <p:sp>
          <p:nvSpPr>
            <p:cNvPr id="5" name="Freeform 320">
              <a:extLst>
                <a:ext uri="{FF2B5EF4-FFF2-40B4-BE49-F238E27FC236}">
                  <a16:creationId xmlns:a16="http://schemas.microsoft.com/office/drawing/2014/main" id="{9327B499-75BC-B2BA-955E-89BC1B5BA087}"/>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6" name="Freeform 321">
              <a:extLst>
                <a:ext uri="{FF2B5EF4-FFF2-40B4-BE49-F238E27FC236}">
                  <a16:creationId xmlns:a16="http://schemas.microsoft.com/office/drawing/2014/main" id="{830903CF-8165-AFC6-912A-B0D50B5352C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8940909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fr-FR"/>
              <a:t>Modifiez le style du titre</a:t>
            </a:r>
            <a:endParaRPr lang="en-US" dirty="0"/>
          </a:p>
        </p:txBody>
      </p:sp>
      <p:grpSp>
        <p:nvGrpSpPr>
          <p:cNvPr id="3" name="Group 37">
            <a:extLst>
              <a:ext uri="{FF2B5EF4-FFF2-40B4-BE49-F238E27FC236}">
                <a16:creationId xmlns:a16="http://schemas.microsoft.com/office/drawing/2014/main" id="{F75C5998-60B8-E90F-ABC5-B2B44AE3671E}"/>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7AA8B914-E494-3BE7-D1C9-625A618D7BB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F8C9E80B-66E6-FE75-51F4-FE53C769FD6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63103278"/>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4_Title Only Short Dark">
    <p:bg>
      <p:bgPr>
        <a:gradFill>
          <a:gsLst>
            <a:gs pos="100000">
              <a:schemeClr val="accent1"/>
            </a:gs>
            <a:gs pos="0">
              <a:schemeClr val="accent4"/>
            </a:gs>
          </a:gsLst>
          <a:lin ang="18900000" scaled="1"/>
        </a:gra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fr-FR"/>
              <a:t>Modifiez le style du titre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2" name="Group 37">
            <a:extLst>
              <a:ext uri="{FF2B5EF4-FFF2-40B4-BE49-F238E27FC236}">
                <a16:creationId xmlns:a16="http://schemas.microsoft.com/office/drawing/2014/main" id="{7A1A8CC8-8DC5-C9DB-BF05-A632200BAA79}"/>
              </a:ext>
            </a:extLst>
          </p:cNvPr>
          <p:cNvGrpSpPr/>
          <p:nvPr userDrawn="1"/>
        </p:nvGrpSpPr>
        <p:grpSpPr>
          <a:xfrm>
            <a:off x="11501102" y="171573"/>
            <a:ext cx="419436" cy="388087"/>
            <a:chOff x="5481638" y="2859088"/>
            <a:chExt cx="1231900" cy="1139825"/>
          </a:xfrm>
          <a:solidFill>
            <a:schemeClr val="bg1"/>
          </a:solidFill>
        </p:grpSpPr>
        <p:sp>
          <p:nvSpPr>
            <p:cNvPr id="3" name="Freeform 320">
              <a:extLst>
                <a:ext uri="{FF2B5EF4-FFF2-40B4-BE49-F238E27FC236}">
                  <a16:creationId xmlns:a16="http://schemas.microsoft.com/office/drawing/2014/main" id="{9FD445ED-7589-8F2E-2555-68F99651CF5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 name="Freeform 321">
              <a:extLst>
                <a:ext uri="{FF2B5EF4-FFF2-40B4-BE49-F238E27FC236}">
                  <a16:creationId xmlns:a16="http://schemas.microsoft.com/office/drawing/2014/main" id="{D611104C-45C2-A6EE-6C88-7B5A09068B1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689409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Disposition personnalisée">
    <p:bg>
      <p:bgPr>
        <a:gradFill flip="none" rotWithShape="1">
          <a:gsLst>
            <a:gs pos="0">
              <a:schemeClr val="accent4"/>
            </a:gs>
            <a:gs pos="100000">
              <a:schemeClr val="accent1"/>
            </a:gs>
          </a:gsLst>
          <a:lin ang="18900000" scaled="1"/>
          <a:tileRect/>
        </a:gradFill>
        <a:effectLst/>
      </p:bgPr>
    </p:bg>
    <p:spTree>
      <p:nvGrpSpPr>
        <p:cNvPr id="1" name=""/>
        <p:cNvGrpSpPr/>
        <p:nvPr/>
      </p:nvGrpSpPr>
      <p:grpSpPr>
        <a:xfrm>
          <a:off x="0" y="0"/>
          <a:ext cx="0" cy="0"/>
          <a:chOff x="0" y="0"/>
          <a:chExt cx="0" cy="0"/>
        </a:xfrm>
      </p:grpSpPr>
      <p:grpSp>
        <p:nvGrpSpPr>
          <p:cNvPr id="3" name="Group 37">
            <a:extLst>
              <a:ext uri="{FF2B5EF4-FFF2-40B4-BE49-F238E27FC236}">
                <a16:creationId xmlns:a16="http://schemas.microsoft.com/office/drawing/2014/main" id="{1061E678-75D4-A1A0-2B62-B9EE7897ADC9}"/>
              </a:ext>
            </a:extLst>
          </p:cNvPr>
          <p:cNvGrpSpPr/>
          <p:nvPr userDrawn="1"/>
        </p:nvGrpSpPr>
        <p:grpSpPr>
          <a:xfrm>
            <a:off x="11501102" y="171573"/>
            <a:ext cx="419436" cy="388087"/>
            <a:chOff x="5481638" y="2859088"/>
            <a:chExt cx="1231900" cy="1139825"/>
          </a:xfrm>
          <a:solidFill>
            <a:schemeClr val="bg1"/>
          </a:solidFill>
        </p:grpSpPr>
        <p:sp>
          <p:nvSpPr>
            <p:cNvPr id="4" name="Freeform 320">
              <a:extLst>
                <a:ext uri="{FF2B5EF4-FFF2-40B4-BE49-F238E27FC236}">
                  <a16:creationId xmlns:a16="http://schemas.microsoft.com/office/drawing/2014/main" id="{968249B3-6CEA-36AB-82F2-AC791AB4541D}"/>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5" name="Freeform 321">
              <a:extLst>
                <a:ext uri="{FF2B5EF4-FFF2-40B4-BE49-F238E27FC236}">
                  <a16:creationId xmlns:a16="http://schemas.microsoft.com/office/drawing/2014/main" id="{6CA36F11-D251-B9D9-4C20-84C34AAE71C9}"/>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92724648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obj">
  <p:cSld name="Title Slide">
    <p:bg>
      <p:bgPr>
        <a:solidFill>
          <a:schemeClr val="accent4"/>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199456" y="2072590"/>
            <a:ext cx="9865096" cy="1107996"/>
          </a:xfrm>
          <a:prstGeom prst="rect">
            <a:avLst/>
          </a:prstGeom>
        </p:spPr>
        <p:txBody>
          <a:bodyPr wrap="square" lIns="0" tIns="0" rIns="0" bIns="0">
            <a:spAutoFit/>
          </a:bodyPr>
          <a:lstStyle>
            <a:lvl1pPr algn="ctr">
              <a:defRPr sz="8000" b="1" i="0">
                <a:solidFill>
                  <a:schemeClr val="bg1"/>
                </a:solidFill>
                <a:latin typeface="+mn-lt"/>
                <a:cs typeface="Ubuntu Light"/>
              </a:defRPr>
            </a:lvl1pPr>
          </a:lstStyle>
          <a:p>
            <a:endParaRPr dirty="0"/>
          </a:p>
        </p:txBody>
      </p:sp>
      <p:sp>
        <p:nvSpPr>
          <p:cNvPr id="3" name="Holder 3"/>
          <p:cNvSpPr>
            <a:spLocks noGrp="1"/>
          </p:cNvSpPr>
          <p:nvPr>
            <p:ph type="subTitle" idx="4"/>
          </p:nvPr>
        </p:nvSpPr>
        <p:spPr>
          <a:xfrm>
            <a:off x="1199456" y="3840480"/>
            <a:ext cx="9865096" cy="369332"/>
          </a:xfrm>
          <a:prstGeom prst="rect">
            <a:avLst/>
          </a:prstGeom>
        </p:spPr>
        <p:txBody>
          <a:bodyPr wrap="square" lIns="0" tIns="0" rIns="0" bIns="0">
            <a:spAutoFit/>
          </a:bodyPr>
          <a:lstStyle>
            <a:lvl1pPr algn="ctr">
              <a:defRPr sz="2400">
                <a:solidFill>
                  <a:schemeClr val="bg1"/>
                </a:solidFill>
              </a:defRPr>
            </a:lvl1pPr>
          </a:lstStyle>
          <a:p>
            <a:endParaRPr dirty="0"/>
          </a:p>
        </p:txBody>
      </p:sp>
      <p:sp>
        <p:nvSpPr>
          <p:cNvPr id="5" name="object 3">
            <a:extLst>
              <a:ext uri="{FF2B5EF4-FFF2-40B4-BE49-F238E27FC236}">
                <a16:creationId xmlns:a16="http://schemas.microsoft.com/office/drawing/2014/main" id="{4CA8D049-F201-572F-B01A-3FF960745149}"/>
              </a:ext>
              <a:ext uri="{C183D7F6-B498-43B3-948B-1728B52AA6E4}">
                <adec:decorative xmlns:adec="http://schemas.microsoft.com/office/drawing/2017/decorative" val="1"/>
              </a:ext>
            </a:extLst>
          </p:cNvPr>
          <p:cNvSpPr/>
          <p:nvPr userDrawn="1"/>
        </p:nvSpPr>
        <p:spPr>
          <a:xfrm>
            <a:off x="11549154" y="211688"/>
            <a:ext cx="418180" cy="386605"/>
          </a:xfrm>
          <a:custGeom>
            <a:avLst/>
            <a:gdLst/>
            <a:ahLst/>
            <a:cxnLst/>
            <a:rect l="l" t="t" r="r" b="b"/>
            <a:pathLst>
              <a:path w="689609" h="637540">
                <a:moveTo>
                  <a:pt x="676808" y="283171"/>
                </a:moveTo>
                <a:lnTo>
                  <a:pt x="659422" y="238315"/>
                </a:lnTo>
                <a:lnTo>
                  <a:pt x="635520" y="196367"/>
                </a:lnTo>
                <a:lnTo>
                  <a:pt x="605726" y="157403"/>
                </a:lnTo>
                <a:lnTo>
                  <a:pt x="570687" y="121462"/>
                </a:lnTo>
                <a:lnTo>
                  <a:pt x="528434" y="86690"/>
                </a:lnTo>
                <a:lnTo>
                  <a:pt x="483044" y="56134"/>
                </a:lnTo>
                <a:lnTo>
                  <a:pt x="435178" y="29527"/>
                </a:lnTo>
                <a:lnTo>
                  <a:pt x="385483" y="6642"/>
                </a:lnTo>
                <a:lnTo>
                  <a:pt x="369176" y="0"/>
                </a:lnTo>
                <a:lnTo>
                  <a:pt x="344512" y="24333"/>
                </a:lnTo>
                <a:lnTo>
                  <a:pt x="313093" y="48183"/>
                </a:lnTo>
                <a:lnTo>
                  <a:pt x="276580" y="72085"/>
                </a:lnTo>
                <a:lnTo>
                  <a:pt x="195122" y="122275"/>
                </a:lnTo>
                <a:lnTo>
                  <a:pt x="153568" y="149656"/>
                </a:lnTo>
                <a:lnTo>
                  <a:pt x="113741" y="179298"/>
                </a:lnTo>
                <a:lnTo>
                  <a:pt x="77330" y="211759"/>
                </a:lnTo>
                <a:lnTo>
                  <a:pt x="46050" y="247586"/>
                </a:lnTo>
                <a:lnTo>
                  <a:pt x="21602" y="287337"/>
                </a:lnTo>
                <a:lnTo>
                  <a:pt x="5689" y="331546"/>
                </a:lnTo>
                <a:lnTo>
                  <a:pt x="0" y="380784"/>
                </a:lnTo>
                <a:lnTo>
                  <a:pt x="5943" y="428574"/>
                </a:lnTo>
                <a:lnTo>
                  <a:pt x="22898" y="473151"/>
                </a:lnTo>
                <a:lnTo>
                  <a:pt x="49555" y="512610"/>
                </a:lnTo>
                <a:lnTo>
                  <a:pt x="84582" y="545007"/>
                </a:lnTo>
                <a:lnTo>
                  <a:pt x="126695" y="568426"/>
                </a:lnTo>
                <a:lnTo>
                  <a:pt x="198526" y="578281"/>
                </a:lnTo>
                <a:lnTo>
                  <a:pt x="234340" y="572922"/>
                </a:lnTo>
                <a:lnTo>
                  <a:pt x="299681" y="543369"/>
                </a:lnTo>
                <a:lnTo>
                  <a:pt x="350913" y="495579"/>
                </a:lnTo>
                <a:lnTo>
                  <a:pt x="392214" y="435952"/>
                </a:lnTo>
                <a:lnTo>
                  <a:pt x="429247" y="371309"/>
                </a:lnTo>
                <a:lnTo>
                  <a:pt x="448487" y="339432"/>
                </a:lnTo>
                <a:lnTo>
                  <a:pt x="491998" y="284594"/>
                </a:lnTo>
                <a:lnTo>
                  <a:pt x="552208" y="250723"/>
                </a:lnTo>
                <a:lnTo>
                  <a:pt x="585292" y="247205"/>
                </a:lnTo>
                <a:lnTo>
                  <a:pt x="618794" y="251485"/>
                </a:lnTo>
                <a:lnTo>
                  <a:pt x="650151" y="263499"/>
                </a:lnTo>
                <a:lnTo>
                  <a:pt x="676808" y="283171"/>
                </a:lnTo>
                <a:close/>
              </a:path>
              <a:path w="689609" h="637540">
                <a:moveTo>
                  <a:pt x="689470" y="371373"/>
                </a:moveTo>
                <a:lnTo>
                  <a:pt x="678637" y="325310"/>
                </a:lnTo>
                <a:lnTo>
                  <a:pt x="636955" y="284200"/>
                </a:lnTo>
                <a:lnTo>
                  <a:pt x="578815" y="272999"/>
                </a:lnTo>
                <a:lnTo>
                  <a:pt x="551103" y="278485"/>
                </a:lnTo>
                <a:lnTo>
                  <a:pt x="506285" y="309105"/>
                </a:lnTo>
                <a:lnTo>
                  <a:pt x="471004" y="358025"/>
                </a:lnTo>
                <a:lnTo>
                  <a:pt x="425742" y="443611"/>
                </a:lnTo>
                <a:lnTo>
                  <a:pt x="410692" y="470649"/>
                </a:lnTo>
                <a:lnTo>
                  <a:pt x="376783" y="522224"/>
                </a:lnTo>
                <a:lnTo>
                  <a:pt x="331978" y="569607"/>
                </a:lnTo>
                <a:lnTo>
                  <a:pt x="274320" y="606196"/>
                </a:lnTo>
                <a:lnTo>
                  <a:pt x="242189" y="618413"/>
                </a:lnTo>
                <a:lnTo>
                  <a:pt x="258787" y="627443"/>
                </a:lnTo>
                <a:lnTo>
                  <a:pt x="277241" y="633044"/>
                </a:lnTo>
                <a:lnTo>
                  <a:pt x="296430" y="636066"/>
                </a:lnTo>
                <a:lnTo>
                  <a:pt x="315277" y="637349"/>
                </a:lnTo>
                <a:lnTo>
                  <a:pt x="335991" y="637501"/>
                </a:lnTo>
                <a:lnTo>
                  <a:pt x="356730" y="636422"/>
                </a:lnTo>
                <a:lnTo>
                  <a:pt x="397852" y="631037"/>
                </a:lnTo>
                <a:lnTo>
                  <a:pt x="435419" y="622630"/>
                </a:lnTo>
                <a:lnTo>
                  <a:pt x="472528" y="610057"/>
                </a:lnTo>
                <a:lnTo>
                  <a:pt x="507212" y="592378"/>
                </a:lnTo>
                <a:lnTo>
                  <a:pt x="537527" y="568617"/>
                </a:lnTo>
                <a:lnTo>
                  <a:pt x="497217" y="562127"/>
                </a:lnTo>
                <a:lnTo>
                  <a:pt x="463956" y="542798"/>
                </a:lnTo>
                <a:lnTo>
                  <a:pt x="440639" y="512457"/>
                </a:lnTo>
                <a:lnTo>
                  <a:pt x="430174" y="472960"/>
                </a:lnTo>
                <a:lnTo>
                  <a:pt x="460997" y="501142"/>
                </a:lnTo>
                <a:lnTo>
                  <a:pt x="497116" y="518515"/>
                </a:lnTo>
                <a:lnTo>
                  <a:pt x="536790" y="524586"/>
                </a:lnTo>
                <a:lnTo>
                  <a:pt x="578243" y="518795"/>
                </a:lnTo>
                <a:lnTo>
                  <a:pt x="612813" y="503986"/>
                </a:lnTo>
                <a:lnTo>
                  <a:pt x="642493" y="481355"/>
                </a:lnTo>
                <a:lnTo>
                  <a:pt x="665975" y="452323"/>
                </a:lnTo>
                <a:lnTo>
                  <a:pt x="682002" y="418299"/>
                </a:lnTo>
                <a:lnTo>
                  <a:pt x="687730" y="395033"/>
                </a:lnTo>
                <a:lnTo>
                  <a:pt x="689470" y="371373"/>
                </a:lnTo>
                <a:close/>
              </a:path>
            </a:pathLst>
          </a:custGeom>
          <a:solidFill>
            <a:srgbClr val="FFFFFF"/>
          </a:solidFill>
        </p:spPr>
        <p:txBody>
          <a:bodyPr wrap="square" lIns="0" tIns="0" rIns="0" bIns="0" rtlCol="0"/>
          <a:lstStyle/>
          <a:p>
            <a:endParaRPr sz="1092" dirty="0"/>
          </a:p>
        </p:txBody>
      </p:sp>
    </p:spTree>
    <p:extLst>
      <p:ext uri="{BB962C8B-B14F-4D97-AF65-F5344CB8AC3E}">
        <p14:creationId xmlns:p14="http://schemas.microsoft.com/office/powerpoint/2010/main" val="356956768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Title Only Grey">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8E58F-8094-1E41-530A-1113B3879770}"/>
              </a:ext>
            </a:extLst>
          </p:cNvPr>
          <p:cNvSpPr>
            <a:spLocks noGrp="1"/>
          </p:cNvSpPr>
          <p:nvPr>
            <p:ph type="title"/>
          </p:nvPr>
        </p:nvSpPr>
        <p:spPr/>
        <p:txBody>
          <a:bodyPr/>
          <a:lstStyle>
            <a:lvl1pPr>
              <a:defRPr>
                <a:solidFill>
                  <a:schemeClr val="bg1"/>
                </a:solidFill>
              </a:defRPr>
            </a:lvl1pPr>
          </a:lstStyle>
          <a:p>
            <a:r>
              <a:rPr lang="fr-FR" dirty="0"/>
              <a:t>Modifiez le style du titre</a:t>
            </a:r>
            <a:endParaRPr lang="en-US" dirty="0"/>
          </a:p>
        </p:txBody>
      </p:sp>
    </p:spTree>
    <p:extLst>
      <p:ext uri="{BB962C8B-B14F-4D97-AF65-F5344CB8AC3E}">
        <p14:creationId xmlns:p14="http://schemas.microsoft.com/office/powerpoint/2010/main" val="348359443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ubtitle Dark Grey">
    <p:bg>
      <p:bgPr>
        <a:solidFill>
          <a:schemeClr val="accent4"/>
        </a:solidFill>
        <a:effectLst/>
      </p:bgPr>
    </p:bg>
    <p:spTree>
      <p:nvGrpSpPr>
        <p:cNvPr id="1" name=""/>
        <p:cNvGrpSpPr/>
        <p:nvPr/>
      </p:nvGrpSpPr>
      <p:grpSpPr>
        <a:xfrm>
          <a:off x="0" y="0"/>
          <a:ext cx="0" cy="0"/>
          <a:chOff x="0" y="0"/>
          <a:chExt cx="0" cy="0"/>
        </a:xfrm>
      </p:grpSpPr>
      <p:sp>
        <p:nvSpPr>
          <p:cNvPr id="12" name="Text Placeholder 9">
            <a:extLst>
              <a:ext uri="{FF2B5EF4-FFF2-40B4-BE49-F238E27FC236}">
                <a16:creationId xmlns:a16="http://schemas.microsoft.com/office/drawing/2014/main" id="{C1949725-ACD2-44C4-85AF-10B39EC61473}"/>
              </a:ext>
            </a:extLst>
          </p:cNvPr>
          <p:cNvSpPr>
            <a:spLocks noGrp="1"/>
          </p:cNvSpPr>
          <p:nvPr>
            <p:ph type="body" sz="quarter" idx="15" hasCustomPrompt="1"/>
          </p:nvPr>
        </p:nvSpPr>
        <p:spPr>
          <a:xfrm>
            <a:off x="414971" y="1125538"/>
            <a:ext cx="11369042" cy="246221"/>
          </a:xfrm>
          <a:prstGeom prst="rect">
            <a:avLst/>
          </a:prstGeom>
        </p:spPr>
        <p:txBody>
          <a:bodyPr lIns="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 name="Title 1">
            <a:extLst>
              <a:ext uri="{FF2B5EF4-FFF2-40B4-BE49-F238E27FC236}">
                <a16:creationId xmlns:a16="http://schemas.microsoft.com/office/drawing/2014/main" id="{3D771E05-0646-A062-8DD0-B00651AE6E76}"/>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403856930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itle Subtitle Content Grey">
    <p:bg>
      <p:bgPr>
        <a:solidFill>
          <a:schemeClr val="accent4"/>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414971" y="1125538"/>
            <a:ext cx="11369042" cy="246221"/>
          </a:xfrm>
          <a:prstGeom prst="rect">
            <a:avLst/>
          </a:prstGeom>
        </p:spPr>
        <p:txBody>
          <a:bodyPr>
            <a:spAutoFit/>
          </a:bodyPr>
          <a:lstStyle>
            <a:lvl1pPr>
              <a:defRPr sz="1600" b="0">
                <a:solidFill>
                  <a:schemeClr val="bg1"/>
                </a:solidFill>
                <a:latin typeface="Ubuntu Light" panose="020B0304030602030204" pitchFamily="34" charset="0"/>
              </a:defRPr>
            </a:lvl1pPr>
          </a:lstStyle>
          <a:p>
            <a:pPr lvl="0"/>
            <a:r>
              <a:rPr lang="fr-FR" dirty="0"/>
              <a:t>Cliquez pour modifier les styles du texte du masque</a:t>
            </a:r>
          </a:p>
        </p:txBody>
      </p:sp>
      <p:sp>
        <p:nvSpPr>
          <p:cNvPr id="9" name="Text Placeholder 8">
            <a:extLst>
              <a:ext uri="{FF2B5EF4-FFF2-40B4-BE49-F238E27FC236}">
                <a16:creationId xmlns:a16="http://schemas.microsoft.com/office/drawing/2014/main" id="{C8D4D202-FD32-49BA-88CC-B39D2339504A}"/>
              </a:ext>
            </a:extLst>
          </p:cNvPr>
          <p:cNvSpPr>
            <a:spLocks noGrp="1"/>
          </p:cNvSpPr>
          <p:nvPr>
            <p:ph type="body" sz="quarter" idx="17"/>
          </p:nvPr>
        </p:nvSpPr>
        <p:spPr>
          <a:xfrm>
            <a:off x="414971" y="1624108"/>
            <a:ext cx="11369042" cy="4829080"/>
          </a:xfrm>
          <a:prstGeom prst="rect">
            <a:avLst/>
          </a:prstGeo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de-DE" dirty="0"/>
          </a:p>
        </p:txBody>
      </p:sp>
      <p:sp>
        <p:nvSpPr>
          <p:cNvPr id="2" name="Title 1">
            <a:extLst>
              <a:ext uri="{FF2B5EF4-FFF2-40B4-BE49-F238E27FC236}">
                <a16:creationId xmlns:a16="http://schemas.microsoft.com/office/drawing/2014/main" id="{92564CED-1C28-DF10-1067-5941504A95A0}"/>
              </a:ext>
            </a:extLst>
          </p:cNvPr>
          <p:cNvSpPr>
            <a:spLocks noGrp="1"/>
          </p:cNvSpPr>
          <p:nvPr>
            <p:ph type="title"/>
          </p:nvPr>
        </p:nvSpPr>
        <p:spPr/>
        <p:txBody>
          <a:bodyPr/>
          <a:lstStyle>
            <a:lvl1pPr>
              <a:defRPr>
                <a:solidFill>
                  <a:schemeClr val="bg1"/>
                </a:solidFill>
              </a:defRPr>
            </a:lvl1pPr>
          </a:lstStyle>
          <a:p>
            <a:r>
              <a:rPr lang="fr-FR" dirty="0"/>
              <a:t>Modifiez le style du titre</a:t>
            </a:r>
            <a:endParaRPr lang="en-US" dirty="0"/>
          </a:p>
        </p:txBody>
      </p:sp>
    </p:spTree>
    <p:extLst>
      <p:ext uri="{BB962C8B-B14F-4D97-AF65-F5344CB8AC3E}">
        <p14:creationId xmlns:p14="http://schemas.microsoft.com/office/powerpoint/2010/main" val="102525051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5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7D3C6BC6-663C-C133-76CE-9BAB02DAEDB3}"/>
              </a:ext>
            </a:extLst>
          </p:cNvPr>
          <p:cNvSpPr>
            <a:spLocks noGrp="1"/>
          </p:cNvSpPr>
          <p:nvPr>
            <p:ph type="pic" sz="quarter" idx="18" hasCustomPrompt="1"/>
          </p:nvPr>
        </p:nvSpPr>
        <p:spPr>
          <a:xfrm>
            <a:off x="7967663" y="1122907"/>
            <a:ext cx="4224338"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bg1"/>
                </a:solidFill>
              </a:defRPr>
            </a:lvl1pPr>
          </a:lstStyle>
          <a:p>
            <a:r>
              <a:rPr lang="de-DE" dirty="0"/>
              <a:t>Insert Picture and send </a:t>
            </a:r>
            <a:r>
              <a:rPr lang="de-DE" dirty="0" err="1"/>
              <a:t>to</a:t>
            </a:r>
            <a:r>
              <a:rPr lang="de-DE" dirty="0"/>
              <a:t> back</a:t>
            </a:r>
          </a:p>
        </p:txBody>
      </p:sp>
      <p:sp>
        <p:nvSpPr>
          <p:cNvPr id="14" name="Text Placeholder 9">
            <a:extLst>
              <a:ext uri="{FF2B5EF4-FFF2-40B4-BE49-F238E27FC236}">
                <a16:creationId xmlns:a16="http://schemas.microsoft.com/office/drawing/2014/main" id="{98C3DB19-4889-48D4-AFFB-A1B288723D76}"/>
              </a:ext>
            </a:extLst>
          </p:cNvPr>
          <p:cNvSpPr>
            <a:spLocks noGrp="1"/>
          </p:cNvSpPr>
          <p:nvPr>
            <p:ph type="body" sz="quarter" idx="15" hasCustomPrompt="1"/>
          </p:nvPr>
        </p:nvSpPr>
        <p:spPr>
          <a:xfrm>
            <a:off x="414971" y="1125538"/>
            <a:ext cx="7337213"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F13880FA-A20C-4104-8D48-DC99C13D0B89}"/>
              </a:ext>
            </a:extLst>
          </p:cNvPr>
          <p:cNvSpPr>
            <a:spLocks noGrp="1"/>
          </p:cNvSpPr>
          <p:nvPr>
            <p:ph type="body" sz="quarter" idx="17"/>
          </p:nvPr>
        </p:nvSpPr>
        <p:spPr>
          <a:xfrm>
            <a:off x="414971" y="1628800"/>
            <a:ext cx="7337213" cy="4824388"/>
          </a:xfrm>
          <a:prstGeom prst="rect">
            <a:avLst/>
          </a:prstGeom>
        </p:spPr>
        <p:txBody>
          <a:bodyPr rIns="216000">
            <a:noAutofit/>
          </a:bodyPr>
          <a:lstStyle>
            <a:lvl1pPr>
              <a:defRPr sz="1400">
                <a:solidFill>
                  <a:schemeClr val="bg1"/>
                </a:solidFill>
              </a:defRPr>
            </a:lvl1pPr>
            <a:lvl2pPr>
              <a:buClrTx/>
              <a:defRPr sz="1400">
                <a:solidFill>
                  <a:schemeClr val="bg1"/>
                </a:solidFill>
              </a:defRPr>
            </a:lvl2pPr>
            <a:lvl3pPr>
              <a:buClrTx/>
              <a:defRPr sz="1400">
                <a:solidFill>
                  <a:schemeClr val="bg1"/>
                </a:solidFill>
              </a:defRPr>
            </a:lvl3pPr>
            <a:lvl4pPr>
              <a:buClrTx/>
              <a:defRPr sz="1200">
                <a:solidFill>
                  <a:schemeClr val="bg1"/>
                </a:solidFill>
              </a:defRPr>
            </a:lvl4pPr>
            <a:lvl5pPr>
              <a:buClrTx/>
              <a:defRPr sz="1200">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FC5D9B30-9A2C-505E-36D0-05AF0DBAAC3C}"/>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2358005226"/>
      </p:ext>
    </p:extLst>
  </p:cSld>
  <p:clrMapOvr>
    <a:masterClrMapping/>
  </p:clrMapOvr>
  <p:extLst>
    <p:ext uri="{DCECCB84-F9BA-43D5-87BE-67443E8EF086}">
      <p15:sldGuideLst xmlns:p15="http://schemas.microsoft.com/office/powerpoint/2012/main">
        <p15:guide id="1" pos="5019">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Title Only Short Dark">
    <p:bg>
      <p:bgPr>
        <a:solidFill>
          <a:schemeClr val="accent4"/>
        </a:solidFill>
        <a:effectLst/>
      </p:bgPr>
    </p:bg>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D947A8D9-3FE6-9441-652F-400363E70669}"/>
              </a:ext>
            </a:extLst>
          </p:cNvPr>
          <p:cNvSpPr>
            <a:spLocks noGrp="1"/>
          </p:cNvSpPr>
          <p:nvPr>
            <p:ph type="pic" sz="quarter" idx="18" hasCustomPrompt="1"/>
          </p:nvPr>
        </p:nvSpPr>
        <p:spPr>
          <a:xfrm>
            <a:off x="6096001" y="1122907"/>
            <a:ext cx="6096000" cy="5735093"/>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6" name="Text Placeholder 9">
            <a:extLst>
              <a:ext uri="{FF2B5EF4-FFF2-40B4-BE49-F238E27FC236}">
                <a16:creationId xmlns:a16="http://schemas.microsoft.com/office/drawing/2014/main" id="{859F9A52-5C59-4371-8261-06DAE7261AF2}"/>
              </a:ext>
            </a:extLst>
          </p:cNvPr>
          <p:cNvSpPr>
            <a:spLocks noGrp="1"/>
          </p:cNvSpPr>
          <p:nvPr>
            <p:ph type="body" sz="quarter" idx="15" hasCustomPrompt="1"/>
          </p:nvPr>
        </p:nvSpPr>
        <p:spPr>
          <a:xfrm>
            <a:off x="414971" y="1125538"/>
            <a:ext cx="5545800"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2" name="Text Placeholder 7">
            <a:extLst>
              <a:ext uri="{FF2B5EF4-FFF2-40B4-BE49-F238E27FC236}">
                <a16:creationId xmlns:a16="http://schemas.microsoft.com/office/drawing/2014/main" id="{33B64D18-C45E-440C-9C66-6F1DDAC0172E}"/>
              </a:ext>
            </a:extLst>
          </p:cNvPr>
          <p:cNvSpPr>
            <a:spLocks noGrp="1"/>
          </p:cNvSpPr>
          <p:nvPr>
            <p:ph type="body" sz="quarter" idx="17"/>
          </p:nvPr>
        </p:nvSpPr>
        <p:spPr>
          <a:xfrm>
            <a:off x="414971" y="1627200"/>
            <a:ext cx="5545137" cy="4825988"/>
          </a:xfrm>
          <a:prstGeom prst="rect">
            <a:avLst/>
          </a:prstGeom>
        </p:spPr>
        <p:txBody>
          <a:bodyPr vert="horz" lIns="0" tIns="0" rIns="21600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3" name="Title 2">
            <a:extLst>
              <a:ext uri="{FF2B5EF4-FFF2-40B4-BE49-F238E27FC236}">
                <a16:creationId xmlns:a16="http://schemas.microsoft.com/office/drawing/2014/main" id="{D325044F-30C6-C6D9-84C0-2B925714F572}"/>
              </a:ext>
            </a:extLst>
          </p:cNvPr>
          <p:cNvSpPr>
            <a:spLocks noGrp="1"/>
          </p:cNvSpPr>
          <p:nvPr>
            <p:ph type="title"/>
          </p:nvPr>
        </p:nvSpPr>
        <p:spPr/>
        <p:txBody>
          <a:bodyPr/>
          <a:lstStyle>
            <a:lvl1pPr>
              <a:defRPr>
                <a:solidFill>
                  <a:schemeClr val="bg1"/>
                </a:solidFill>
              </a:defRPr>
            </a:lvl1pPr>
          </a:lstStyle>
          <a:p>
            <a:r>
              <a:rPr lang="fr-FR"/>
              <a:t>Modifiez le style du titre</a:t>
            </a:r>
            <a:endParaRPr lang="en-US"/>
          </a:p>
        </p:txBody>
      </p:sp>
    </p:spTree>
    <p:extLst>
      <p:ext uri="{BB962C8B-B14F-4D97-AF65-F5344CB8AC3E}">
        <p14:creationId xmlns:p14="http://schemas.microsoft.com/office/powerpoint/2010/main" val="3050590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7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A40C8F40-0AE5-4281-9868-B3C794BF6FD6}"/>
              </a:ext>
            </a:extLst>
          </p:cNvPr>
          <p:cNvSpPr>
            <a:spLocks noGrp="1"/>
          </p:cNvSpPr>
          <p:nvPr>
            <p:ph type="pic" sz="quarter" idx="19" hasCustomPrompt="1"/>
          </p:nvPr>
        </p:nvSpPr>
        <p:spPr>
          <a:xfrm>
            <a:off x="-1" y="0"/>
            <a:ext cx="4208053"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DE5BD221-7593-42BD-A842-EFACB10DAB74}"/>
              </a:ext>
            </a:extLst>
          </p:cNvPr>
          <p:cNvSpPr>
            <a:spLocks noGrp="1"/>
          </p:cNvSpPr>
          <p:nvPr>
            <p:ph type="body" sz="quarter" idx="16" hasCustomPrompt="1"/>
          </p:nvPr>
        </p:nvSpPr>
        <p:spPr>
          <a:xfrm>
            <a:off x="4444744" y="1126800"/>
            <a:ext cx="6962544"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19" name="Text Placeholder 8">
            <a:extLst>
              <a:ext uri="{FF2B5EF4-FFF2-40B4-BE49-F238E27FC236}">
                <a16:creationId xmlns:a16="http://schemas.microsoft.com/office/drawing/2014/main" id="{A6C5C35D-CE7D-48CD-A1B2-353FFA53AEE9}"/>
              </a:ext>
            </a:extLst>
          </p:cNvPr>
          <p:cNvSpPr>
            <a:spLocks noGrp="1"/>
          </p:cNvSpPr>
          <p:nvPr>
            <p:ph type="body" sz="quarter" idx="18"/>
          </p:nvPr>
        </p:nvSpPr>
        <p:spPr>
          <a:xfrm>
            <a:off x="4445407" y="1627200"/>
            <a:ext cx="6962544"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4" name="Groupe 1">
            <a:extLst>
              <a:ext uri="{FF2B5EF4-FFF2-40B4-BE49-F238E27FC236}">
                <a16:creationId xmlns:a16="http://schemas.microsoft.com/office/drawing/2014/main" id="{DFFA4EA6-56A9-4F86-ABC0-8D91183AD408}"/>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C156B522-A0C0-42B8-BB11-65082FE767FF}"/>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43AD94EE-7857-4B4F-8194-A523D32A3519}"/>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 name="Title 1">
            <a:extLst>
              <a:ext uri="{FF2B5EF4-FFF2-40B4-BE49-F238E27FC236}">
                <a16:creationId xmlns:a16="http://schemas.microsoft.com/office/drawing/2014/main" id="{63D8BFFB-83BD-8B73-4F5E-285DBB5281A2}"/>
              </a:ext>
            </a:extLst>
          </p:cNvPr>
          <p:cNvSpPr>
            <a:spLocks noGrp="1"/>
          </p:cNvSpPr>
          <p:nvPr>
            <p:ph type="title"/>
          </p:nvPr>
        </p:nvSpPr>
        <p:spPr>
          <a:xfrm>
            <a:off x="4444744" y="260350"/>
            <a:ext cx="6978640" cy="792163"/>
          </a:xfrm>
        </p:spPr>
        <p:txBody>
          <a:bodyPr/>
          <a:lstStyle>
            <a:lvl1pPr>
              <a:defRPr>
                <a:solidFill>
                  <a:schemeClr val="bg1"/>
                </a:solidFill>
              </a:defRPr>
            </a:lvl1pPr>
          </a:lstStyle>
          <a:p>
            <a:r>
              <a:rPr lang="fr-FR"/>
              <a:t>Modifiez le style du titre</a:t>
            </a:r>
            <a:endParaRPr lang="en-US" dirty="0"/>
          </a:p>
        </p:txBody>
      </p:sp>
    </p:spTree>
    <p:extLst>
      <p:ext uri="{BB962C8B-B14F-4D97-AF65-F5344CB8AC3E}">
        <p14:creationId xmlns:p14="http://schemas.microsoft.com/office/powerpoint/2010/main" val="419135484"/>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8_Title Only Short Dark">
    <p:bg>
      <p:bgPr>
        <a:solidFill>
          <a:schemeClr val="accent4"/>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C8A4E47E-A55F-4490-AD19-D9A415AA57C5}"/>
              </a:ext>
            </a:extLst>
          </p:cNvPr>
          <p:cNvSpPr>
            <a:spLocks noGrp="1"/>
          </p:cNvSpPr>
          <p:nvPr>
            <p:ph type="pic" sz="quarter" idx="19"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dirty="0"/>
              <a:t>Click icon to add picture and send picture to back</a:t>
            </a:r>
          </a:p>
        </p:txBody>
      </p:sp>
      <p:sp>
        <p:nvSpPr>
          <p:cNvPr id="20" name="Text Placeholder 9">
            <a:extLst>
              <a:ext uri="{FF2B5EF4-FFF2-40B4-BE49-F238E27FC236}">
                <a16:creationId xmlns:a16="http://schemas.microsoft.com/office/drawing/2014/main" id="{B7C70459-DE10-4F5D-80E6-BAD5BA66267C}"/>
              </a:ext>
            </a:extLst>
          </p:cNvPr>
          <p:cNvSpPr>
            <a:spLocks noGrp="1"/>
          </p:cNvSpPr>
          <p:nvPr>
            <p:ph type="body" sz="quarter" idx="16" hasCustomPrompt="1"/>
          </p:nvPr>
        </p:nvSpPr>
        <p:spPr>
          <a:xfrm>
            <a:off x="6384032" y="1125538"/>
            <a:ext cx="5047879" cy="246221"/>
          </a:xfrm>
          <a:prstGeom prst="rect">
            <a:avLst/>
          </a:prstGeom>
        </p:spPr>
        <p:txBody>
          <a:bodyPr wrap="square" lIns="0" rIns="72000">
            <a:spAutoFit/>
          </a:bodyPr>
          <a:lstStyle>
            <a:lvl1pPr>
              <a:defRPr sz="1600" b="0">
                <a:solidFill>
                  <a:schemeClr val="bg1"/>
                </a:solidFill>
                <a:latin typeface="Ubuntu Light" panose="020B0304030602030204" pitchFamily="34" charset="0"/>
              </a:defRPr>
            </a:lvl1pPr>
          </a:lstStyle>
          <a:p>
            <a:pPr lvl="0"/>
            <a:r>
              <a:rPr lang="en-US" dirty="0"/>
              <a:t>Click to edit Master text styles</a:t>
            </a:r>
          </a:p>
        </p:txBody>
      </p:sp>
      <p:sp>
        <p:nvSpPr>
          <p:cNvPr id="21" name="Title 4">
            <a:extLst>
              <a:ext uri="{FF2B5EF4-FFF2-40B4-BE49-F238E27FC236}">
                <a16:creationId xmlns:a16="http://schemas.microsoft.com/office/drawing/2014/main" id="{CC59ACB0-A839-47A7-AC17-01C5AED88934}"/>
              </a:ext>
            </a:extLst>
          </p:cNvPr>
          <p:cNvSpPr>
            <a:spLocks noGrp="1"/>
          </p:cNvSpPr>
          <p:nvPr>
            <p:ph type="title"/>
          </p:nvPr>
        </p:nvSpPr>
        <p:spPr>
          <a:xfrm>
            <a:off x="6384032" y="6907"/>
            <a:ext cx="5047879" cy="1127300"/>
          </a:xfrm>
        </p:spPr>
        <p:txBody>
          <a:bodyPr/>
          <a:lstStyle>
            <a:lvl1pPr>
              <a:defRPr>
                <a:solidFill>
                  <a:schemeClr val="bg1"/>
                </a:solidFill>
              </a:defRPr>
            </a:lvl1pPr>
          </a:lstStyle>
          <a:p>
            <a:r>
              <a:rPr lang="fr-FR"/>
              <a:t>Modifiez le style du titre</a:t>
            </a:r>
            <a:endParaRPr lang="de-DE" dirty="0"/>
          </a:p>
        </p:txBody>
      </p:sp>
      <p:sp>
        <p:nvSpPr>
          <p:cNvPr id="19" name="Text Placeholder 6">
            <a:extLst>
              <a:ext uri="{FF2B5EF4-FFF2-40B4-BE49-F238E27FC236}">
                <a16:creationId xmlns:a16="http://schemas.microsoft.com/office/drawing/2014/main" id="{A8B886D2-95CB-49D8-B7AE-68DA209E76FA}"/>
              </a:ext>
            </a:extLst>
          </p:cNvPr>
          <p:cNvSpPr>
            <a:spLocks noGrp="1"/>
          </p:cNvSpPr>
          <p:nvPr>
            <p:ph type="body" sz="quarter" idx="18"/>
          </p:nvPr>
        </p:nvSpPr>
        <p:spPr>
          <a:xfrm>
            <a:off x="6384032" y="1627200"/>
            <a:ext cx="5047879" cy="4825988"/>
          </a:xfrm>
          <a:prstGeom prst="rect">
            <a:avLst/>
          </a:prstGeom>
        </p:spPr>
        <p:txBody>
          <a:bodyPr vert="horz" lIns="0" tIns="0" rIns="0" bIns="0" rtlCol="0">
            <a:noAutofit/>
          </a:bodyPr>
          <a:lstStyle>
            <a:lvl1pPr>
              <a:defRPr lang="en-US" sz="1400" smtClean="0">
                <a:solidFill>
                  <a:schemeClr val="bg1"/>
                </a:solidFill>
              </a:defRPr>
            </a:lvl1pPr>
            <a:lvl2pPr marL="180975" indent="-180975">
              <a:buClrTx/>
              <a:defRPr lang="en-US" sz="1400" kern="1200" dirty="0" smtClean="0">
                <a:solidFill>
                  <a:schemeClr val="bg1"/>
                </a:solidFill>
                <a:latin typeface="+mn-lt"/>
                <a:ea typeface="+mn-ea"/>
                <a:cs typeface="+mn-cs"/>
              </a:defRPr>
            </a:lvl2pPr>
            <a:lvl3pPr marL="360000" indent="-180000">
              <a:buClrTx/>
              <a:defRPr lang="en-US" sz="1400" kern="1200" dirty="0" smtClean="0">
                <a:solidFill>
                  <a:schemeClr val="bg1"/>
                </a:solidFill>
                <a:latin typeface="+mn-lt"/>
                <a:ea typeface="+mn-ea"/>
                <a:cs typeface="+mn-cs"/>
              </a:defRPr>
            </a:lvl3pPr>
            <a:lvl4pPr marL="539750" indent="-180000">
              <a:buClrTx/>
              <a:defRPr lang="en-US" sz="1200" kern="1200" dirty="0" smtClean="0">
                <a:solidFill>
                  <a:schemeClr val="bg1"/>
                </a:solidFill>
                <a:latin typeface="+mn-lt"/>
                <a:ea typeface="+mn-ea"/>
                <a:cs typeface="+mn-cs"/>
              </a:defRPr>
            </a:lvl4pPr>
            <a:lvl5pPr marL="719138" indent="-180975">
              <a:buClrTx/>
              <a:defRPr lang="en-US" sz="1200" kern="1200" dirty="0">
                <a:solidFill>
                  <a:schemeClr val="bg1"/>
                </a:solidFill>
                <a:latin typeface="+mn-lt"/>
                <a:ea typeface="+mn-ea"/>
                <a:cs typeface="+mn-cs"/>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grpSp>
        <p:nvGrpSpPr>
          <p:cNvPr id="16" name="Groupe 1">
            <a:extLst>
              <a:ext uri="{FF2B5EF4-FFF2-40B4-BE49-F238E27FC236}">
                <a16:creationId xmlns:a16="http://schemas.microsoft.com/office/drawing/2014/main" id="{E0AE299F-7351-4397-AACC-823584420C74}"/>
              </a:ext>
            </a:extLst>
          </p:cNvPr>
          <p:cNvGrpSpPr/>
          <p:nvPr userDrawn="1"/>
        </p:nvGrpSpPr>
        <p:grpSpPr>
          <a:xfrm>
            <a:off x="11501102" y="171573"/>
            <a:ext cx="419436" cy="388988"/>
            <a:chOff x="11501102" y="171573"/>
            <a:chExt cx="419436" cy="388988"/>
          </a:xfrm>
        </p:grpSpPr>
        <p:sp>
          <p:nvSpPr>
            <p:cNvPr id="22" name="Freeform 13">
              <a:extLst>
                <a:ext uri="{FF2B5EF4-FFF2-40B4-BE49-F238E27FC236}">
                  <a16:creationId xmlns:a16="http://schemas.microsoft.com/office/drawing/2014/main" id="{2EAF937C-9725-44A1-BB6F-11B4974BADA6}"/>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4" name="Freeform 14">
              <a:extLst>
                <a:ext uri="{FF2B5EF4-FFF2-40B4-BE49-F238E27FC236}">
                  <a16:creationId xmlns:a16="http://schemas.microsoft.com/office/drawing/2014/main" id="{0B23023F-6948-45C1-A879-0B093E949B0A}"/>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21845130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sposition personnalisé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9998616"/>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gradFill flip="none" rotWithShape="1">
          <a:gsLst>
            <a:gs pos="100000">
              <a:schemeClr val="accent1"/>
            </a:gs>
            <a:gs pos="0">
              <a:schemeClr val="accent4"/>
            </a:gs>
          </a:gsLst>
          <a:lin ang="18900000" scaled="1"/>
          <a:tileRect/>
        </a:gradFill>
        <a:effectLst/>
      </p:bgPr>
    </p:bg>
    <p:spTree>
      <p:nvGrpSpPr>
        <p:cNvPr id="1" name=""/>
        <p:cNvGrpSpPr/>
        <p:nvPr/>
      </p:nvGrpSpPr>
      <p:grpSpPr>
        <a:xfrm>
          <a:off x="0" y="0"/>
          <a:ext cx="0" cy="0"/>
          <a:chOff x="0" y="0"/>
          <a:chExt cx="0" cy="0"/>
        </a:xfrm>
      </p:grpSpPr>
      <p:pic>
        <p:nvPicPr>
          <p:cNvPr id="4" name="Picture 7">
            <a:hlinkClick r:id="rId2"/>
            <a:extLst>
              <a:ext uri="{FF2B5EF4-FFF2-40B4-BE49-F238E27FC236}">
                <a16:creationId xmlns:a16="http://schemas.microsoft.com/office/drawing/2014/main" id="{941A3941-C755-6656-4029-D0028A53BB32}"/>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5" name="Picture 2">
            <a:hlinkClick r:id="rId4"/>
            <a:extLst>
              <a:ext uri="{FF2B5EF4-FFF2-40B4-BE49-F238E27FC236}">
                <a16:creationId xmlns:a16="http://schemas.microsoft.com/office/drawing/2014/main" id="{3591224F-8FEC-9B5A-1F57-B601D9EC4CA0}"/>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6" name="Picture 4">
            <a:hlinkClick r:id="rId6"/>
            <a:extLst>
              <a:ext uri="{FF2B5EF4-FFF2-40B4-BE49-F238E27FC236}">
                <a16:creationId xmlns:a16="http://schemas.microsoft.com/office/drawing/2014/main" id="{C96036E5-31FB-13BE-950F-9869979802DC}"/>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7" name="Picture 6">
            <a:hlinkClick r:id="rId8"/>
            <a:extLst>
              <a:ext uri="{FF2B5EF4-FFF2-40B4-BE49-F238E27FC236}">
                <a16:creationId xmlns:a16="http://schemas.microsoft.com/office/drawing/2014/main" id="{C895DE98-7E11-9ACD-964C-CB06CEB75807}"/>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8" name="Rectangle 7">
            <a:extLst>
              <a:ext uri="{FF2B5EF4-FFF2-40B4-BE49-F238E27FC236}">
                <a16:creationId xmlns:a16="http://schemas.microsoft.com/office/drawing/2014/main" id="{3CBBF08B-D059-4998-4ED3-95035CA33654}"/>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pic>
        <p:nvPicPr>
          <p:cNvPr id="10" name="Image 9" descr="Une image contenant noir, Graphique, art&#10;&#10;Description générée automatiquement">
            <a:extLst>
              <a:ext uri="{FF2B5EF4-FFF2-40B4-BE49-F238E27FC236}">
                <a16:creationId xmlns:a16="http://schemas.microsoft.com/office/drawing/2014/main" id="{DE62D67C-765C-84EB-F850-6A1F3B6BE8F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5447928" y="836712"/>
            <a:ext cx="7729744" cy="6403861"/>
          </a:xfrm>
          <a:prstGeom prst="rect">
            <a:avLst/>
          </a:prstGeom>
        </p:spPr>
      </p:pic>
      <p:pic>
        <p:nvPicPr>
          <p:cNvPr id="3" name="Graphique 2">
            <a:extLst>
              <a:ext uri="{FF2B5EF4-FFF2-40B4-BE49-F238E27FC236}">
                <a16:creationId xmlns:a16="http://schemas.microsoft.com/office/drawing/2014/main" id="{9B3FDAE9-396F-612D-C7F6-AB1CF8FEF8BA}"/>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3430470722"/>
      </p:ext>
    </p:extLst>
  </p:cSld>
  <p:clrMapOvr>
    <a:masterClrMapping/>
  </p:clrMapOvr>
  <p:extLst>
    <p:ext uri="{DCECCB84-F9BA-43D5-87BE-67443E8EF086}">
      <p15:sldGuideLst xmlns:p15="http://schemas.microsoft.com/office/powerpoint/2012/main">
        <p15:guide id="2" pos="7423">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Final Slide dark">
    <p:bg>
      <p:bgPr>
        <a:solidFill>
          <a:srgbClr val="272936"/>
        </a:solidFill>
        <a:effectLst/>
      </p:bgPr>
    </p:bg>
    <p:spTree>
      <p:nvGrpSpPr>
        <p:cNvPr id="1" name=""/>
        <p:cNvGrpSpPr/>
        <p:nvPr/>
      </p:nvGrpSpPr>
      <p:grpSpPr>
        <a:xfrm>
          <a:off x="0" y="0"/>
          <a:ext cx="0" cy="0"/>
          <a:chOff x="0" y="0"/>
          <a:chExt cx="0" cy="0"/>
        </a:xfrm>
      </p:grpSpPr>
      <p:pic>
        <p:nvPicPr>
          <p:cNvPr id="10" name="Picture 7">
            <a:hlinkClick r:id="rId2"/>
            <a:extLst>
              <a:ext uri="{FF2B5EF4-FFF2-40B4-BE49-F238E27FC236}">
                <a16:creationId xmlns:a16="http://schemas.microsoft.com/office/drawing/2014/main" id="{CC55E37E-23F7-AE09-687B-FF0A64465B2C}"/>
              </a:ext>
            </a:extLst>
          </p:cNvPr>
          <p:cNvPicPr>
            <a:picLocks noChangeAspect="1" noChangeArrowheads="1"/>
          </p:cNvPicPr>
          <p:nvPr userDrawn="1"/>
        </p:nvPicPr>
        <p:blipFill>
          <a:blip r:embed="rId3" cstate="screen">
            <a:extLst>
              <a:ext uri="{28A0092B-C50C-407E-A947-70E740481C1C}">
                <a14:useLocalDpi xmlns:a14="http://schemas.microsoft.com/office/drawing/2010/main"/>
              </a:ext>
            </a:extLst>
          </a:blip>
          <a:srcRect/>
          <a:stretch>
            <a:fillRect/>
          </a:stretch>
        </p:blipFill>
        <p:spPr bwMode="auto">
          <a:xfrm>
            <a:off x="8514289" y="5571089"/>
            <a:ext cx="333195" cy="333195"/>
          </a:xfrm>
          <a:prstGeom prst="rect">
            <a:avLst/>
          </a:prstGeom>
          <a:noFill/>
        </p:spPr>
      </p:pic>
      <p:pic>
        <p:nvPicPr>
          <p:cNvPr id="11" name="Picture 2">
            <a:hlinkClick r:id="rId4"/>
            <a:extLst>
              <a:ext uri="{FF2B5EF4-FFF2-40B4-BE49-F238E27FC236}">
                <a16:creationId xmlns:a16="http://schemas.microsoft.com/office/drawing/2014/main" id="{A9A234E1-21A9-0562-AA45-77469E965E95}"/>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8897666" y="5571089"/>
            <a:ext cx="333195" cy="333195"/>
          </a:xfrm>
          <a:prstGeom prst="rect">
            <a:avLst/>
          </a:prstGeom>
          <a:noFill/>
        </p:spPr>
      </p:pic>
      <p:pic>
        <p:nvPicPr>
          <p:cNvPr id="12" name="Picture 4">
            <a:hlinkClick r:id="rId6"/>
            <a:extLst>
              <a:ext uri="{FF2B5EF4-FFF2-40B4-BE49-F238E27FC236}">
                <a16:creationId xmlns:a16="http://schemas.microsoft.com/office/drawing/2014/main" id="{D3F9462A-9181-7B6F-0C53-88633CD0910A}"/>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9281043" y="5571089"/>
            <a:ext cx="333195" cy="333195"/>
          </a:xfrm>
          <a:prstGeom prst="rect">
            <a:avLst/>
          </a:prstGeom>
          <a:noFill/>
        </p:spPr>
      </p:pic>
      <p:pic>
        <p:nvPicPr>
          <p:cNvPr id="17" name="Picture 6">
            <a:hlinkClick r:id="rId8"/>
            <a:extLst>
              <a:ext uri="{FF2B5EF4-FFF2-40B4-BE49-F238E27FC236}">
                <a16:creationId xmlns:a16="http://schemas.microsoft.com/office/drawing/2014/main" id="{0057A36D-710A-32C2-2461-BFFF579A0993}"/>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9664420" y="5571089"/>
            <a:ext cx="333195" cy="333195"/>
          </a:xfrm>
          <a:prstGeom prst="rect">
            <a:avLst/>
          </a:prstGeom>
          <a:noFill/>
        </p:spPr>
      </p:pic>
      <p:sp>
        <p:nvSpPr>
          <p:cNvPr id="18" name="Rectangle 17">
            <a:extLst>
              <a:ext uri="{FF2B5EF4-FFF2-40B4-BE49-F238E27FC236}">
                <a16:creationId xmlns:a16="http://schemas.microsoft.com/office/drawing/2014/main" id="{5ACF1211-C28D-FCA4-B36E-E08F106C8C67}"/>
              </a:ext>
            </a:extLst>
          </p:cNvPr>
          <p:cNvSpPr/>
          <p:nvPr userDrawn="1"/>
        </p:nvSpPr>
        <p:spPr>
          <a:xfrm>
            <a:off x="8514289" y="6053226"/>
            <a:ext cx="3234143"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mn-lt"/>
                <a:cs typeface="Arial"/>
              </a:rPr>
              <a:t>Copyright © 2025 Capgemini. All rights reserved.</a:t>
            </a:r>
          </a:p>
        </p:txBody>
      </p:sp>
      <p:pic>
        <p:nvPicPr>
          <p:cNvPr id="4" name="Picture 14">
            <a:extLst>
              <a:ext uri="{FF2B5EF4-FFF2-40B4-BE49-F238E27FC236}">
                <a16:creationId xmlns:a16="http://schemas.microsoft.com/office/drawing/2014/main" id="{72F6479D-6EC4-876D-159E-45E9EFA775CF}"/>
              </a:ext>
            </a:extLst>
          </p:cNvPr>
          <p:cNvPicPr>
            <a:picLocks noChangeAspect="1"/>
          </p:cNvPicPr>
          <p:nvPr userDrawn="1"/>
        </p:nvPicPr>
        <p:blipFill>
          <a:blip r:embed="rId10" cstate="screen">
            <a:extLst>
              <a:ext uri="{28A0092B-C50C-407E-A947-70E740481C1C}">
                <a14:useLocalDpi xmlns:a14="http://schemas.microsoft.com/office/drawing/2010/main"/>
              </a:ext>
            </a:extLst>
          </a:blip>
          <a:stretch>
            <a:fillRect/>
          </a:stretch>
        </p:blipFill>
        <p:spPr>
          <a:xfrm>
            <a:off x="3239381" y="3837746"/>
            <a:ext cx="8938728" cy="3477505"/>
          </a:xfrm>
          <a:prstGeom prst="rect">
            <a:avLst/>
          </a:prstGeom>
        </p:spPr>
      </p:pic>
      <p:pic>
        <p:nvPicPr>
          <p:cNvPr id="7" name="Graphique 6">
            <a:extLst>
              <a:ext uri="{FF2B5EF4-FFF2-40B4-BE49-F238E27FC236}">
                <a16:creationId xmlns:a16="http://schemas.microsoft.com/office/drawing/2014/main" id="{D7AE1E3B-E7E8-FD4E-EE81-2AEC19A21510}"/>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402694" y="5975962"/>
            <a:ext cx="2988000" cy="453937"/>
          </a:xfrm>
          <a:prstGeom prst="rect">
            <a:avLst/>
          </a:prstGeom>
        </p:spPr>
      </p:pic>
    </p:spTree>
    <p:extLst>
      <p:ext uri="{BB962C8B-B14F-4D97-AF65-F5344CB8AC3E}">
        <p14:creationId xmlns:p14="http://schemas.microsoft.com/office/powerpoint/2010/main" val="1873482767"/>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894156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1_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1712074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a:prstGeom prst="rect">
            <a:avLst/>
          </a:prstGeo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152015737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prstGeom prst="rect">
            <a:avLst/>
          </a:prstGeo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dirty="0"/>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accent1"/>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36036255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p>
            <a:pPr lvl="0"/>
            <a:r>
              <a:rPr lang="en-US" dirty="0"/>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258061017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a:prstGeom prst="rect">
            <a:avLst/>
          </a:prstGeo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2184211929"/>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accent1"/>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a:prstGeom prst="rect">
            <a:avLst/>
          </a:prstGeom>
        </p:spPr>
        <p:txBody>
          <a:bodyPr anchor="b"/>
          <a:lstStyle>
            <a:lvl1pPr>
              <a:lnSpc>
                <a:spcPct val="90000"/>
              </a:lnSpc>
              <a:defRPr sz="7200">
                <a:latin typeface="Ubuntu Light" panose="020B0304030602030204" pitchFamily="34" charset="0"/>
              </a:defRPr>
            </a:lvl1pPr>
          </a:lstStyle>
          <a:p>
            <a:r>
              <a:rPr lang="en-US" dirty="0"/>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lvl1pPr>
          </a:lstStyle>
          <a:p>
            <a:pPr lvl="0"/>
            <a:r>
              <a:rPr lang="en-US" dirty="0"/>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4189528230"/>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a:prstGeom prst="rect">
            <a:avLst/>
          </a:prstGeom>
        </p:spPr>
        <p:txBody>
          <a:bodyPr anchor="b"/>
          <a:lstStyle>
            <a:lvl1pPr>
              <a:defRPr sz="5400">
                <a:solidFill>
                  <a:schemeClr val="bg1"/>
                </a:solidFill>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1983355767"/>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dirty="0"/>
              <a:t>Click icon to add picture</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a:prstGeom prst="rect">
            <a:avLst/>
          </a:prstGeom>
        </p:spPr>
        <p:txBody>
          <a:bodyPr anchor="b"/>
          <a:lstStyle>
            <a:lvl1pPr>
              <a:defRPr sz="6600">
                <a:solidFill>
                  <a:schemeClr val="bg1"/>
                </a:solidFill>
                <a:latin typeface="Ubuntu Light" panose="020B0304030602030204" pitchFamily="34" charset="0"/>
              </a:defRPr>
            </a:lvl1pPr>
          </a:lstStyle>
          <a:p>
            <a:r>
              <a:rPr lang="en-US" dirty="0"/>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dirty="0"/>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238025585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bg1"/>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a:prstGeom prst="rect">
            <a:avLst/>
          </a:prstGeom>
        </p:spPr>
        <p:txBody>
          <a:bodyPr anchor="b"/>
          <a:lstStyle>
            <a:lvl1pPr>
              <a:defRPr sz="5400"/>
            </a:lvl1pPr>
          </a:lstStyle>
          <a:p>
            <a:r>
              <a:rPr lang="en-US" dirty="0"/>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dirty="0"/>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dirty="0"/>
              <a:t>Click to edit Master text styles</a:t>
            </a:r>
          </a:p>
        </p:txBody>
      </p:sp>
    </p:spTree>
    <p:extLst>
      <p:ext uri="{BB962C8B-B14F-4D97-AF65-F5344CB8AC3E}">
        <p14:creationId xmlns:p14="http://schemas.microsoft.com/office/powerpoint/2010/main" val="40148957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4DF1FB95-D31F-BE9E-B180-3D9694FA82C8}"/>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3" name="Title Placeholder 4">
            <a:extLst>
              <a:ext uri="{FF2B5EF4-FFF2-40B4-BE49-F238E27FC236}">
                <a16:creationId xmlns:a16="http://schemas.microsoft.com/office/drawing/2014/main" id="{0DFC6213-FA5F-719D-08B4-AB40D1B57B18}"/>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8" name="Text Placeholder 1">
            <a:extLst>
              <a:ext uri="{FF2B5EF4-FFF2-40B4-BE49-F238E27FC236}">
                <a16:creationId xmlns:a16="http://schemas.microsoft.com/office/drawing/2014/main" id="{2D90A92B-BDBF-A45E-B38F-657F2F0B5AEC}"/>
              </a:ext>
            </a:extLst>
          </p:cNvPr>
          <p:cNvSpPr>
            <a:spLocks noGrp="1"/>
          </p:cNvSpPr>
          <p:nvPr>
            <p:ph idx="1" hasCustomPrompt="1"/>
          </p:nvPr>
        </p:nvSpPr>
        <p:spPr>
          <a:xfrm>
            <a:off x="551384" y="1628800"/>
            <a:ext cx="7920880" cy="4668638"/>
          </a:xfrm>
          <a:prstGeom prst="rect">
            <a:avLst/>
          </a:prstGeom>
        </p:spPr>
        <p:txBody>
          <a:bodyPr vert="horz" lIns="0" tIns="0" rIns="0" bIns="0" rtlCol="0">
            <a:noAutofit/>
          </a:body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Fifth level</a:t>
            </a:r>
          </a:p>
        </p:txBody>
      </p:sp>
    </p:spTree>
    <p:extLst>
      <p:ext uri="{BB962C8B-B14F-4D97-AF65-F5344CB8AC3E}">
        <p14:creationId xmlns:p14="http://schemas.microsoft.com/office/powerpoint/2010/main" val="133389668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F8DBF4E9-6C28-E0D4-13BF-1E287D5E317C}"/>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6" name="Text Placeholder 1">
            <a:extLst>
              <a:ext uri="{FF2B5EF4-FFF2-40B4-BE49-F238E27FC236}">
                <a16:creationId xmlns:a16="http://schemas.microsoft.com/office/drawing/2014/main" id="{1970243F-E192-B209-5E33-DC3DC5F86B33}"/>
              </a:ext>
            </a:extLst>
          </p:cNvPr>
          <p:cNvSpPr>
            <a:spLocks noGrp="1"/>
          </p:cNvSpPr>
          <p:nvPr>
            <p:ph idx="1" hasCustomPrompt="1"/>
          </p:nvPr>
        </p:nvSpPr>
        <p:spPr>
          <a:xfrm>
            <a:off x="6600056" y="1628800"/>
            <a:ext cx="5042266" cy="4668638"/>
          </a:xfrm>
          <a:prstGeom prst="rect">
            <a:avLst/>
          </a:prstGeom>
        </p:spPr>
        <p:txBody>
          <a:bodyPr vert="horz" lIns="0" tIns="0" rIns="0" bIns="0" rtlCol="0">
            <a:noAutofit/>
          </a:bodyPr>
          <a:lst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lvl1pPr>
            <a:lvl2pPr marL="180975" marR="0"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lvl2pPr>
            <a:lvl3pPr marL="360000" marR="0"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lvl3pPr>
            <a:lvl4pPr marL="539750" marR="0"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lvl4pPr>
            <a:lvl5pPr marL="719138" marR="0"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lvl5pPr>
          </a:lstStyle>
          <a:p>
            <a:pPr marL="0" marR="0" lvl="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Click to edit Master text styles</a:t>
            </a:r>
          </a:p>
          <a:p>
            <a:pPr marL="180975" marR="0" lvl="1" indent="-180975" algn="l" defTabSz="914400" rtl="0" eaLnBrk="1" fontAlgn="auto" latinLnBrk="0" hangingPunct="1">
              <a:lnSpc>
                <a:spcPct val="100000"/>
              </a:lnSpc>
              <a:spcBef>
                <a:spcPts val="600"/>
              </a:spcBef>
              <a:spcAft>
                <a:spcPts val="0"/>
              </a:spcAft>
              <a:buClr>
                <a:srgbClr val="FFFFFF"/>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Second level</a:t>
            </a:r>
          </a:p>
          <a:p>
            <a:pPr marL="360000" marR="0" lvl="2" indent="-180000" algn="l" defTabSz="914400" rtl="0" eaLnBrk="1" fontAlgn="auto" latinLnBrk="0" hangingPunct="1">
              <a:lnSpc>
                <a:spcPct val="100000"/>
              </a:lnSpc>
              <a:spcBef>
                <a:spcPts val="600"/>
              </a:spcBef>
              <a:spcAft>
                <a:spcPts val="0"/>
              </a:spcAft>
              <a:buClr>
                <a:srgbClr val="FFFFFF"/>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Third level</a:t>
            </a:r>
          </a:p>
          <a:p>
            <a:pPr marL="539750" marR="0" lvl="3" indent="-180000" algn="l" defTabSz="914400" rtl="0" eaLnBrk="1" fontAlgn="auto" latinLnBrk="0" hangingPunct="1">
              <a:lnSpc>
                <a:spcPct val="100000"/>
              </a:lnSpc>
              <a:spcBef>
                <a:spcPts val="600"/>
              </a:spcBef>
              <a:spcAft>
                <a:spcPts val="0"/>
              </a:spcAft>
              <a:buClr>
                <a:srgbClr val="1DB7F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Fourth level</a:t>
            </a:r>
          </a:p>
          <a:p>
            <a:pPr marL="719138" marR="0" lvl="4" indent="-180975" algn="l" defTabSz="914400" rtl="0" eaLnBrk="1" fontAlgn="auto" latinLnBrk="0" hangingPunct="1">
              <a:lnSpc>
                <a:spcPct val="100000"/>
              </a:lnSpc>
              <a:spcBef>
                <a:spcPts val="600"/>
              </a:spcBef>
              <a:spcAft>
                <a:spcPts val="0"/>
              </a:spcAft>
              <a:buClr>
                <a:srgbClr val="1DB7F3"/>
              </a:buClr>
              <a:buSzTx/>
              <a:buFont typeface="System Font Regular"/>
              <a:buChar char="-"/>
              <a:tabLst/>
              <a:defRPr/>
            </a:pPr>
            <a:r>
              <a:rPr kumimoji="0" lang="en-US" sz="1400" b="0" i="0" u="none" strike="noStrike" kern="1200" cap="none" spc="0" normalizeH="0" baseline="0" noProof="0" dirty="0">
                <a:ln>
                  <a:noFill/>
                </a:ln>
                <a:solidFill>
                  <a:srgbClr val="FFFFFF"/>
                </a:solidFill>
                <a:effectLst/>
                <a:uLnTx/>
                <a:uFillTx/>
                <a:latin typeface="+mn-lt"/>
                <a:ea typeface="+mn-ea"/>
                <a:cs typeface="+mn-cs"/>
              </a:rPr>
              <a:t>Fifth level</a:t>
            </a:r>
          </a:p>
        </p:txBody>
      </p:sp>
    </p:spTree>
    <p:extLst>
      <p:ext uri="{BB962C8B-B14F-4D97-AF65-F5344CB8AC3E}">
        <p14:creationId xmlns:p14="http://schemas.microsoft.com/office/powerpoint/2010/main" val="126379347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Agenda 3">
    <p:spTree>
      <p:nvGrpSpPr>
        <p:cNvPr id="1" name=""/>
        <p:cNvGrpSpPr/>
        <p:nvPr/>
      </p:nvGrpSpPr>
      <p:grpSpPr>
        <a:xfrm>
          <a:off x="0" y="0"/>
          <a:ext cx="0" cy="0"/>
          <a:chOff x="0" y="0"/>
          <a:chExt cx="0" cy="0"/>
        </a:xfrm>
      </p:grpSpPr>
      <p:sp>
        <p:nvSpPr>
          <p:cNvPr id="33" name="Date Placeholder 32">
            <a:extLst>
              <a:ext uri="{FF2B5EF4-FFF2-40B4-BE49-F238E27FC236}">
                <a16:creationId xmlns:a16="http://schemas.microsoft.com/office/drawing/2014/main" id="{1792F48F-AFC4-D77D-4FA8-B153535CBD70}"/>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5" name="Footer Placeholder 34">
            <a:extLst>
              <a:ext uri="{FF2B5EF4-FFF2-40B4-BE49-F238E27FC236}">
                <a16:creationId xmlns:a16="http://schemas.microsoft.com/office/drawing/2014/main" id="{8FAEFB74-F2E3-AD6C-0203-954A6974716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6" name="Slide Number Placeholder 35">
            <a:extLst>
              <a:ext uri="{FF2B5EF4-FFF2-40B4-BE49-F238E27FC236}">
                <a16:creationId xmlns:a16="http://schemas.microsoft.com/office/drawing/2014/main" id="{AB9C35E1-257F-5A5F-F59A-ECEFF887BE62}"/>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177ECEE6-C274-510A-E183-7CC64018E234}"/>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3" name="Text Placeholder 11">
            <a:extLst>
              <a:ext uri="{FF2B5EF4-FFF2-40B4-BE49-F238E27FC236}">
                <a16:creationId xmlns:a16="http://schemas.microsoft.com/office/drawing/2014/main" id="{6956557D-0540-4E06-2606-E74478C1B109}"/>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B9586E9-C51E-DA56-3FAC-023C3959153C}"/>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6">
            <a:extLst>
              <a:ext uri="{FF2B5EF4-FFF2-40B4-BE49-F238E27FC236}">
                <a16:creationId xmlns:a16="http://schemas.microsoft.com/office/drawing/2014/main" id="{B89E4D1A-2646-73E5-791B-BF0164C0C833}"/>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9" name="Text Placeholder 6">
            <a:extLst>
              <a:ext uri="{FF2B5EF4-FFF2-40B4-BE49-F238E27FC236}">
                <a16:creationId xmlns:a16="http://schemas.microsoft.com/office/drawing/2014/main" id="{C9ACB82F-DA24-7A22-07AF-D6418D2E50C4}"/>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1" name="Text Placeholder 6">
            <a:extLst>
              <a:ext uri="{FF2B5EF4-FFF2-40B4-BE49-F238E27FC236}">
                <a16:creationId xmlns:a16="http://schemas.microsoft.com/office/drawing/2014/main" id="{073143D8-53B8-C7F0-0E9A-BEBDE5FAB4B6}"/>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11">
            <a:extLst>
              <a:ext uri="{FF2B5EF4-FFF2-40B4-BE49-F238E27FC236}">
                <a16:creationId xmlns:a16="http://schemas.microsoft.com/office/drawing/2014/main" id="{E7A9F9A2-0932-B847-8275-8C3EED0F9C87}"/>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4" name="Text Placeholder 11">
            <a:extLst>
              <a:ext uri="{FF2B5EF4-FFF2-40B4-BE49-F238E27FC236}">
                <a16:creationId xmlns:a16="http://schemas.microsoft.com/office/drawing/2014/main" id="{3F2F5FF2-5929-011C-CA94-B0950D74BC6A}"/>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11">
            <a:extLst>
              <a:ext uri="{FF2B5EF4-FFF2-40B4-BE49-F238E27FC236}">
                <a16:creationId xmlns:a16="http://schemas.microsoft.com/office/drawing/2014/main" id="{346C6A8E-6729-0ABB-9DE0-B78F02301527}"/>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2" name="Text Placeholder 6">
            <a:extLst>
              <a:ext uri="{FF2B5EF4-FFF2-40B4-BE49-F238E27FC236}">
                <a16:creationId xmlns:a16="http://schemas.microsoft.com/office/drawing/2014/main" id="{F3292A20-85E1-5411-0C87-353A3DC2ED89}"/>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C445348-FDB6-A20D-4FB5-E8D748B8DB3C}"/>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4" name="Text Placeholder 6">
            <a:extLst>
              <a:ext uri="{FF2B5EF4-FFF2-40B4-BE49-F238E27FC236}">
                <a16:creationId xmlns:a16="http://schemas.microsoft.com/office/drawing/2014/main" id="{AB9A3432-DAB6-2FB4-1AEB-959A8F3438A4}"/>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8" name="Rectangle 27">
            <a:extLst>
              <a:ext uri="{FF2B5EF4-FFF2-40B4-BE49-F238E27FC236}">
                <a16:creationId xmlns:a16="http://schemas.microsoft.com/office/drawing/2014/main" id="{3A39CED3-C9C5-5AA1-7B87-C6EBF61C365D}"/>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9" name="Title Placeholder 4">
            <a:extLst>
              <a:ext uri="{FF2B5EF4-FFF2-40B4-BE49-F238E27FC236}">
                <a16:creationId xmlns:a16="http://schemas.microsoft.com/office/drawing/2014/main" id="{2D0B2EA5-825C-A08F-F88F-E7FFE20241DB}"/>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40213144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Agenda 4">
    <p:spTree>
      <p:nvGrpSpPr>
        <p:cNvPr id="1" name=""/>
        <p:cNvGrpSpPr/>
        <p:nvPr/>
      </p:nvGrpSpPr>
      <p:grpSpPr>
        <a:xfrm>
          <a:off x="0" y="0"/>
          <a:ext cx="0" cy="0"/>
          <a:chOff x="0" y="0"/>
          <a:chExt cx="0" cy="0"/>
        </a:xfrm>
      </p:grpSpPr>
      <p:sp>
        <p:nvSpPr>
          <p:cNvPr id="37" name="Date Placeholder 36">
            <a:extLst>
              <a:ext uri="{FF2B5EF4-FFF2-40B4-BE49-F238E27FC236}">
                <a16:creationId xmlns:a16="http://schemas.microsoft.com/office/drawing/2014/main" id="{E3E44C7E-7B24-5387-ED6D-C81D4AC2100E}"/>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8" name="Footer Placeholder 37">
            <a:extLst>
              <a:ext uri="{FF2B5EF4-FFF2-40B4-BE49-F238E27FC236}">
                <a16:creationId xmlns:a16="http://schemas.microsoft.com/office/drawing/2014/main" id="{7394A9BB-87FE-DE03-D4F2-1F0FD0B3D02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39" name="Slide Number Placeholder 38">
            <a:extLst>
              <a:ext uri="{FF2B5EF4-FFF2-40B4-BE49-F238E27FC236}">
                <a16:creationId xmlns:a16="http://schemas.microsoft.com/office/drawing/2014/main" id="{A4E72023-089F-F6C6-773E-52A615A0A2C4}"/>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ext Placeholder 11">
            <a:extLst>
              <a:ext uri="{FF2B5EF4-FFF2-40B4-BE49-F238E27FC236}">
                <a16:creationId xmlns:a16="http://schemas.microsoft.com/office/drawing/2014/main" id="{F75B5451-AA81-CE88-5DF5-4CBB04754088}"/>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7" name="Text Placeholder 11">
            <a:extLst>
              <a:ext uri="{FF2B5EF4-FFF2-40B4-BE49-F238E27FC236}">
                <a16:creationId xmlns:a16="http://schemas.microsoft.com/office/drawing/2014/main" id="{35649664-012E-9B95-5AA9-38E8670BAA9D}"/>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8" name="Text Placeholder 11">
            <a:extLst>
              <a:ext uri="{FF2B5EF4-FFF2-40B4-BE49-F238E27FC236}">
                <a16:creationId xmlns:a16="http://schemas.microsoft.com/office/drawing/2014/main" id="{F01EAEFE-E66F-FA16-C00C-234C622D62F1}"/>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1" name="Text Placeholder 6">
            <a:extLst>
              <a:ext uri="{FF2B5EF4-FFF2-40B4-BE49-F238E27FC236}">
                <a16:creationId xmlns:a16="http://schemas.microsoft.com/office/drawing/2014/main" id="{89C76E14-1DFB-6F15-5025-855B6361FD29}"/>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2" name="Text Placeholder 6">
            <a:extLst>
              <a:ext uri="{FF2B5EF4-FFF2-40B4-BE49-F238E27FC236}">
                <a16:creationId xmlns:a16="http://schemas.microsoft.com/office/drawing/2014/main" id="{936F63F5-2235-EC6B-F20A-322C375D6764}"/>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4" name="Text Placeholder 6">
            <a:extLst>
              <a:ext uri="{FF2B5EF4-FFF2-40B4-BE49-F238E27FC236}">
                <a16:creationId xmlns:a16="http://schemas.microsoft.com/office/drawing/2014/main" id="{15422053-2476-1943-AE00-164A9E8371BA}"/>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15" name="Text Placeholder 11">
            <a:extLst>
              <a:ext uri="{FF2B5EF4-FFF2-40B4-BE49-F238E27FC236}">
                <a16:creationId xmlns:a16="http://schemas.microsoft.com/office/drawing/2014/main" id="{09E58911-49B3-A279-5C3D-0C66A8D50259}"/>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6" name="Text Placeholder 11">
            <a:extLst>
              <a:ext uri="{FF2B5EF4-FFF2-40B4-BE49-F238E27FC236}">
                <a16:creationId xmlns:a16="http://schemas.microsoft.com/office/drawing/2014/main" id="{81EE432F-B6C5-2C6D-4F8C-B6AF52AC1342}"/>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17" name="Text Placeholder 11">
            <a:extLst>
              <a:ext uri="{FF2B5EF4-FFF2-40B4-BE49-F238E27FC236}">
                <a16:creationId xmlns:a16="http://schemas.microsoft.com/office/drawing/2014/main" id="{6C3B1CB0-F25D-6CFE-1572-C02E9F997A1F}"/>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bg2"/>
                </a:solidFill>
              </a:defRPr>
            </a:lvl1pPr>
          </a:lstStyle>
          <a:p>
            <a:pPr lvl="0"/>
            <a:r>
              <a:rPr lang="en-US" dirty="0"/>
              <a:t>Click to add text</a:t>
            </a:r>
          </a:p>
        </p:txBody>
      </p:sp>
      <p:sp>
        <p:nvSpPr>
          <p:cNvPr id="21" name="Text Placeholder 6">
            <a:extLst>
              <a:ext uri="{FF2B5EF4-FFF2-40B4-BE49-F238E27FC236}">
                <a16:creationId xmlns:a16="http://schemas.microsoft.com/office/drawing/2014/main" id="{CCC683A4-8B80-3F5B-F447-292A75A2F9EA}"/>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5C7B3DFE-E0E4-60C2-9E68-E7CFA51D9090}"/>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3" name="Text Placeholder 6">
            <a:extLst>
              <a:ext uri="{FF2B5EF4-FFF2-40B4-BE49-F238E27FC236}">
                <a16:creationId xmlns:a16="http://schemas.microsoft.com/office/drawing/2014/main" id="{FBB528F0-6D32-2E8E-109D-145FF08029B2}"/>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bg2"/>
                </a:solidFill>
              </a:defRPr>
            </a:lvl1pPr>
          </a:lstStyle>
          <a:p>
            <a:pPr lvl="0">
              <a:spcBef>
                <a:spcPts val="0"/>
              </a:spcBef>
            </a:pPr>
            <a:r>
              <a:rPr lang="de-DE" dirty="0"/>
              <a:t>0x</a:t>
            </a:r>
          </a:p>
        </p:txBody>
      </p:sp>
      <p:sp>
        <p:nvSpPr>
          <p:cNvPr id="25" name="Title Placeholder 4">
            <a:extLst>
              <a:ext uri="{FF2B5EF4-FFF2-40B4-BE49-F238E27FC236}">
                <a16:creationId xmlns:a16="http://schemas.microsoft.com/office/drawing/2014/main" id="{67AE5D7F-39B4-D666-54B9-10ED96FE6120}"/>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256442123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A46E6970-BA83-4193-5AED-3E295B609552}"/>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16444656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bg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7F0E5308-C0B6-A51A-556D-DA29D16D994D}"/>
              </a:ext>
            </a:extLst>
          </p:cNvPr>
          <p:cNvSpPr>
            <a:spLocks noGrp="1"/>
          </p:cNvSpPr>
          <p:nvPr>
            <p:ph type="title" hasCustomPrompt="1"/>
          </p:nvPr>
        </p:nvSpPr>
        <p:spPr>
          <a:xfrm>
            <a:off x="5159374" y="4658810"/>
            <a:ext cx="6487665" cy="1672542"/>
          </a:xfrm>
          <a:prstGeom prst="rect">
            <a:avLst/>
          </a:prstGeom>
        </p:spPr>
        <p:txBody>
          <a:bodyPr vert="horz" lIns="0" tIns="0" rIns="0" bIns="0" rtlCol="0" anchor="t">
            <a:noAutofit/>
          </a:bodyPr>
          <a:lstStyle>
            <a:lvl1pPr>
              <a:spcBef>
                <a:spcPts val="0"/>
              </a:spcBef>
              <a:defRPr lang="en-US" sz="48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5" name="Gradient Placeholder 5">
            <a:extLst>
              <a:ext uri="{FF2B5EF4-FFF2-40B4-BE49-F238E27FC236}">
                <a16:creationId xmlns:a16="http://schemas.microsoft.com/office/drawing/2014/main" id="{BCDFD201-C5C3-D115-FEBA-28F14920CBD6}"/>
              </a:ext>
            </a:extLst>
          </p:cNvPr>
          <p:cNvSpPr>
            <a:spLocks noGrp="1"/>
          </p:cNvSpPr>
          <p:nvPr>
            <p:ph type="body" sz="quarter" idx="28" hasCustomPrompt="1"/>
          </p:nvPr>
        </p:nvSpPr>
        <p:spPr>
          <a:xfrm>
            <a:off x="5159374" y="4257063"/>
            <a:ext cx="7032625"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Logo Placeholder 7">
            <a:extLst>
              <a:ext uri="{FF2B5EF4-FFF2-40B4-BE49-F238E27FC236}">
                <a16:creationId xmlns:a16="http://schemas.microsoft.com/office/drawing/2014/main" id="{E76BD2F5-FBF2-4A06-98A5-A963BEB4810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0958948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2" name="Text Placeholder 4">
            <a:extLst>
              <a:ext uri="{FF2B5EF4-FFF2-40B4-BE49-F238E27FC236}">
                <a16:creationId xmlns:a16="http://schemas.microsoft.com/office/drawing/2014/main" id="{3F32F9C5-7657-971E-0933-4E87CACF16B6}"/>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5" name="Title 5">
            <a:extLst>
              <a:ext uri="{FF2B5EF4-FFF2-40B4-BE49-F238E27FC236}">
                <a16:creationId xmlns:a16="http://schemas.microsoft.com/office/drawing/2014/main" id="{E625B512-BDBE-A714-334E-2656E9C86B3D}"/>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150173026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B436046A-D073-0819-CE9B-849F64EF426A}"/>
              </a:ext>
            </a:extLst>
          </p:cNvPr>
          <p:cNvSpPr>
            <a:spLocks noGrp="1"/>
          </p:cNvSpPr>
          <p:nvPr>
            <p:ph type="body" sz="quarter" idx="22" hasCustomPrompt="1"/>
          </p:nvPr>
        </p:nvSpPr>
        <p:spPr>
          <a:xfrm>
            <a:off x="-433" y="0"/>
            <a:ext cx="2736304" cy="2924175"/>
          </a:xfrm>
          <a:prstGeom prst="rect">
            <a:avLst/>
          </a:prstGeo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9" name="Title 5">
            <a:extLst>
              <a:ext uri="{FF2B5EF4-FFF2-40B4-BE49-F238E27FC236}">
                <a16:creationId xmlns:a16="http://schemas.microsoft.com/office/drawing/2014/main" id="{7753E82E-7CAD-707A-7BA3-F0062FC8B01A}"/>
              </a:ext>
            </a:extLst>
          </p:cNvPr>
          <p:cNvSpPr>
            <a:spLocks noGrp="1"/>
          </p:cNvSpPr>
          <p:nvPr>
            <p:ph type="title" hasCustomPrompt="1"/>
          </p:nvPr>
        </p:nvSpPr>
        <p:spPr>
          <a:xfrm>
            <a:off x="4253696" y="1510496"/>
            <a:ext cx="7393343" cy="2887883"/>
          </a:xfrm>
          <a:prstGeom prst="rect">
            <a:avLst/>
          </a:prstGeo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10" name="Gradient Placeholder 5">
            <a:extLst>
              <a:ext uri="{FF2B5EF4-FFF2-40B4-BE49-F238E27FC236}">
                <a16:creationId xmlns:a16="http://schemas.microsoft.com/office/drawing/2014/main" id="{D15DC0CB-F42B-3EBB-5429-F25868BC3045}"/>
              </a:ext>
            </a:extLst>
          </p:cNvPr>
          <p:cNvSpPr>
            <a:spLocks noGrp="1"/>
          </p:cNvSpPr>
          <p:nvPr>
            <p:ph type="body" sz="quarter" idx="28" hasCustomPrompt="1"/>
          </p:nvPr>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7" name="Logo Placeholder 7">
            <a:extLst>
              <a:ext uri="{FF2B5EF4-FFF2-40B4-BE49-F238E27FC236}">
                <a16:creationId xmlns:a16="http://schemas.microsoft.com/office/drawing/2014/main" id="{5241E657-1425-1BC9-701D-44F23326D665}"/>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29799505"/>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2736516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Title 4">
            <a:extLst>
              <a:ext uri="{FF2B5EF4-FFF2-40B4-BE49-F238E27FC236}">
                <a16:creationId xmlns:a16="http://schemas.microsoft.com/office/drawing/2014/main" id="{1F6551DB-6CE1-320B-D22E-B1F1DE0FA4B6}"/>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71753579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4" name="Title 4">
            <a:extLst>
              <a:ext uri="{FF2B5EF4-FFF2-40B4-BE49-F238E27FC236}">
                <a16:creationId xmlns:a16="http://schemas.microsoft.com/office/drawing/2014/main" id="{F4C28D33-F30C-A27F-FC74-E0FF1C19853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6" name="Chapter Placeholder 2">
            <a:extLst>
              <a:ext uri="{FF2B5EF4-FFF2-40B4-BE49-F238E27FC236}">
                <a16:creationId xmlns:a16="http://schemas.microsoft.com/office/drawing/2014/main" id="{5CBB2F57-8DA2-E1CA-E619-D43302B021E9}"/>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0419899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AF36746-ED29-0C26-F598-8EAE482E8D93}"/>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3336BC22-23AF-5C14-03E1-A6C29A2F4645}"/>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Content Placeholder 5">
            <a:extLst>
              <a:ext uri="{FF2B5EF4-FFF2-40B4-BE49-F238E27FC236}">
                <a16:creationId xmlns:a16="http://schemas.microsoft.com/office/drawing/2014/main" id="{8C5EB45F-3EF1-F7BD-E079-0FC93465B2EC}"/>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5965955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025C71C4-39A9-61E8-F669-1DA8E0CE3D5F}"/>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9E2E86C7-931C-4F5B-7904-E1BDABB90CF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ontent Placeholder 5">
            <a:extLst>
              <a:ext uri="{FF2B5EF4-FFF2-40B4-BE49-F238E27FC236}">
                <a16:creationId xmlns:a16="http://schemas.microsoft.com/office/drawing/2014/main" id="{5F580AC6-6B9D-82EA-6771-C3AAEE8201F4}"/>
              </a:ext>
            </a:extLst>
          </p:cNvPr>
          <p:cNvSpPr>
            <a:spLocks noGrp="1"/>
          </p:cNvSpPr>
          <p:nvPr>
            <p:ph sz="quarter" idx="31"/>
          </p:nvPr>
        </p:nvSpPr>
        <p:spPr>
          <a:xfrm>
            <a:off x="551384" y="2132856"/>
            <a:ext cx="1109093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2" name="Chapter Placeholder 2">
            <a:extLst>
              <a:ext uri="{FF2B5EF4-FFF2-40B4-BE49-F238E27FC236}">
                <a16:creationId xmlns:a16="http://schemas.microsoft.com/office/drawing/2014/main" id="{F81F5F24-3125-05B8-EF44-138AA4C8262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3649926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EA381C34-426E-E505-06F7-7FFBE4D71085}"/>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7" name="Title 4">
            <a:extLst>
              <a:ext uri="{FF2B5EF4-FFF2-40B4-BE49-F238E27FC236}">
                <a16:creationId xmlns:a16="http://schemas.microsoft.com/office/drawing/2014/main" id="{6B6EB590-F224-77A8-41D3-B65B74DC0E1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19790081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1A477CF0-20BA-3DDE-E989-684D22BB755E}"/>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accent2"/>
                </a:solidFill>
              </a:defRPr>
            </a:lvl1pPr>
          </a:lstStyle>
          <a:p>
            <a:pPr lvl="0"/>
            <a:r>
              <a:rPr lang="en-GB" dirty="0"/>
              <a:t>Click to edit Master text styles</a:t>
            </a:r>
          </a:p>
        </p:txBody>
      </p:sp>
      <p:sp>
        <p:nvSpPr>
          <p:cNvPr id="8" name="Title 4">
            <a:extLst>
              <a:ext uri="{FF2B5EF4-FFF2-40B4-BE49-F238E27FC236}">
                <a16:creationId xmlns:a16="http://schemas.microsoft.com/office/drawing/2014/main" id="{55FDDC2D-080D-D252-2DA2-D1EDA1E13139}"/>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Chapter Placeholder 2">
            <a:extLst>
              <a:ext uri="{FF2B5EF4-FFF2-40B4-BE49-F238E27FC236}">
                <a16:creationId xmlns:a16="http://schemas.microsoft.com/office/drawing/2014/main" id="{53A7754E-B57F-30D2-E609-1280E1261146}"/>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71428385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3" name="Text Placeholder 9">
            <a:extLst>
              <a:ext uri="{FF2B5EF4-FFF2-40B4-BE49-F238E27FC236}">
                <a16:creationId xmlns:a16="http://schemas.microsoft.com/office/drawing/2014/main" id="{F889973E-C093-1ED5-9FD2-C009F0319D13}"/>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BBF31E88-03DB-534A-A443-EA3BDBDB3FC7}"/>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8" name="Content Placeholder 5">
            <a:extLst>
              <a:ext uri="{FF2B5EF4-FFF2-40B4-BE49-F238E27FC236}">
                <a16:creationId xmlns:a16="http://schemas.microsoft.com/office/drawing/2014/main" id="{C05074F8-3176-85B9-DF3A-C4A06F667D1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9" name="Text Placeholder 10">
            <a:extLst>
              <a:ext uri="{FF2B5EF4-FFF2-40B4-BE49-F238E27FC236}">
                <a16:creationId xmlns:a16="http://schemas.microsoft.com/office/drawing/2014/main" id="{CA5135FA-4274-47E1-1D80-8C33A44DD7A9}"/>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0" name="Content Placeholder 20">
            <a:extLst>
              <a:ext uri="{FF2B5EF4-FFF2-40B4-BE49-F238E27FC236}">
                <a16:creationId xmlns:a16="http://schemas.microsoft.com/office/drawing/2014/main" id="{E1CCC374-2367-2B0A-2875-C97F31D4FE2B}"/>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96097791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1"/>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Text Placeholder 9">
            <a:extLst>
              <a:ext uri="{FF2B5EF4-FFF2-40B4-BE49-F238E27FC236}">
                <a16:creationId xmlns:a16="http://schemas.microsoft.com/office/drawing/2014/main" id="{C2C86DFE-72B7-D0A7-8D67-BD82324B8C76}"/>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01CAD3F4-776B-EBAF-E221-E31A2544D8E1}"/>
              </a:ext>
            </a:extLst>
          </p:cNvPr>
          <p:cNvSpPr>
            <a:spLocks noGrp="1"/>
          </p:cNvSpPr>
          <p:nvPr>
            <p:ph type="title"/>
          </p:nvPr>
        </p:nvSpPr>
        <p:spPr>
          <a:xfrm>
            <a:off x="551384" y="549274"/>
            <a:ext cx="33123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90FE3D-8795-77C8-6616-533028311D68}"/>
              </a:ext>
            </a:extLst>
          </p:cNvPr>
          <p:cNvSpPr>
            <a:spLocks noGrp="1"/>
          </p:cNvSpPr>
          <p:nvPr>
            <p:ph sz="quarter" idx="31"/>
          </p:nvPr>
        </p:nvSpPr>
        <p:spPr>
          <a:xfrm>
            <a:off x="551384" y="2132856"/>
            <a:ext cx="33123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20" name="Chapter Placeholder 2">
            <a:extLst>
              <a:ext uri="{FF2B5EF4-FFF2-40B4-BE49-F238E27FC236}">
                <a16:creationId xmlns:a16="http://schemas.microsoft.com/office/drawing/2014/main" id="{E074F022-AF57-A343-6392-0D6E46B72FC8}"/>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7E3DC8FD-A28D-A2D9-AEC5-D5E216D2E82D}"/>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22" name="Content Placeholder 20">
            <a:extLst>
              <a:ext uri="{FF2B5EF4-FFF2-40B4-BE49-F238E27FC236}">
                <a16:creationId xmlns:a16="http://schemas.microsoft.com/office/drawing/2014/main" id="{F66DB537-77E8-C212-CBF4-66DA3B2452BD}"/>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27902059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8C233D6-2D0C-8E0C-1DD4-241B0EF8FC92}"/>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60BA4B7A-F31F-8B13-6750-FF26828A58FA}"/>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D773A188-0CD9-B8EB-B42A-B8749FCC6A66}"/>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AF1CCF01-B15C-AB11-922F-0D8F7E6CBB94}"/>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4" name="Content Placeholder 20">
            <a:extLst>
              <a:ext uri="{FF2B5EF4-FFF2-40B4-BE49-F238E27FC236}">
                <a16:creationId xmlns:a16="http://schemas.microsoft.com/office/drawing/2014/main" id="{5B3B476C-7882-0727-5556-613E2DB2A05F}"/>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4735173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A7AAB05-4CE9-AC3E-316B-454FC65A69B9}"/>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5B64DD5D-5EE1-AFA3-B5E1-4191F5AD6284}"/>
              </a:ext>
            </a:extLst>
          </p:cNvPr>
          <p:cNvSpPr>
            <a:spLocks noGrp="1"/>
          </p:cNvSpPr>
          <p:nvPr>
            <p:ph type="title"/>
          </p:nvPr>
        </p:nvSpPr>
        <p:spPr>
          <a:xfrm>
            <a:off x="551384" y="549274"/>
            <a:ext cx="5112568"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F358BD1-48B8-3F71-91BB-E93C439A3B1D}"/>
              </a:ext>
            </a:extLst>
          </p:cNvPr>
          <p:cNvSpPr>
            <a:spLocks noGrp="1"/>
          </p:cNvSpPr>
          <p:nvPr>
            <p:ph sz="quarter" idx="31"/>
          </p:nvPr>
        </p:nvSpPr>
        <p:spPr>
          <a:xfrm>
            <a:off x="551384" y="2132856"/>
            <a:ext cx="5112568"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D8AE0815-7AED-0C36-6BE2-C283E7C12D3A}"/>
              </a:ext>
            </a:extLst>
          </p:cNvPr>
          <p:cNvSpPr>
            <a:spLocks noGrp="1"/>
          </p:cNvSpPr>
          <p:nvPr>
            <p:ph type="body" sz="quarter" idx="13" hasCustomPrompt="1"/>
          </p:nvPr>
        </p:nvSpPr>
        <p:spPr>
          <a:xfrm>
            <a:off x="550863" y="266219"/>
            <a:ext cx="511154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C93206F1-90E6-514D-B267-17DD0D613FB5}"/>
              </a:ext>
            </a:extLst>
          </p:cNvPr>
          <p:cNvSpPr>
            <a:spLocks noGrp="1"/>
          </p:cNvSpPr>
          <p:nvPr>
            <p:ph type="body" sz="quarter" idx="27"/>
          </p:nvPr>
        </p:nvSpPr>
        <p:spPr>
          <a:xfrm>
            <a:off x="6456039" y="1634286"/>
            <a:ext cx="51850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text styles</a:t>
            </a:r>
          </a:p>
        </p:txBody>
      </p:sp>
      <p:sp>
        <p:nvSpPr>
          <p:cNvPr id="19" name="Content Placeholder 20">
            <a:extLst>
              <a:ext uri="{FF2B5EF4-FFF2-40B4-BE49-F238E27FC236}">
                <a16:creationId xmlns:a16="http://schemas.microsoft.com/office/drawing/2014/main" id="{90F7B515-3BE3-A8EE-A9DD-F0586073A23E}"/>
              </a:ext>
            </a:extLst>
          </p:cNvPr>
          <p:cNvSpPr>
            <a:spLocks noGrp="1"/>
          </p:cNvSpPr>
          <p:nvPr>
            <p:ph sz="quarter" idx="28"/>
          </p:nvPr>
        </p:nvSpPr>
        <p:spPr>
          <a:xfrm>
            <a:off x="6456039" y="2132856"/>
            <a:ext cx="5185099"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31503218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6B0BA9AA-540C-4002-8E56-463450049974}"/>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A6045D3C-82AA-9FBB-411F-0E5C0781535F}"/>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22EA42D5-0B57-E8B5-A88B-761A9FAE6AB0}"/>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Text Placeholder 10">
            <a:extLst>
              <a:ext uri="{FF2B5EF4-FFF2-40B4-BE49-F238E27FC236}">
                <a16:creationId xmlns:a16="http://schemas.microsoft.com/office/drawing/2014/main" id="{575E82EC-A458-5386-A6C2-3DA2181C3D7A}"/>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15" name="Content Placeholder 20">
            <a:extLst>
              <a:ext uri="{FF2B5EF4-FFF2-40B4-BE49-F238E27FC236}">
                <a16:creationId xmlns:a16="http://schemas.microsoft.com/office/drawing/2014/main" id="{1A6968A6-FB6E-BB74-1AD4-19A563FF60BE}"/>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832040218"/>
      </p:ext>
    </p:extLst>
  </p:cSld>
  <p:clrMapOvr>
    <a:overrideClrMapping bg1="lt1" tx1="dk1" bg2="lt2" tx2="dk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1"/>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674A409-7F6D-1AD9-F702-6ED510ACC0C5}"/>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95409989-1A02-4E5D-CD8F-48682E3303A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4" name="Content Placeholder 5">
            <a:extLst>
              <a:ext uri="{FF2B5EF4-FFF2-40B4-BE49-F238E27FC236}">
                <a16:creationId xmlns:a16="http://schemas.microsoft.com/office/drawing/2014/main" id="{2DCCEE90-31CC-A4DC-B3C5-AC9C060D465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936A02BE-C247-1A36-501E-9055834626A1}"/>
              </a:ext>
            </a:extLst>
          </p:cNvPr>
          <p:cNvSpPr>
            <a:spLocks noGrp="1"/>
          </p:cNvSpPr>
          <p:nvPr>
            <p:ph type="body" sz="quarter" idx="13" hasCustomPrompt="1"/>
          </p:nvPr>
        </p:nvSpPr>
        <p:spPr>
          <a:xfrm>
            <a:off x="550863" y="266219"/>
            <a:ext cx="6983378"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1" name="Text Placeholder 10">
            <a:extLst>
              <a:ext uri="{FF2B5EF4-FFF2-40B4-BE49-F238E27FC236}">
                <a16:creationId xmlns:a16="http://schemas.microsoft.com/office/drawing/2014/main" id="{8E6176E4-C366-0C4A-3228-B3F6A06E86C0}"/>
              </a:ext>
            </a:extLst>
          </p:cNvPr>
          <p:cNvSpPr>
            <a:spLocks noGrp="1"/>
          </p:cNvSpPr>
          <p:nvPr>
            <p:ph type="body" sz="quarter" idx="27" hasCustomPrompt="1"/>
          </p:nvPr>
        </p:nvSpPr>
        <p:spPr>
          <a:xfrm>
            <a:off x="8256241" y="1634285"/>
            <a:ext cx="33848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
        <p:nvSpPr>
          <p:cNvPr id="22" name="Content Placeholder 20">
            <a:extLst>
              <a:ext uri="{FF2B5EF4-FFF2-40B4-BE49-F238E27FC236}">
                <a16:creationId xmlns:a16="http://schemas.microsoft.com/office/drawing/2014/main" id="{443E2F45-FAB8-64D4-8813-70E1FD5F915C}"/>
              </a:ext>
            </a:extLst>
          </p:cNvPr>
          <p:cNvSpPr>
            <a:spLocks noGrp="1"/>
          </p:cNvSpPr>
          <p:nvPr>
            <p:ph sz="quarter" idx="28"/>
          </p:nvPr>
        </p:nvSpPr>
        <p:spPr>
          <a:xfrm>
            <a:off x="8256241" y="2132856"/>
            <a:ext cx="33848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135968390"/>
      </p:ext>
    </p:extLst>
  </p:cSld>
  <p:clrMapOvr>
    <a:overrideClrMapping bg1="lt1" tx1="dk1" bg2="lt2" tx2="dk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A3C12292-D642-1BE3-E468-46FE0A608B11}"/>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3A6298A3-5BA7-7C5B-21A4-6C4B53E49E7C}"/>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1" name="Content Placeholder 5">
            <a:extLst>
              <a:ext uri="{FF2B5EF4-FFF2-40B4-BE49-F238E27FC236}">
                <a16:creationId xmlns:a16="http://schemas.microsoft.com/office/drawing/2014/main" id="{622159DC-E7B5-707A-2179-D2FF6F1EA018}"/>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BC3B80F0-7CE1-0736-F8FB-8A0BB28B3596}"/>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4" name="Content Placeholder 20">
            <a:extLst>
              <a:ext uri="{FF2B5EF4-FFF2-40B4-BE49-F238E27FC236}">
                <a16:creationId xmlns:a16="http://schemas.microsoft.com/office/drawing/2014/main" id="{F6FCBD51-804B-9A60-0E33-BAC77E369253}"/>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43416821"/>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1"/>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BCEAD7CF-8D5F-9D27-DAA7-A07F7955B19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1687478E-90A1-8034-63B7-7A1B82264DB2}"/>
              </a:ext>
            </a:extLst>
          </p:cNvPr>
          <p:cNvSpPr>
            <a:spLocks noGrp="1"/>
          </p:cNvSpPr>
          <p:nvPr>
            <p:ph type="title"/>
          </p:nvPr>
        </p:nvSpPr>
        <p:spPr>
          <a:xfrm>
            <a:off x="551384" y="549274"/>
            <a:ext cx="7920880"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D7E86C30-BE00-9D17-EF57-8697C0BFB4C3}"/>
              </a:ext>
            </a:extLst>
          </p:cNvPr>
          <p:cNvSpPr>
            <a:spLocks noGrp="1"/>
          </p:cNvSpPr>
          <p:nvPr>
            <p:ph sz="quarter" idx="31"/>
          </p:nvPr>
        </p:nvSpPr>
        <p:spPr>
          <a:xfrm>
            <a:off x="551384" y="2132856"/>
            <a:ext cx="792088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7" name="Chapter Placeholder 2">
            <a:extLst>
              <a:ext uri="{FF2B5EF4-FFF2-40B4-BE49-F238E27FC236}">
                <a16:creationId xmlns:a16="http://schemas.microsoft.com/office/drawing/2014/main" id="{6A5C8B01-3717-91CF-FD0F-5EED379422B7}"/>
              </a:ext>
            </a:extLst>
          </p:cNvPr>
          <p:cNvSpPr>
            <a:spLocks noGrp="1"/>
          </p:cNvSpPr>
          <p:nvPr>
            <p:ph type="body" sz="quarter" idx="13" hasCustomPrompt="1"/>
          </p:nvPr>
        </p:nvSpPr>
        <p:spPr>
          <a:xfrm>
            <a:off x="550862" y="266219"/>
            <a:ext cx="791929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AE8E5894-5F63-308E-5147-5E3E33440D95}"/>
              </a:ext>
            </a:extLst>
          </p:cNvPr>
          <p:cNvSpPr>
            <a:spLocks noGrp="1"/>
          </p:cNvSpPr>
          <p:nvPr>
            <p:ph type="body" sz="quarter" idx="27"/>
          </p:nvPr>
        </p:nvSpPr>
        <p:spPr>
          <a:xfrm>
            <a:off x="9192343" y="1634286"/>
            <a:ext cx="2448795"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a:t>
            </a:r>
          </a:p>
        </p:txBody>
      </p:sp>
      <p:sp>
        <p:nvSpPr>
          <p:cNvPr id="19" name="Content Placeholder 20">
            <a:extLst>
              <a:ext uri="{FF2B5EF4-FFF2-40B4-BE49-F238E27FC236}">
                <a16:creationId xmlns:a16="http://schemas.microsoft.com/office/drawing/2014/main" id="{521DAA1A-D266-47B1-5E5D-C5DA055E1F8E}"/>
              </a:ext>
            </a:extLst>
          </p:cNvPr>
          <p:cNvSpPr>
            <a:spLocks noGrp="1"/>
          </p:cNvSpPr>
          <p:nvPr>
            <p:ph sz="quarter" idx="28"/>
          </p:nvPr>
        </p:nvSpPr>
        <p:spPr>
          <a:xfrm>
            <a:off x="9192343" y="2132856"/>
            <a:ext cx="2448795"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87491299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38934C3E-3E4B-1654-745D-C13199A95DA2}"/>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Title 4">
            <a:extLst>
              <a:ext uri="{FF2B5EF4-FFF2-40B4-BE49-F238E27FC236}">
                <a16:creationId xmlns:a16="http://schemas.microsoft.com/office/drawing/2014/main" id="{26C0F4BF-CC0E-53F3-48F8-509E80B6D05E}"/>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2" name="Content Placeholder 5">
            <a:extLst>
              <a:ext uri="{FF2B5EF4-FFF2-40B4-BE49-F238E27FC236}">
                <a16:creationId xmlns:a16="http://schemas.microsoft.com/office/drawing/2014/main" id="{E749D598-FF82-BFAF-886D-C191177E3D20}"/>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Text Placeholder 10">
            <a:extLst>
              <a:ext uri="{FF2B5EF4-FFF2-40B4-BE49-F238E27FC236}">
                <a16:creationId xmlns:a16="http://schemas.microsoft.com/office/drawing/2014/main" id="{01597265-9724-5AC8-39BF-5750C67F42A7}"/>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4" name="Content Placeholder 20">
            <a:extLst>
              <a:ext uri="{FF2B5EF4-FFF2-40B4-BE49-F238E27FC236}">
                <a16:creationId xmlns:a16="http://schemas.microsoft.com/office/drawing/2014/main" id="{2C2F412C-7456-D7FF-AA48-C193186850E0}"/>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09866429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1"/>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57D3AFA8-B5AE-1009-87FB-3094F6AA01FC}"/>
              </a:ext>
            </a:extLst>
          </p:cNvPr>
          <p:cNvSpPr>
            <a:spLocks noGrp="1"/>
          </p:cNvSpPr>
          <p:nvPr>
            <p:ph type="body" sz="quarter" idx="22" hasCustomPrompt="1"/>
          </p:nvPr>
        </p:nvSpPr>
        <p:spPr>
          <a:xfrm>
            <a:off x="550200" y="1634286"/>
            <a:ext cx="8882182"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E8B18499-1BD5-8671-B7DA-85FF38B39AF1}"/>
              </a:ext>
            </a:extLst>
          </p:cNvPr>
          <p:cNvSpPr>
            <a:spLocks noGrp="1"/>
          </p:cNvSpPr>
          <p:nvPr>
            <p:ph type="title"/>
          </p:nvPr>
        </p:nvSpPr>
        <p:spPr>
          <a:xfrm>
            <a:off x="551384" y="549274"/>
            <a:ext cx="8882182"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A8E7D3BA-BA6E-15BA-6C42-ADF680180521}"/>
              </a:ext>
            </a:extLst>
          </p:cNvPr>
          <p:cNvSpPr>
            <a:spLocks noGrp="1"/>
          </p:cNvSpPr>
          <p:nvPr>
            <p:ph sz="quarter" idx="31"/>
          </p:nvPr>
        </p:nvSpPr>
        <p:spPr>
          <a:xfrm>
            <a:off x="551384" y="2132856"/>
            <a:ext cx="8882182"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6" name="Chapter Placeholder 2">
            <a:extLst>
              <a:ext uri="{FF2B5EF4-FFF2-40B4-BE49-F238E27FC236}">
                <a16:creationId xmlns:a16="http://schemas.microsoft.com/office/drawing/2014/main" id="{9D97BD4D-BD09-CDBA-2016-5370E7CD44BC}"/>
              </a:ext>
            </a:extLst>
          </p:cNvPr>
          <p:cNvSpPr>
            <a:spLocks noGrp="1"/>
          </p:cNvSpPr>
          <p:nvPr>
            <p:ph type="body" sz="quarter" idx="13" hasCustomPrompt="1"/>
          </p:nvPr>
        </p:nvSpPr>
        <p:spPr>
          <a:xfrm>
            <a:off x="550862" y="266219"/>
            <a:ext cx="88804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279CB933-CE76-9E4E-FAB4-33E087341DA3}"/>
              </a:ext>
            </a:extLst>
          </p:cNvPr>
          <p:cNvSpPr>
            <a:spLocks noGrp="1"/>
          </p:cNvSpPr>
          <p:nvPr>
            <p:ph type="body" sz="quarter" idx="32"/>
          </p:nvPr>
        </p:nvSpPr>
        <p:spPr>
          <a:xfrm>
            <a:off x="9984432" y="1626099"/>
            <a:ext cx="1656706"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a:t>
            </a:r>
          </a:p>
        </p:txBody>
      </p:sp>
      <p:sp>
        <p:nvSpPr>
          <p:cNvPr id="18" name="Content Placeholder 20">
            <a:extLst>
              <a:ext uri="{FF2B5EF4-FFF2-40B4-BE49-F238E27FC236}">
                <a16:creationId xmlns:a16="http://schemas.microsoft.com/office/drawing/2014/main" id="{1DD2621E-CD40-C783-8C89-16DA20455EF9}"/>
              </a:ext>
            </a:extLst>
          </p:cNvPr>
          <p:cNvSpPr>
            <a:spLocks noGrp="1"/>
          </p:cNvSpPr>
          <p:nvPr>
            <p:ph sz="quarter" idx="28"/>
          </p:nvPr>
        </p:nvSpPr>
        <p:spPr>
          <a:xfrm>
            <a:off x="9984432" y="2132856"/>
            <a:ext cx="165670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349592154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B5861566-BA12-6B84-A613-D346CEB5715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9" name="Text Placeholder 9">
            <a:extLst>
              <a:ext uri="{FF2B5EF4-FFF2-40B4-BE49-F238E27FC236}">
                <a16:creationId xmlns:a16="http://schemas.microsoft.com/office/drawing/2014/main" id="{F10238D4-63BF-BBF6-DB83-94DDA862CEF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Tree>
    <p:extLst>
      <p:ext uri="{BB962C8B-B14F-4D97-AF65-F5344CB8AC3E}">
        <p14:creationId xmlns:p14="http://schemas.microsoft.com/office/powerpoint/2010/main" val="104690654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itle 7">
            <a:extLst>
              <a:ext uri="{FF2B5EF4-FFF2-40B4-BE49-F238E27FC236}">
                <a16:creationId xmlns:a16="http://schemas.microsoft.com/office/drawing/2014/main" id="{2E71218E-2FB4-0CE4-F714-02971DA59580}"/>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0" name="Text Placeholder 9">
            <a:extLst>
              <a:ext uri="{FF2B5EF4-FFF2-40B4-BE49-F238E27FC236}">
                <a16:creationId xmlns:a16="http://schemas.microsoft.com/office/drawing/2014/main" id="{34DFB62C-932A-D2BD-F705-657D4F39987D}"/>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11" name="Chapter Placeholder 2">
            <a:extLst>
              <a:ext uri="{FF2B5EF4-FFF2-40B4-BE49-F238E27FC236}">
                <a16:creationId xmlns:a16="http://schemas.microsoft.com/office/drawing/2014/main" id="{13D649FC-C93C-3132-BD48-48F3C266E091}"/>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2" name="Content Placeholder 17">
            <a:extLst>
              <a:ext uri="{FF2B5EF4-FFF2-40B4-BE49-F238E27FC236}">
                <a16:creationId xmlns:a16="http://schemas.microsoft.com/office/drawing/2014/main" id="{460A3336-625D-EE99-03EA-666BE0AD8AF8}"/>
              </a:ext>
            </a:extLst>
          </p:cNvPr>
          <p:cNvSpPr>
            <a:spLocks noGrp="1"/>
          </p:cNvSpPr>
          <p:nvPr>
            <p:ph sz="quarter" idx="23"/>
          </p:nvPr>
        </p:nvSpPr>
        <p:spPr>
          <a:xfrm>
            <a:off x="6646863" y="1772816"/>
            <a:ext cx="4993753" cy="4535909"/>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PL" dirty="0"/>
          </a:p>
        </p:txBody>
      </p:sp>
    </p:spTree>
    <p:extLst>
      <p:ext uri="{BB962C8B-B14F-4D97-AF65-F5344CB8AC3E}">
        <p14:creationId xmlns:p14="http://schemas.microsoft.com/office/powerpoint/2010/main" val="1954284267"/>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2EAF251-5B00-5340-BB63-EE11F9FFFB21}"/>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7" name="Text Placeholder 9">
            <a:extLst>
              <a:ext uri="{FF2B5EF4-FFF2-40B4-BE49-F238E27FC236}">
                <a16:creationId xmlns:a16="http://schemas.microsoft.com/office/drawing/2014/main" id="{598AD248-FBB9-EC90-3E8C-FC14ED331268}"/>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8" name="Text Placeholder 9">
            <a:extLst>
              <a:ext uri="{FF2B5EF4-FFF2-40B4-BE49-F238E27FC236}">
                <a16:creationId xmlns:a16="http://schemas.microsoft.com/office/drawing/2014/main" id="{2F65ADB6-9B4E-3B40-2D08-D56C9C745672}"/>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Content Placeholder 2">
            <a:extLst>
              <a:ext uri="{FF2B5EF4-FFF2-40B4-BE49-F238E27FC236}">
                <a16:creationId xmlns:a16="http://schemas.microsoft.com/office/drawing/2014/main" id="{68419302-9D4B-C414-85A6-46E995A79097}"/>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0" name="Content Placeholder 2">
            <a:extLst>
              <a:ext uri="{FF2B5EF4-FFF2-40B4-BE49-F238E27FC236}">
                <a16:creationId xmlns:a16="http://schemas.microsoft.com/office/drawing/2014/main" id="{975BEA12-754F-B220-4724-F1117410A021}"/>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CD48460B-4010-29FD-1AB9-6859382325B1}"/>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itle 4">
            <a:extLst>
              <a:ext uri="{FF2B5EF4-FFF2-40B4-BE49-F238E27FC236}">
                <a16:creationId xmlns:a16="http://schemas.microsoft.com/office/drawing/2014/main" id="{9EB5DC1D-FF3F-4D53-9F16-FF58A76C8958}"/>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2600351671"/>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CE67BCC-0F24-9458-E2DD-BC3C0E46F2B3}"/>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8" name="Text Placeholder 9">
            <a:extLst>
              <a:ext uri="{FF2B5EF4-FFF2-40B4-BE49-F238E27FC236}">
                <a16:creationId xmlns:a16="http://schemas.microsoft.com/office/drawing/2014/main" id="{383490CF-6243-6DBB-8F8E-89A16708E497}"/>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9" name="Text Placeholder 9">
            <a:extLst>
              <a:ext uri="{FF2B5EF4-FFF2-40B4-BE49-F238E27FC236}">
                <a16:creationId xmlns:a16="http://schemas.microsoft.com/office/drawing/2014/main" id="{A7DBBC8F-C6B0-1582-8311-1B2183819C0A}"/>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0" name="Content Placeholder 2">
            <a:extLst>
              <a:ext uri="{FF2B5EF4-FFF2-40B4-BE49-F238E27FC236}">
                <a16:creationId xmlns:a16="http://schemas.microsoft.com/office/drawing/2014/main" id="{32B1C3B0-0128-2E68-D82C-819F705C9022}"/>
              </a:ext>
            </a:extLst>
          </p:cNvPr>
          <p:cNvSpPr>
            <a:spLocks noGrp="1"/>
          </p:cNvSpPr>
          <p:nvPr>
            <p:ph sz="quarter" idx="37"/>
          </p:nvPr>
        </p:nvSpPr>
        <p:spPr>
          <a:xfrm>
            <a:off x="550864"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1" name="Content Placeholder 2">
            <a:extLst>
              <a:ext uri="{FF2B5EF4-FFF2-40B4-BE49-F238E27FC236}">
                <a16:creationId xmlns:a16="http://schemas.microsoft.com/office/drawing/2014/main" id="{155FC468-AAD7-3848-BB3E-5D8A806E04DF}"/>
              </a:ext>
            </a:extLst>
          </p:cNvPr>
          <p:cNvSpPr>
            <a:spLocks noGrp="1"/>
          </p:cNvSpPr>
          <p:nvPr>
            <p:ph sz="quarter" idx="43"/>
          </p:nvPr>
        </p:nvSpPr>
        <p:spPr>
          <a:xfrm>
            <a:off x="4322749"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Content Placeholder 2">
            <a:extLst>
              <a:ext uri="{FF2B5EF4-FFF2-40B4-BE49-F238E27FC236}">
                <a16:creationId xmlns:a16="http://schemas.microsoft.com/office/drawing/2014/main" id="{5562F512-08CF-A4C5-6721-9571A9240AF8}"/>
              </a:ext>
            </a:extLst>
          </p:cNvPr>
          <p:cNvSpPr>
            <a:spLocks noGrp="1"/>
          </p:cNvSpPr>
          <p:nvPr>
            <p:ph sz="quarter" idx="44"/>
          </p:nvPr>
        </p:nvSpPr>
        <p:spPr>
          <a:xfrm>
            <a:off x="8062162" y="2471738"/>
            <a:ext cx="3544934" cy="38623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itle 4">
            <a:extLst>
              <a:ext uri="{FF2B5EF4-FFF2-40B4-BE49-F238E27FC236}">
                <a16:creationId xmlns:a16="http://schemas.microsoft.com/office/drawing/2014/main" id="{626B24FE-99E2-3F92-2ACB-C8DC64DBB53A}"/>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4" name="Chapter Placeholder 2">
            <a:extLst>
              <a:ext uri="{FF2B5EF4-FFF2-40B4-BE49-F238E27FC236}">
                <a16:creationId xmlns:a16="http://schemas.microsoft.com/office/drawing/2014/main" id="{6CDC910A-AC0A-CC7F-1E68-FEB7E6C97CE7}"/>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87715291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30D5257C-2305-5A13-07A2-6D26884505A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9" name="Content Placeholder 17">
            <a:extLst>
              <a:ext uri="{FF2B5EF4-FFF2-40B4-BE49-F238E27FC236}">
                <a16:creationId xmlns:a16="http://schemas.microsoft.com/office/drawing/2014/main" id="{7EFD17F0-D212-D07E-2F1D-1CB6937CFC69}"/>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2" name="Text Placeholder 9">
            <a:extLst>
              <a:ext uri="{FF2B5EF4-FFF2-40B4-BE49-F238E27FC236}">
                <a16:creationId xmlns:a16="http://schemas.microsoft.com/office/drawing/2014/main" id="{EC6FEC92-A170-A7CC-8FF6-9FD32F5A0F2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3" name="Content Placeholder 17">
            <a:extLst>
              <a:ext uri="{FF2B5EF4-FFF2-40B4-BE49-F238E27FC236}">
                <a16:creationId xmlns:a16="http://schemas.microsoft.com/office/drawing/2014/main" id="{61CACAE4-D9D8-CD09-D583-8423E8CA63DC}"/>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4" name="Title 5">
            <a:extLst>
              <a:ext uri="{FF2B5EF4-FFF2-40B4-BE49-F238E27FC236}">
                <a16:creationId xmlns:a16="http://schemas.microsoft.com/office/drawing/2014/main" id="{125124BF-59AA-4061-4A22-16A686B4877F}"/>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Tree>
    <p:extLst>
      <p:ext uri="{BB962C8B-B14F-4D97-AF65-F5344CB8AC3E}">
        <p14:creationId xmlns:p14="http://schemas.microsoft.com/office/powerpoint/2010/main" val="1924781699"/>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95E9CE48-EF69-F2C9-8A03-F2A8587E01BA}"/>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dirty="0"/>
              <a:t>Click to edit Master text styles</a:t>
            </a:r>
          </a:p>
        </p:txBody>
      </p:sp>
      <p:sp>
        <p:nvSpPr>
          <p:cNvPr id="12" name="Content Placeholder 17">
            <a:extLst>
              <a:ext uri="{FF2B5EF4-FFF2-40B4-BE49-F238E27FC236}">
                <a16:creationId xmlns:a16="http://schemas.microsoft.com/office/drawing/2014/main" id="{F334E708-8C22-D91B-DBA0-AC721B140B70}"/>
              </a:ext>
            </a:extLst>
          </p:cNvPr>
          <p:cNvSpPr>
            <a:spLocks noGrp="1"/>
          </p:cNvSpPr>
          <p:nvPr>
            <p:ph sz="quarter" idx="23"/>
          </p:nvPr>
        </p:nvSpPr>
        <p:spPr>
          <a:xfrm>
            <a:off x="550862"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3" name="Text Placeholder 9">
            <a:extLst>
              <a:ext uri="{FF2B5EF4-FFF2-40B4-BE49-F238E27FC236}">
                <a16:creationId xmlns:a16="http://schemas.microsoft.com/office/drawing/2014/main" id="{C218E6AF-82C0-D1E0-384F-B256AD9A07C9}"/>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accent2"/>
                </a:solidFill>
                <a:latin typeface="+mn-lt"/>
              </a:defRPr>
            </a:lvl1pPr>
          </a:lstStyle>
          <a:p>
            <a:pPr lvl="0"/>
            <a:r>
              <a:rPr lang="en-GB"/>
              <a:t>Click to edit Master text styles</a:t>
            </a:r>
          </a:p>
        </p:txBody>
      </p:sp>
      <p:sp>
        <p:nvSpPr>
          <p:cNvPr id="14" name="Content Placeholder 17">
            <a:extLst>
              <a:ext uri="{FF2B5EF4-FFF2-40B4-BE49-F238E27FC236}">
                <a16:creationId xmlns:a16="http://schemas.microsoft.com/office/drawing/2014/main" id="{434732BD-0DE1-7972-8129-6B2FD889422B}"/>
              </a:ext>
            </a:extLst>
          </p:cNvPr>
          <p:cNvSpPr>
            <a:spLocks noGrp="1"/>
          </p:cNvSpPr>
          <p:nvPr>
            <p:ph sz="quarter" idx="25"/>
          </p:nvPr>
        </p:nvSpPr>
        <p:spPr>
          <a:xfrm>
            <a:off x="6310476" y="2492896"/>
            <a:ext cx="5330138" cy="3850754"/>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L"/>
          </a:p>
        </p:txBody>
      </p:sp>
      <p:sp>
        <p:nvSpPr>
          <p:cNvPr id="15" name="Title 5">
            <a:extLst>
              <a:ext uri="{FF2B5EF4-FFF2-40B4-BE49-F238E27FC236}">
                <a16:creationId xmlns:a16="http://schemas.microsoft.com/office/drawing/2014/main" id="{FAD5C41E-6196-A73E-2CC8-40DE5784314D}"/>
              </a:ext>
            </a:extLst>
          </p:cNvPr>
          <p:cNvSpPr>
            <a:spLocks noGrp="1"/>
          </p:cNvSpPr>
          <p:nvPr>
            <p:ph type="title"/>
          </p:nvPr>
        </p:nvSpPr>
        <p:spPr>
          <a:xfrm>
            <a:off x="551384" y="549274"/>
            <a:ext cx="11090938" cy="930372"/>
          </a:xfrm>
        </p:spPr>
        <p:txBody>
          <a:bodyPr/>
          <a:lstStyle/>
          <a:p>
            <a:r>
              <a:rPr lang="en-GB"/>
              <a:t>Click to edit Master title style</a:t>
            </a:r>
            <a:endParaRPr lang="en-US"/>
          </a:p>
        </p:txBody>
      </p:sp>
      <p:sp>
        <p:nvSpPr>
          <p:cNvPr id="16" name="Chapter Placeholder 2">
            <a:extLst>
              <a:ext uri="{FF2B5EF4-FFF2-40B4-BE49-F238E27FC236}">
                <a16:creationId xmlns:a16="http://schemas.microsoft.com/office/drawing/2014/main" id="{9D705FF2-388B-F1E9-E0EF-2FC6B1B5B165}"/>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74612251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29795E3B-57BB-6A89-30A5-3E6BC71D41BA}"/>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DAB5A246-9A0B-65C8-49F8-87EBDAA8FFAB}"/>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A12CB0F-18C8-4B37-D337-576F193F4E68}"/>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D152F18F-85FF-9779-8F2D-A303D862196F}"/>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427959046"/>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6CD7C39-9B05-5EE2-DEF9-35BCAF89061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8E054368-78BE-CE84-C2FA-4F703E683BE8}"/>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DEEAD991-3964-F36C-4879-85B7BF15F755}"/>
              </a:ext>
            </a:extLst>
          </p:cNvPr>
          <p:cNvSpPr>
            <a:spLocks noGrp="1"/>
          </p:cNvSpPr>
          <p:nvPr>
            <p:ph type="title"/>
          </p:nvPr>
        </p:nvSpPr>
        <p:spPr>
          <a:xfrm>
            <a:off x="551384" y="549274"/>
            <a:ext cx="69847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C0F27CFC-E991-3A28-ACC5-5F26FBD8F2E7}"/>
              </a:ext>
            </a:extLst>
          </p:cNvPr>
          <p:cNvSpPr>
            <a:spLocks noGrp="1"/>
          </p:cNvSpPr>
          <p:nvPr>
            <p:ph sz="quarter" idx="31"/>
          </p:nvPr>
        </p:nvSpPr>
        <p:spPr>
          <a:xfrm>
            <a:off x="55138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0D3DC115-B2A4-A93A-670B-C9BC365E7171}"/>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015652817"/>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89A27111-DDC9-12A1-4C11-F0F75CF8CCD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A9FC7CEE-5684-A3B6-ACDC-94CBEF3D287A}"/>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E996CBFA-AD09-0282-5487-19F5210631F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764D24-97AD-17C8-67AB-BA489F8EDE94}"/>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51809908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E8072C2C-2703-8769-9855-A1DF4136FBA3}"/>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ECCC854E-0D6A-570D-C931-2F6200BAE05C}"/>
              </a:ext>
            </a:extLst>
          </p:cNvPr>
          <p:cNvSpPr>
            <a:spLocks noGrp="1"/>
          </p:cNvSpPr>
          <p:nvPr>
            <p:ph type="body" sz="quarter" idx="22" hasCustomPrompt="1"/>
          </p:nvPr>
        </p:nvSpPr>
        <p:spPr>
          <a:xfrm>
            <a:off x="550200" y="1634286"/>
            <a:ext cx="51845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268BBB3C-91ED-FE9A-F090-4BB2850F412F}"/>
              </a:ext>
            </a:extLst>
          </p:cNvPr>
          <p:cNvSpPr>
            <a:spLocks noGrp="1"/>
          </p:cNvSpPr>
          <p:nvPr>
            <p:ph type="title"/>
          </p:nvPr>
        </p:nvSpPr>
        <p:spPr>
          <a:xfrm>
            <a:off x="551384" y="549274"/>
            <a:ext cx="5184576" cy="930372"/>
          </a:xfrm>
        </p:spPr>
        <p:txBody>
          <a:bodyPr/>
          <a:lstStyle/>
          <a:p>
            <a:r>
              <a:rPr lang="en-GB" dirty="0"/>
              <a:t>Click to edit Master title style</a:t>
            </a:r>
            <a:endParaRPr lang="en-US" dirty="0"/>
          </a:p>
        </p:txBody>
      </p:sp>
      <p:sp>
        <p:nvSpPr>
          <p:cNvPr id="13" name="Content Placeholder 5">
            <a:extLst>
              <a:ext uri="{FF2B5EF4-FFF2-40B4-BE49-F238E27FC236}">
                <a16:creationId xmlns:a16="http://schemas.microsoft.com/office/drawing/2014/main" id="{E8CD221F-7B29-CDBF-0ADB-0213B5CE2E56}"/>
              </a:ext>
            </a:extLst>
          </p:cNvPr>
          <p:cNvSpPr>
            <a:spLocks noGrp="1"/>
          </p:cNvSpPr>
          <p:nvPr>
            <p:ph sz="quarter" idx="31"/>
          </p:nvPr>
        </p:nvSpPr>
        <p:spPr>
          <a:xfrm>
            <a:off x="551384" y="2132856"/>
            <a:ext cx="51845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hapter Placeholder 2">
            <a:extLst>
              <a:ext uri="{FF2B5EF4-FFF2-40B4-BE49-F238E27FC236}">
                <a16:creationId xmlns:a16="http://schemas.microsoft.com/office/drawing/2014/main" id="{E19CADB8-3BFC-DFFA-5725-6A2E5995739B}"/>
              </a:ext>
            </a:extLst>
          </p:cNvPr>
          <p:cNvSpPr>
            <a:spLocks noGrp="1"/>
          </p:cNvSpPr>
          <p:nvPr>
            <p:ph type="body" sz="quarter" idx="13" hasCustomPrompt="1"/>
          </p:nvPr>
        </p:nvSpPr>
        <p:spPr>
          <a:xfrm>
            <a:off x="550863" y="266219"/>
            <a:ext cx="5183904"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630663797"/>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B34D2D1D-F935-1AEF-3686-9E03933AF3C7}"/>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026A4472-0CE5-CE56-51B0-EE0D5AB45234}"/>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8" name="Content Placeholder 5">
            <a:extLst>
              <a:ext uri="{FF2B5EF4-FFF2-40B4-BE49-F238E27FC236}">
                <a16:creationId xmlns:a16="http://schemas.microsoft.com/office/drawing/2014/main" id="{87DAA657-4C53-A96A-1275-F8F3A956F1FC}"/>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93100957"/>
      </p:ext>
    </p:extLst>
  </p:cSld>
  <p:clrMapOvr>
    <a:masterClrMapping/>
  </p:clrMapOvr>
  <p:extLst>
    <p:ext uri="{DCECCB84-F9BA-43D5-87BE-67443E8EF086}">
      <p15:sldGuideLst xmlns:p15="http://schemas.microsoft.com/office/powerpoint/2012/main"/>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F1F86D18-2B9F-15A7-F262-42B3299538C8}"/>
              </a:ext>
            </a:extLst>
          </p:cNvPr>
          <p:cNvSpPr>
            <a:spLocks noGrp="1"/>
          </p:cNvSpPr>
          <p:nvPr>
            <p:ph type="body" sz="quarter" idx="22" hasCustomPrompt="1"/>
          </p:nvPr>
        </p:nvSpPr>
        <p:spPr>
          <a:xfrm>
            <a:off x="4651880" y="1634286"/>
            <a:ext cx="6984776"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A51B9BFA-728E-72B8-26EE-69D02F9E6843}"/>
              </a:ext>
            </a:extLst>
          </p:cNvPr>
          <p:cNvSpPr>
            <a:spLocks noGrp="1"/>
          </p:cNvSpPr>
          <p:nvPr>
            <p:ph type="title"/>
          </p:nvPr>
        </p:nvSpPr>
        <p:spPr>
          <a:xfrm>
            <a:off x="4653064" y="549274"/>
            <a:ext cx="6984776"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176F9C5-BF52-8377-9A45-2BAA088409C2}"/>
              </a:ext>
            </a:extLst>
          </p:cNvPr>
          <p:cNvSpPr>
            <a:spLocks noGrp="1"/>
          </p:cNvSpPr>
          <p:nvPr>
            <p:ph sz="quarter" idx="31"/>
          </p:nvPr>
        </p:nvSpPr>
        <p:spPr>
          <a:xfrm>
            <a:off x="4653064" y="2132856"/>
            <a:ext cx="6984776"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C5121BE5-43F6-9EA0-0760-F697D8D2901E}"/>
              </a:ext>
            </a:extLst>
          </p:cNvPr>
          <p:cNvSpPr>
            <a:spLocks noGrp="1"/>
          </p:cNvSpPr>
          <p:nvPr>
            <p:ph type="body" sz="quarter" idx="13" hasCustomPrompt="1"/>
          </p:nvPr>
        </p:nvSpPr>
        <p:spPr>
          <a:xfrm>
            <a:off x="465254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002439758"/>
      </p:ext>
    </p:extLst>
  </p:cSld>
  <p:clrMapOvr>
    <a:masterClrMapping/>
  </p:clrMapOvr>
  <p:extLst>
    <p:ext uri="{DCECCB84-F9BA-43D5-87BE-67443E8EF086}">
      <p15:sldGuideLst xmlns:p15="http://schemas.microsoft.com/office/powerpoint/2012/main"/>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21DA16B5-28AA-F8F8-9599-C20AC67EA7EC}"/>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7D676D3F-4403-C4D4-FE96-671B2944A0EF}"/>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7" name="Content Placeholder 5">
            <a:extLst>
              <a:ext uri="{FF2B5EF4-FFF2-40B4-BE49-F238E27FC236}">
                <a16:creationId xmlns:a16="http://schemas.microsoft.com/office/drawing/2014/main" id="{0024CA17-8874-30AD-4AB9-C21052582DE0}"/>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820909351"/>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0F2B6431-0088-DCDC-2F12-E64030BEB05E}"/>
              </a:ext>
            </a:extLst>
          </p:cNvPr>
          <p:cNvSpPr>
            <a:spLocks noGrp="1"/>
          </p:cNvSpPr>
          <p:nvPr>
            <p:ph type="body" sz="quarter" idx="22" hasCustomPrompt="1"/>
          </p:nvPr>
        </p:nvSpPr>
        <p:spPr>
          <a:xfrm>
            <a:off x="6454856" y="1634286"/>
            <a:ext cx="5181800" cy="307777"/>
          </a:xfrm>
          <a:prstGeom prst="rect">
            <a:avLst/>
          </a:prstGeom>
        </p:spPr>
        <p:txBody>
          <a:bodyPr vert="horz" wrap="square" lIns="0" tIns="0" rIns="0" bIns="0" rtlCol="0">
            <a:spAutoFit/>
          </a:bodyPr>
          <a:lstStyle>
            <a:lvl1pPr>
              <a:defRPr lang="en-US" sz="2000" b="1" smtClean="0">
                <a:solidFill>
                  <a:schemeClr val="accent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B53A30D3-BF6A-D3FB-C46D-4AE2C01C46E0}"/>
              </a:ext>
            </a:extLst>
          </p:cNvPr>
          <p:cNvSpPr>
            <a:spLocks noGrp="1"/>
          </p:cNvSpPr>
          <p:nvPr>
            <p:ph type="title"/>
          </p:nvPr>
        </p:nvSpPr>
        <p:spPr>
          <a:xfrm>
            <a:off x="6456040" y="549274"/>
            <a:ext cx="5181800" cy="930372"/>
          </a:xfrm>
        </p:spPr>
        <p:txBody>
          <a:bodyPr/>
          <a:lstStyle/>
          <a:p>
            <a:r>
              <a:rPr lang="en-GB" dirty="0"/>
              <a:t>Click to edit Master title style</a:t>
            </a:r>
            <a:endParaRPr lang="en-US" dirty="0"/>
          </a:p>
        </p:txBody>
      </p:sp>
      <p:sp>
        <p:nvSpPr>
          <p:cNvPr id="9" name="Content Placeholder 5">
            <a:extLst>
              <a:ext uri="{FF2B5EF4-FFF2-40B4-BE49-F238E27FC236}">
                <a16:creationId xmlns:a16="http://schemas.microsoft.com/office/drawing/2014/main" id="{55D68D91-22FB-6CD4-9915-A14BC3265458}"/>
              </a:ext>
            </a:extLst>
          </p:cNvPr>
          <p:cNvSpPr>
            <a:spLocks noGrp="1"/>
          </p:cNvSpPr>
          <p:nvPr>
            <p:ph sz="quarter" idx="31"/>
          </p:nvPr>
        </p:nvSpPr>
        <p:spPr>
          <a:xfrm>
            <a:off x="6456040" y="2132856"/>
            <a:ext cx="5181800" cy="4175870"/>
          </a:xfrm>
        </p:spPr>
        <p:txBody>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3" name="Chapter Placeholder 2">
            <a:extLst>
              <a:ext uri="{FF2B5EF4-FFF2-40B4-BE49-F238E27FC236}">
                <a16:creationId xmlns:a16="http://schemas.microsoft.com/office/drawing/2014/main" id="{BE7D5E90-F659-23C9-974F-87B7B5486E6F}"/>
              </a:ext>
            </a:extLst>
          </p:cNvPr>
          <p:cNvSpPr>
            <a:spLocks noGrp="1"/>
          </p:cNvSpPr>
          <p:nvPr>
            <p:ph type="body" sz="quarter" idx="13" hasCustomPrompt="1"/>
          </p:nvPr>
        </p:nvSpPr>
        <p:spPr>
          <a:xfrm>
            <a:off x="6455285" y="266219"/>
            <a:ext cx="5181128"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508406069"/>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a:prstGeom prst="rect">
            <a:avLst/>
          </a:prstGeom>
        </p:spPr>
        <p:txBody>
          <a:bodyPr anchor="t"/>
          <a:lstStyle/>
          <a:p>
            <a:r>
              <a:rPr lang="en-US"/>
              <a:t>Click to edit Master title style</a:t>
            </a:r>
            <a:endParaRPr lang="de-DE"/>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accent2"/>
                </a:solidFill>
                <a:latin typeface="+mj-lt"/>
              </a:defRPr>
            </a:lvl1pPr>
          </a:lstStyle>
          <a:p>
            <a:pPr lvl="0"/>
            <a:r>
              <a:rPr lang="en-US" dirty="0"/>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9652194E-DFE1-2399-69BE-86E79E0C030B}"/>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21212516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89350030"/>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a:prstGeom prst="rect">
            <a:avLst/>
          </a:prstGeom>
        </p:spPr>
        <p:txBody>
          <a:bodyPr wrap="square" anchor="b">
            <a:noAutofit/>
          </a:bodyPr>
          <a:lstStyle>
            <a:lvl1pPr algn="ctr">
              <a:defRPr sz="3200">
                <a:effectLst>
                  <a:outerShdw blurRad="1016000" dir="5400000" algn="ctr" rotWithShape="0">
                    <a:schemeClr val="bg1"/>
                  </a:outerShdw>
                </a:effectLst>
              </a:defRPr>
            </a:lvl1pPr>
          </a:lstStyle>
          <a:p>
            <a:r>
              <a:rPr lang="en-US"/>
              <a:t>Click to edit Master title style</a:t>
            </a:r>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B3B3E366-5F6B-4DAD-CC9B-8BC1097C99EC}"/>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22471489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7453348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a:prstGeom prst="rect">
            <a:avLst/>
          </a:prstGeo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6E3395B1-F7FC-802B-A216-F01560E9113F}"/>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00027507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420495948"/>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a:prstGeom prst="rect">
            <a:avLst/>
          </a:prstGeo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033216B3-32DC-26FE-5B0C-AA59A5EEF721}"/>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19931416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77873086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a:prstGeom prst="rect">
            <a:avLst/>
          </a:prstGeom>
        </p:spPr>
        <p:txBody>
          <a:bodyPr anchor="b">
            <a:noAutofit/>
          </a:bodyPr>
          <a:lstStyle>
            <a:lvl1pPr algn="r">
              <a:defRPr sz="4800"/>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F920BAA7-9E43-593A-ECC2-C0865059C307}"/>
              </a:ext>
            </a:extLst>
          </p:cNvPr>
          <p:cNvSpPr>
            <a:spLocks noGrp="1"/>
          </p:cNvSpPr>
          <p:nvPr>
            <p:ph type="body" sz="quarter" idx="40" hasCustomPrompt="1"/>
          </p:nvPr>
        </p:nvSpPr>
        <p:spPr>
          <a:xfrm>
            <a:off x="11765626" y="128961"/>
            <a:ext cx="269046" cy="335806"/>
          </a:xfrm>
          <a:prstGeom prst="rect">
            <a:avLst/>
          </a:prstGeo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05889430"/>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bg2"/>
                </a:solidFill>
                <a:cs typeface="Arial"/>
              </a:rPr>
              <a:t>Name, Last Name</a:t>
            </a:r>
          </a:p>
          <a:p>
            <a:pPr>
              <a:lnSpc>
                <a:spcPts val="1200"/>
              </a:lnSpc>
            </a:pPr>
            <a:r>
              <a:rPr lang="en-US" sz="1000" b="0" i="0" dirty="0">
                <a:solidFill>
                  <a:schemeClr val="bg2"/>
                </a:solidFill>
                <a:cs typeface="Arial"/>
              </a:rPr>
              <a:t>Title/Role</a:t>
            </a:r>
          </a:p>
          <a:p>
            <a:pPr>
              <a:lnSpc>
                <a:spcPts val="1200"/>
              </a:lnSpc>
            </a:pPr>
            <a:r>
              <a:rPr lang="en-US" sz="1000" b="0" i="0" dirty="0">
                <a:solidFill>
                  <a:schemeClr val="bg2"/>
                </a:solidFill>
                <a:cs typeface="Arial"/>
              </a:rPr>
              <a:t>Capgemini Office (Optional)</a:t>
            </a:r>
          </a:p>
          <a:p>
            <a:pPr>
              <a:lnSpc>
                <a:spcPts val="1200"/>
              </a:lnSpc>
            </a:pPr>
            <a:r>
              <a:rPr lang="en-US" sz="1000" b="0" i="0" dirty="0">
                <a:solidFill>
                  <a:schemeClr val="bg2"/>
                </a:solidFill>
                <a:cs typeface="Arial"/>
              </a:rPr>
              <a:t>Address Line 1</a:t>
            </a:r>
          </a:p>
          <a:p>
            <a:pPr>
              <a:lnSpc>
                <a:spcPts val="1200"/>
              </a:lnSpc>
            </a:pPr>
            <a:r>
              <a:rPr lang="en-US" sz="1000" b="0" i="0" dirty="0">
                <a:solidFill>
                  <a:schemeClr val="bg2"/>
                </a:solidFill>
                <a:cs typeface="Arial"/>
              </a:rPr>
              <a:t>Address Line 2 </a:t>
            </a:r>
          </a:p>
          <a:p>
            <a:pPr>
              <a:lnSpc>
                <a:spcPts val="1200"/>
              </a:lnSpc>
            </a:pPr>
            <a:r>
              <a:rPr lang="en-US" sz="1000" b="0" i="0" dirty="0">
                <a:solidFill>
                  <a:schemeClr val="bg2"/>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2"/>
                </a:solidFill>
                <a:effectLst/>
                <a:uLnTx/>
                <a:uFillTx/>
                <a:latin typeface="+mn-lt"/>
                <a:ea typeface="+mn-ea"/>
                <a:cs typeface="+mn-cs"/>
              </a:rPr>
              <a:t>About Capgemini</a:t>
            </a:r>
          </a:p>
          <a:p>
            <a:pPr marL="0" marR="0" indent="0" algn="just" defTabSz="914400" rtl="0" eaLnBrk="1" fontAlgn="auto" latinLnBrk="0" hangingPunct="1">
              <a:lnSpc>
                <a:spcPct val="100000"/>
              </a:lnSpc>
              <a:spcBef>
                <a:spcPts val="0"/>
              </a:spcBef>
              <a:spcAft>
                <a:spcPts val="0"/>
              </a:spcAft>
              <a:buClrTx/>
              <a:buSzTx/>
              <a:buFontTx/>
              <a:buNone/>
              <a:tabLst/>
              <a:defRPr/>
            </a:pPr>
            <a:r>
              <a:rPr lang="en-US" sz="900" dirty="0"/>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bg2"/>
              </a:solidFill>
              <a:latin typeface="Ubuntu" panose="020B0504030602030204" pitchFamily="34" charset="0"/>
            </a:endParaRPr>
          </a:p>
        </p:txBody>
      </p:sp>
      <p:grpSp>
        <p:nvGrpSpPr>
          <p:cNvPr id="19" name="Group 18">
            <a:extLst>
              <a:ext uri="{FF2B5EF4-FFF2-40B4-BE49-F238E27FC236}">
                <a16:creationId xmlns:a16="http://schemas.microsoft.com/office/drawing/2014/main" id="{A5610925-F855-014F-3846-A33BD39AE7CF}"/>
              </a:ext>
            </a:extLst>
          </p:cNvPr>
          <p:cNvGrpSpPr/>
          <p:nvPr userDrawn="1"/>
        </p:nvGrpSpPr>
        <p:grpSpPr>
          <a:xfrm>
            <a:off x="8904288" y="5569004"/>
            <a:ext cx="1951070" cy="335280"/>
            <a:chOff x="8904288" y="5569004"/>
            <a:chExt cx="1951070" cy="335280"/>
          </a:xfrm>
        </p:grpSpPr>
        <p:pic>
          <p:nvPicPr>
            <p:cNvPr id="20" name="Picture 19">
              <a:hlinkClick r:id="rId6"/>
              <a:extLst>
                <a:ext uri="{FF2B5EF4-FFF2-40B4-BE49-F238E27FC236}">
                  <a16:creationId xmlns:a16="http://schemas.microsoft.com/office/drawing/2014/main" id="{24FCF918-8BD0-16D2-F339-AA3D847D0A13}"/>
                </a:ext>
              </a:extLst>
            </p:cNvPr>
            <p:cNvPicPr>
              <a:picLocks noChangeAspect="1"/>
            </p:cNvPicPr>
            <p:nvPr userDrawn="1"/>
          </p:nvPicPr>
          <p:blipFill rotWithShape="1">
            <a:blip r:embed="rId7" cstate="screen">
              <a:lum bright="70000" contrast="-70000"/>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22" name="Picture 21">
              <a:hlinkClick r:id="rId9"/>
              <a:extLst>
                <a:ext uri="{FF2B5EF4-FFF2-40B4-BE49-F238E27FC236}">
                  <a16:creationId xmlns:a16="http://schemas.microsoft.com/office/drawing/2014/main" id="{43FFB736-D24D-5661-8C87-A4FA45684F22}"/>
                </a:ext>
              </a:extLst>
            </p:cNvPr>
            <p:cNvPicPr>
              <a:picLocks noChangeAspect="1"/>
            </p:cNvPicPr>
            <p:nvPr userDrawn="1"/>
          </p:nvPicPr>
          <p:blipFill rotWithShape="1">
            <a:blip r:embed="rId10" cstate="screen">
              <a:lum bright="70000" contrast="-70000"/>
              <a:extLst>
                <a:ext uri="{BEBA8EAE-BF5A-486C-A8C5-ECC9F3942E4B}">
                  <a14:imgProps xmlns:a14="http://schemas.microsoft.com/office/drawing/2010/main">
                    <a14:imgLayer r:embed="rId11">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23" name="Picture 22">
              <a:hlinkClick r:id="rId12"/>
              <a:extLst>
                <a:ext uri="{FF2B5EF4-FFF2-40B4-BE49-F238E27FC236}">
                  <a16:creationId xmlns:a16="http://schemas.microsoft.com/office/drawing/2014/main" id="{FD54A805-731A-166D-0E90-B161D3D72A48}"/>
                </a:ext>
              </a:extLst>
            </p:cNvPr>
            <p:cNvPicPr>
              <a:picLocks noChangeAspect="1"/>
            </p:cNvPicPr>
            <p:nvPr userDrawn="1"/>
          </p:nvPicPr>
          <p:blipFill rotWithShape="1">
            <a:blip r:embed="rId13" cstate="screen">
              <a:lum bright="70000" contrast="-70000"/>
              <a:extLst>
                <a:ext uri="{BEBA8EAE-BF5A-486C-A8C5-ECC9F3942E4B}">
                  <a14:imgProps xmlns:a14="http://schemas.microsoft.com/office/drawing/2010/main">
                    <a14:imgLayer r:embed="rId14">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24" name="Picture 23">
              <a:hlinkClick r:id="rId15"/>
              <a:extLst>
                <a:ext uri="{FF2B5EF4-FFF2-40B4-BE49-F238E27FC236}">
                  <a16:creationId xmlns:a16="http://schemas.microsoft.com/office/drawing/2014/main" id="{810DB779-E58E-2D08-4480-9915DA0226E2}"/>
                </a:ext>
              </a:extLst>
            </p:cNvPr>
            <p:cNvPicPr>
              <a:picLocks noChangeAspect="1"/>
            </p:cNvPicPr>
            <p:nvPr userDrawn="1"/>
          </p:nvPicPr>
          <p:blipFill rotWithShape="1">
            <a:blip r:embed="rId16" cstate="screen">
              <a:lum bright="70000" contrast="-70000"/>
              <a:extLst>
                <a:ext uri="{BEBA8EAE-BF5A-486C-A8C5-ECC9F3942E4B}">
                  <a14:imgProps xmlns:a14="http://schemas.microsoft.com/office/drawing/2010/main">
                    <a14:imgLayer r:embed="rId17">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25" name="Picture 24">
              <a:hlinkClick r:id="rId18"/>
              <a:extLst>
                <a:ext uri="{FF2B5EF4-FFF2-40B4-BE49-F238E27FC236}">
                  <a16:creationId xmlns:a16="http://schemas.microsoft.com/office/drawing/2014/main" id="{A7DC571B-9383-37DB-3C81-7DAF8A33D562}"/>
                </a:ext>
              </a:extLst>
            </p:cNvPr>
            <p:cNvPicPr>
              <a:picLocks noChangeAspect="1"/>
            </p:cNvPicPr>
            <p:nvPr userDrawn="1"/>
          </p:nvPicPr>
          <p:blipFill rotWithShape="1">
            <a:blip r:embed="rId19" cstate="screen">
              <a:lum bright="70000" contrast="-70000"/>
              <a:extLst>
                <a:ext uri="{BEBA8EAE-BF5A-486C-A8C5-ECC9F3942E4B}">
                  <a14:imgProps xmlns:a14="http://schemas.microsoft.com/office/drawing/2010/main">
                    <a14:imgLayer r:embed="rId20">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3" name="Rectangle 2">
            <a:extLst>
              <a:ext uri="{FF2B5EF4-FFF2-40B4-BE49-F238E27FC236}">
                <a16:creationId xmlns:a16="http://schemas.microsoft.com/office/drawing/2014/main" id="{7ECA3DCF-BB95-29ED-4C63-4ABA324ED80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3919974314"/>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2"/>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2"/>
                </a:solidFill>
              </a:endParaRPr>
            </a:p>
          </p:txBody>
        </p:sp>
      </p:grpSp>
      <p:grpSp>
        <p:nvGrpSpPr>
          <p:cNvPr id="8" name="Group 7">
            <a:extLst>
              <a:ext uri="{FF2B5EF4-FFF2-40B4-BE49-F238E27FC236}">
                <a16:creationId xmlns:a16="http://schemas.microsoft.com/office/drawing/2014/main" id="{C3529F38-DE31-8549-CDA7-1E4A748CA7C2}"/>
              </a:ext>
            </a:extLst>
          </p:cNvPr>
          <p:cNvGrpSpPr/>
          <p:nvPr userDrawn="1"/>
        </p:nvGrpSpPr>
        <p:grpSpPr>
          <a:xfrm>
            <a:off x="8904288" y="5569004"/>
            <a:ext cx="1951070" cy="335280"/>
            <a:chOff x="8904288" y="5569004"/>
            <a:chExt cx="1951070" cy="335280"/>
          </a:xfrm>
        </p:grpSpPr>
        <p:pic>
          <p:nvPicPr>
            <p:cNvPr id="9" name="Picture 8">
              <a:hlinkClick r:id="rId2"/>
              <a:extLst>
                <a:ext uri="{FF2B5EF4-FFF2-40B4-BE49-F238E27FC236}">
                  <a16:creationId xmlns:a16="http://schemas.microsoft.com/office/drawing/2014/main" id="{AA7E1FC5-0975-36A9-15BB-4B78B750848B}"/>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rgbClr val="FFFFFF"/>
              </a:solidFill>
            </a:ln>
          </p:spPr>
        </p:pic>
        <p:pic>
          <p:nvPicPr>
            <p:cNvPr id="10" name="Picture 9">
              <a:hlinkClick r:id="rId5"/>
              <a:extLst>
                <a:ext uri="{FF2B5EF4-FFF2-40B4-BE49-F238E27FC236}">
                  <a16:creationId xmlns:a16="http://schemas.microsoft.com/office/drawing/2014/main" id="{9852B28F-AE33-FE98-514D-6F11A86092BB}"/>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rgbClr val="FFFFFF"/>
              </a:solidFill>
            </a:ln>
          </p:spPr>
        </p:pic>
        <p:pic>
          <p:nvPicPr>
            <p:cNvPr id="11" name="Picture 10">
              <a:hlinkClick r:id="rId8"/>
              <a:extLst>
                <a:ext uri="{FF2B5EF4-FFF2-40B4-BE49-F238E27FC236}">
                  <a16:creationId xmlns:a16="http://schemas.microsoft.com/office/drawing/2014/main" id="{FA1AEA76-FACD-25B8-0110-7425FE173BD9}"/>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rgbClr val="FFFFFF"/>
              </a:solidFill>
            </a:ln>
          </p:spPr>
        </p:pic>
        <p:pic>
          <p:nvPicPr>
            <p:cNvPr id="12" name="Picture 11">
              <a:hlinkClick r:id="rId11"/>
              <a:extLst>
                <a:ext uri="{FF2B5EF4-FFF2-40B4-BE49-F238E27FC236}">
                  <a16:creationId xmlns:a16="http://schemas.microsoft.com/office/drawing/2014/main" id="{8EE305D6-5BF1-8C3B-B40C-DAE50AEF0788}"/>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rgbClr val="FFFFFF"/>
              </a:solidFill>
            </a:ln>
          </p:spPr>
        </p:pic>
        <p:pic>
          <p:nvPicPr>
            <p:cNvPr id="13" name="Picture 12">
              <a:hlinkClick r:id="rId14"/>
              <a:extLst>
                <a:ext uri="{FF2B5EF4-FFF2-40B4-BE49-F238E27FC236}">
                  <a16:creationId xmlns:a16="http://schemas.microsoft.com/office/drawing/2014/main" id="{152FD4A1-441F-A138-65D6-13171C1C355C}"/>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rgbClr val="FFFFFF"/>
              </a:solidFill>
            </a:ln>
          </p:spPr>
        </p:pic>
      </p:grpSp>
      <p:sp>
        <p:nvSpPr>
          <p:cNvPr id="2" name="Rectangle 1">
            <a:extLst>
              <a:ext uri="{FF2B5EF4-FFF2-40B4-BE49-F238E27FC236}">
                <a16:creationId xmlns:a16="http://schemas.microsoft.com/office/drawing/2014/main" id="{B0ED2EA3-431C-98F0-F5DF-BA8CD83988E8}"/>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A00DCBE3-E072-9262-C394-C6548BB92DEF}"/>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32353323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accent1"/>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bg1"/>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accent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bg2"/>
                </a:solidFill>
                <a:latin typeface="+mn-lt"/>
              </a:rPr>
              <a:t>w</a:t>
            </a:r>
            <a:r>
              <a:rPr lang="en-US" sz="1050" dirty="0">
                <a:solidFill>
                  <a:schemeClr val="bg2"/>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12">
            <a:extLst>
              <a:ext uri="{FF2B5EF4-FFF2-40B4-BE49-F238E27FC236}">
                <a16:creationId xmlns:a16="http://schemas.microsoft.com/office/drawing/2014/main" id="{AF5AEA53-A3F6-3C43-28B7-ED0F7493535A}"/>
              </a:ext>
            </a:extLst>
          </p:cNvPr>
          <p:cNvGrpSpPr/>
          <p:nvPr userDrawn="1"/>
        </p:nvGrpSpPr>
        <p:grpSpPr>
          <a:xfrm>
            <a:off x="8904288" y="5569004"/>
            <a:ext cx="1951070" cy="335280"/>
            <a:chOff x="8904288" y="5569004"/>
            <a:chExt cx="1951070" cy="335280"/>
          </a:xfrm>
        </p:grpSpPr>
        <p:pic>
          <p:nvPicPr>
            <p:cNvPr id="14" name="Picture 13">
              <a:hlinkClick r:id="rId2"/>
              <a:extLst>
                <a:ext uri="{FF2B5EF4-FFF2-40B4-BE49-F238E27FC236}">
                  <a16:creationId xmlns:a16="http://schemas.microsoft.com/office/drawing/2014/main" id="{BB2967E7-796B-6EA2-7BAD-CE5AAD3E5CCA}"/>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5" name="Picture 14">
              <a:hlinkClick r:id="rId5"/>
              <a:extLst>
                <a:ext uri="{FF2B5EF4-FFF2-40B4-BE49-F238E27FC236}">
                  <a16:creationId xmlns:a16="http://schemas.microsoft.com/office/drawing/2014/main" id="{D948212D-4697-CFC5-FD02-46AE44A499B0}"/>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6" name="Picture 15">
              <a:hlinkClick r:id="rId8"/>
              <a:extLst>
                <a:ext uri="{FF2B5EF4-FFF2-40B4-BE49-F238E27FC236}">
                  <a16:creationId xmlns:a16="http://schemas.microsoft.com/office/drawing/2014/main" id="{97D4CB73-5886-FD21-53D6-579070C9461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8" name="Picture 17">
              <a:hlinkClick r:id="rId11"/>
              <a:extLst>
                <a:ext uri="{FF2B5EF4-FFF2-40B4-BE49-F238E27FC236}">
                  <a16:creationId xmlns:a16="http://schemas.microsoft.com/office/drawing/2014/main" id="{20E4809F-7CE4-E75D-D9B3-B83DC708507C}"/>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9" name="Picture 18">
              <a:hlinkClick r:id="rId14"/>
              <a:extLst>
                <a:ext uri="{FF2B5EF4-FFF2-40B4-BE49-F238E27FC236}">
                  <a16:creationId xmlns:a16="http://schemas.microsoft.com/office/drawing/2014/main" id="{03D14A75-529F-A677-2FA2-C0BF7D445A39}"/>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2" name="Rectangle 1">
            <a:extLst>
              <a:ext uri="{FF2B5EF4-FFF2-40B4-BE49-F238E27FC236}">
                <a16:creationId xmlns:a16="http://schemas.microsoft.com/office/drawing/2014/main" id="{22ED8818-43EC-6700-AF45-E9B8C97AE8CD}"/>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3" name="Rectangle 2">
            <a:extLst>
              <a:ext uri="{FF2B5EF4-FFF2-40B4-BE49-F238E27FC236}">
                <a16:creationId xmlns:a16="http://schemas.microsoft.com/office/drawing/2014/main" id="{BF9308E6-A7C1-CCDE-ED00-7A9C45249422}"/>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bg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971955888"/>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8240133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Title Slide 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269F39D-C2C8-CD10-FC79-E8DF4011DD81}"/>
              </a:ext>
            </a:extLst>
          </p:cNvPr>
          <p:cNvSpPr/>
          <p:nvPr userDrawn="1"/>
        </p:nvSpPr>
        <p:spPr>
          <a:xfrm>
            <a:off x="0" y="0"/>
            <a:ext cx="8904287"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3" name="Group 2">
            <a:extLst>
              <a:ext uri="{FF2B5EF4-FFF2-40B4-BE49-F238E27FC236}">
                <a16:creationId xmlns:a16="http://schemas.microsoft.com/office/drawing/2014/main" id="{E1F341D8-9871-3E87-0C47-63724CC68DAF}"/>
              </a:ext>
            </a:extLst>
          </p:cNvPr>
          <p:cNvGrpSpPr>
            <a:grpSpLocks noChangeAspect="1"/>
          </p:cNvGrpSpPr>
          <p:nvPr userDrawn="1"/>
        </p:nvGrpSpPr>
        <p:grpSpPr>
          <a:xfrm>
            <a:off x="9912013" y="40924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2608921F-B565-8FD4-583E-9DA9BDDB5334}"/>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5" name="Freeform: Shape 5">
              <a:extLst>
                <a:ext uri="{FF2B5EF4-FFF2-40B4-BE49-F238E27FC236}">
                  <a16:creationId xmlns:a16="http://schemas.microsoft.com/office/drawing/2014/main" id="{59393CFC-3187-9068-EACC-9DD97F450CB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20" name="Freeform: Shape 6">
              <a:extLst>
                <a:ext uri="{FF2B5EF4-FFF2-40B4-BE49-F238E27FC236}">
                  <a16:creationId xmlns:a16="http://schemas.microsoft.com/office/drawing/2014/main" id="{F2454DD1-23F6-150E-C46D-96FB7C5FC4D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1" name="Freeform: Shape 7">
              <a:extLst>
                <a:ext uri="{FF2B5EF4-FFF2-40B4-BE49-F238E27FC236}">
                  <a16:creationId xmlns:a16="http://schemas.microsoft.com/office/drawing/2014/main" id="{34B65355-DFA8-1685-F338-14C9D76CCDE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2" name="Freeform: Shape 8">
              <a:extLst>
                <a:ext uri="{FF2B5EF4-FFF2-40B4-BE49-F238E27FC236}">
                  <a16:creationId xmlns:a16="http://schemas.microsoft.com/office/drawing/2014/main" id="{DF15E081-4331-E828-08B5-2291332FD14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23" name="Rectangle 22">
            <a:extLst>
              <a:ext uri="{FF2B5EF4-FFF2-40B4-BE49-F238E27FC236}">
                <a16:creationId xmlns:a16="http://schemas.microsoft.com/office/drawing/2014/main" id="{7D66C3DE-7CB2-8D02-1EF9-E3C8E4BFAA90}"/>
              </a:ext>
            </a:extLst>
          </p:cNvPr>
          <p:cNvSpPr/>
          <p:nvPr userDrawn="1"/>
        </p:nvSpPr>
        <p:spPr>
          <a:xfrm rot="16200000">
            <a:off x="5403547"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445713" y="980728"/>
            <a:ext cx="7313049" cy="4104456"/>
          </a:xfrm>
        </p:spPr>
        <p:txBody>
          <a:bodyPr vert="horz" lIns="0" tIns="0" rIns="0" bIns="126000" rtlCol="0" anchor="b" anchorCtr="0">
            <a:noAutofit/>
          </a:bodyPr>
          <a:lstStyle>
            <a:lvl1pPr>
              <a:defRPr lang="en-PL" sz="7200" dirty="0">
                <a:solidFill>
                  <a:schemeClr val="bg2"/>
                </a:solidFill>
                <a:latin typeface="Ubuntu Light" panose="020B0304030602030204" pitchFamily="34" charset="0"/>
              </a:defRPr>
            </a:lvl1pPr>
          </a:lstStyle>
          <a:p>
            <a:pPr lvl="0"/>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445713" y="5131138"/>
            <a:ext cx="6479535" cy="215444"/>
          </a:xfrm>
          <a:prstGeom prst="rect">
            <a:avLst/>
          </a:prstGeom>
        </p:spPr>
        <p:txBody>
          <a:bodyPr/>
          <a:lstStyle>
            <a:lvl1pPr>
              <a:defRPr lang="en-GB" sz="1700" b="1"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445713" y="5715912"/>
            <a:ext cx="6479535" cy="215444"/>
          </a:xfrm>
          <a:prstGeom prst="rect">
            <a:avLst/>
          </a:prstGeom>
        </p:spPr>
        <p:txBody>
          <a:bodyPr/>
          <a:lstStyle>
            <a:lvl1pPr>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Tree>
    <p:extLst>
      <p:ext uri="{BB962C8B-B14F-4D97-AF65-F5344CB8AC3E}">
        <p14:creationId xmlns:p14="http://schemas.microsoft.com/office/powerpoint/2010/main" val="291440971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Title Slide Logo Cu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276F6-E981-8407-5AD7-E85838815E5A}"/>
              </a:ext>
            </a:extLst>
          </p:cNvPr>
          <p:cNvSpPr>
            <a:spLocks noGrp="1"/>
          </p:cNvSpPr>
          <p:nvPr>
            <p:ph type="title"/>
          </p:nvPr>
        </p:nvSpPr>
        <p:spPr>
          <a:xfrm>
            <a:off x="2765723" y="1489457"/>
            <a:ext cx="6480175" cy="1677988"/>
          </a:xfrm>
          <a:noFill/>
        </p:spPr>
        <p:txBody>
          <a:bodyPr anchor="b"/>
          <a:lstStyle>
            <a:lvl1pPr algn="ctr">
              <a:defRPr kumimoji="0" lang="en-PL" sz="5400" b="0" i="0" u="none" strike="noStrike" kern="1200" cap="none" spc="0" normalizeH="0" baseline="0" noProof="0" dirty="0">
                <a:ln>
                  <a:noFill/>
                </a:ln>
                <a:solidFill>
                  <a:schemeClr val="bg1"/>
                </a:solidFill>
                <a:effectLst/>
                <a:uLnTx/>
                <a:uFillTx/>
                <a:latin typeface="+mn-lt"/>
                <a:ea typeface="+mj-ea"/>
                <a:cs typeface="+mj-cs"/>
              </a:defRPr>
            </a:lvl1pPr>
          </a:lstStyle>
          <a:p>
            <a:r>
              <a:rPr lang="en-US"/>
              <a:t>Click to edit Master title style</a:t>
            </a:r>
            <a:endParaRPr lang="en-PL" dirty="0"/>
          </a:p>
        </p:txBody>
      </p:sp>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2764136" y="3167445"/>
            <a:ext cx="6478587" cy="348286"/>
          </a:xfrm>
          <a:prstGeom prst="rect">
            <a:avLst/>
          </a:prstGeom>
        </p:spPr>
        <p:txBody>
          <a:bodyPr/>
          <a:lstStyle>
            <a:lvl1pPr algn="ctr">
              <a:defRPr lang="en-GB" sz="20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2763761" y="3709694"/>
            <a:ext cx="6479535" cy="253029"/>
          </a:xfrm>
          <a:prstGeom prst="rect">
            <a:avLst/>
          </a:prstGeom>
        </p:spPr>
        <p:txBody>
          <a:bodyPr/>
          <a:lstStyle>
            <a:lvl1pPr algn="ctr">
              <a:defRPr lang="en-GB" sz="1400" kern="1200" dirty="0" smtClean="0">
                <a:solidFill>
                  <a:schemeClr val="bg1"/>
                </a:solidFill>
                <a:latin typeface="Ubuntu Light" panose="020B0304030602030204" pitchFamily="34" charset="0"/>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3" name="Group 2">
            <a:extLst>
              <a:ext uri="{FF2B5EF4-FFF2-40B4-BE49-F238E27FC236}">
                <a16:creationId xmlns:a16="http://schemas.microsoft.com/office/drawing/2014/main" id="{29019898-C562-0E25-C4F3-334360D03193}"/>
              </a:ext>
            </a:extLst>
          </p:cNvPr>
          <p:cNvGrpSpPr>
            <a:grpSpLocks noChangeAspect="1"/>
          </p:cNvGrpSpPr>
          <p:nvPr userDrawn="1"/>
        </p:nvGrpSpPr>
        <p:grpSpPr>
          <a:xfrm>
            <a:off x="-175885" y="4642089"/>
            <a:ext cx="12564529" cy="2824804"/>
            <a:chOff x="5094083" y="5360390"/>
            <a:chExt cx="3039349" cy="683316"/>
          </a:xfrm>
          <a:solidFill>
            <a:schemeClr val="tx2"/>
          </a:solidFill>
        </p:grpSpPr>
        <p:sp>
          <p:nvSpPr>
            <p:cNvPr id="7" name="Freeform: Shape 4">
              <a:extLst>
                <a:ext uri="{FF2B5EF4-FFF2-40B4-BE49-F238E27FC236}">
                  <a16:creationId xmlns:a16="http://schemas.microsoft.com/office/drawing/2014/main" id="{F8CB933C-09AA-8C71-2E78-1561B27414F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Freeform: Shape 5">
              <a:extLst>
                <a:ext uri="{FF2B5EF4-FFF2-40B4-BE49-F238E27FC236}">
                  <a16:creationId xmlns:a16="http://schemas.microsoft.com/office/drawing/2014/main" id="{99E6D307-271F-C8DB-706F-FE50815F9A3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9" name="Freeform: Shape 6">
              <a:extLst>
                <a:ext uri="{FF2B5EF4-FFF2-40B4-BE49-F238E27FC236}">
                  <a16:creationId xmlns:a16="http://schemas.microsoft.com/office/drawing/2014/main" id="{C39B46B1-97A6-4B30-142D-E2A1330E057D}"/>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0" name="Freeform: Shape 7">
              <a:extLst>
                <a:ext uri="{FF2B5EF4-FFF2-40B4-BE49-F238E27FC236}">
                  <a16:creationId xmlns:a16="http://schemas.microsoft.com/office/drawing/2014/main" id="{9BFEC525-2C7E-E980-B007-932804D5D51E}"/>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11" name="Freeform: Shape 8">
              <a:extLst>
                <a:ext uri="{FF2B5EF4-FFF2-40B4-BE49-F238E27FC236}">
                  <a16:creationId xmlns:a16="http://schemas.microsoft.com/office/drawing/2014/main" id="{4A1347D2-8F0A-9DF0-EE43-F2AA0C1B4213}"/>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sp>
        <p:nvSpPr>
          <p:cNvPr id="12" name="Rectangle 11">
            <a:extLst>
              <a:ext uri="{FF2B5EF4-FFF2-40B4-BE49-F238E27FC236}">
                <a16:creationId xmlns:a16="http://schemas.microsoft.com/office/drawing/2014/main" id="{AEB98D74-27E3-F044-4F08-EF3F7C226178}"/>
              </a:ext>
            </a:extLst>
          </p:cNvPr>
          <p:cNvSpPr/>
          <p:nvPr userDrawn="1"/>
        </p:nvSpPr>
        <p:spPr>
          <a:xfrm>
            <a:off x="-902128" y="2536529"/>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16" name="Rectangle 15">
            <a:extLst>
              <a:ext uri="{FF2B5EF4-FFF2-40B4-BE49-F238E27FC236}">
                <a16:creationId xmlns:a16="http://schemas.microsoft.com/office/drawing/2014/main" id="{B977B1B2-8ECC-4719-803F-E7EBCFD4BEF8}"/>
              </a:ext>
            </a:extLst>
          </p:cNvPr>
          <p:cNvSpPr/>
          <p:nvPr userDrawn="1"/>
        </p:nvSpPr>
        <p:spPr>
          <a:xfrm>
            <a:off x="7696229" y="3673621"/>
            <a:ext cx="4660490"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252162404"/>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userDrawn="1">
  <p:cSld name="Title Slide Message left">
    <p:bg>
      <p:bgPr>
        <a:solidFill>
          <a:schemeClr val="tx2"/>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10D5C00-226E-1369-C48F-FBB9D0A2D267}"/>
              </a:ext>
            </a:extLst>
          </p:cNvPr>
          <p:cNvSpPr>
            <a:spLocks noGrp="1"/>
          </p:cNvSpPr>
          <p:nvPr>
            <p:ph type="body" sz="quarter" idx="10" hasCustomPrompt="1"/>
          </p:nvPr>
        </p:nvSpPr>
        <p:spPr>
          <a:xfrm>
            <a:off x="7859991" y="4310970"/>
            <a:ext cx="3776998" cy="844776"/>
          </a:xfrm>
          <a:prstGeom prst="rect">
            <a:avLst/>
          </a:prstGeom>
        </p:spPr>
        <p:txBody>
          <a:bodyPr/>
          <a:lstStyle>
            <a:lvl1pPr algn="l">
              <a:defRPr lang="en-GB" sz="20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sp>
        <p:nvSpPr>
          <p:cNvPr id="6" name="Text Placeholder 3">
            <a:extLst>
              <a:ext uri="{FF2B5EF4-FFF2-40B4-BE49-F238E27FC236}">
                <a16:creationId xmlns:a16="http://schemas.microsoft.com/office/drawing/2014/main" id="{141DE9FA-300D-BBCE-A5BC-ECE60B3F1F61}"/>
              </a:ext>
            </a:extLst>
          </p:cNvPr>
          <p:cNvSpPr>
            <a:spLocks noGrp="1"/>
          </p:cNvSpPr>
          <p:nvPr>
            <p:ph type="body" sz="quarter" idx="11" hasCustomPrompt="1"/>
          </p:nvPr>
        </p:nvSpPr>
        <p:spPr>
          <a:xfrm>
            <a:off x="7859991" y="5787865"/>
            <a:ext cx="3776998" cy="546064"/>
          </a:xfrm>
          <a:prstGeom prst="rect">
            <a:avLst/>
          </a:prstGeom>
        </p:spPr>
        <p:txBody>
          <a:bodyPr/>
          <a:lstStyle>
            <a:lvl1pPr algn="l">
              <a:defRPr lang="en-GB" sz="1400" kern="1200" dirty="0" smtClean="0">
                <a:solidFill>
                  <a:schemeClr val="bg1"/>
                </a:solidFill>
                <a:latin typeface="+mn-lt"/>
                <a:ea typeface="+mn-ea"/>
                <a:cs typeface="+mn-cs"/>
              </a:defRPr>
            </a:lvl1pPr>
            <a:lvl2pPr>
              <a:defRPr lang="en-GB" sz="1400" kern="1200" dirty="0" smtClean="0">
                <a:solidFill>
                  <a:schemeClr val="bg1"/>
                </a:solidFill>
                <a:latin typeface="+mn-lt"/>
                <a:ea typeface="+mn-ea"/>
                <a:cs typeface="+mn-cs"/>
              </a:defRPr>
            </a:lvl2pPr>
            <a:lvl3pPr>
              <a:defRPr lang="en-GB" sz="1400" kern="1200" dirty="0" smtClean="0">
                <a:solidFill>
                  <a:schemeClr val="bg1"/>
                </a:solidFill>
                <a:latin typeface="+mn-lt"/>
                <a:ea typeface="+mn-ea"/>
                <a:cs typeface="+mn-cs"/>
              </a:defRPr>
            </a:lvl3pPr>
            <a:lvl4pPr>
              <a:defRPr lang="en-GB" sz="1400" kern="1200" dirty="0" smtClean="0">
                <a:solidFill>
                  <a:schemeClr val="bg1"/>
                </a:solidFill>
                <a:latin typeface="+mn-lt"/>
                <a:ea typeface="+mn-ea"/>
                <a:cs typeface="+mn-cs"/>
              </a:defRPr>
            </a:lvl4pPr>
            <a:lvl5pPr>
              <a:defRPr lang="en-PL" sz="1400" kern="1200" dirty="0">
                <a:solidFill>
                  <a:schemeClr val="bg1"/>
                </a:solidFill>
                <a:latin typeface="+mn-lt"/>
                <a:ea typeface="+mn-ea"/>
                <a:cs typeface="+mn-cs"/>
              </a:defRPr>
            </a:lvl5pPr>
          </a:lstStyle>
          <a:p>
            <a:r>
              <a:rPr lang="en-GB" dirty="0"/>
              <a:t>Click to edit Master subtitle style</a:t>
            </a:r>
            <a:endParaRPr lang="en-US" dirty="0"/>
          </a:p>
        </p:txBody>
      </p:sp>
      <p:grpSp>
        <p:nvGrpSpPr>
          <p:cNvPr id="5" name="Group 2">
            <a:extLst>
              <a:ext uri="{FF2B5EF4-FFF2-40B4-BE49-F238E27FC236}">
                <a16:creationId xmlns:a16="http://schemas.microsoft.com/office/drawing/2014/main" id="{97C43731-60F1-A1BC-E630-11D1BE6DDE01}"/>
              </a:ext>
            </a:extLst>
          </p:cNvPr>
          <p:cNvGrpSpPr>
            <a:grpSpLocks noChangeAspect="1"/>
          </p:cNvGrpSpPr>
          <p:nvPr userDrawn="1"/>
        </p:nvGrpSpPr>
        <p:grpSpPr>
          <a:xfrm>
            <a:off x="368802" y="6162345"/>
            <a:ext cx="1872000" cy="420870"/>
            <a:chOff x="5094083" y="5360390"/>
            <a:chExt cx="3039349" cy="683316"/>
          </a:xfrm>
          <a:solidFill>
            <a:schemeClr val="bg2"/>
          </a:solidFill>
        </p:grpSpPr>
        <p:sp>
          <p:nvSpPr>
            <p:cNvPr id="13" name="Freeform: Shape 4">
              <a:extLst>
                <a:ext uri="{FF2B5EF4-FFF2-40B4-BE49-F238E27FC236}">
                  <a16:creationId xmlns:a16="http://schemas.microsoft.com/office/drawing/2014/main" id="{E46A43A4-DCDF-7C78-DDEA-21BACBE7C71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4" name="Freeform: Shape 5">
              <a:extLst>
                <a:ext uri="{FF2B5EF4-FFF2-40B4-BE49-F238E27FC236}">
                  <a16:creationId xmlns:a16="http://schemas.microsoft.com/office/drawing/2014/main" id="{D4834A30-F65C-87DF-9AD8-668233946F32}"/>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5" name="Freeform: Shape 6">
              <a:extLst>
                <a:ext uri="{FF2B5EF4-FFF2-40B4-BE49-F238E27FC236}">
                  <a16:creationId xmlns:a16="http://schemas.microsoft.com/office/drawing/2014/main" id="{97CAB39C-AC38-78BE-6460-1AC31467E31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7" name="Freeform: Shape 7">
              <a:extLst>
                <a:ext uri="{FF2B5EF4-FFF2-40B4-BE49-F238E27FC236}">
                  <a16:creationId xmlns:a16="http://schemas.microsoft.com/office/drawing/2014/main" id="{D6E94E64-5DBF-0D94-8FC8-EDC1F82C3D7C}"/>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sp>
          <p:nvSpPr>
            <p:cNvPr id="18" name="Freeform: Shape 8">
              <a:extLst>
                <a:ext uri="{FF2B5EF4-FFF2-40B4-BE49-F238E27FC236}">
                  <a16:creationId xmlns:a16="http://schemas.microsoft.com/office/drawing/2014/main" id="{C730C3C9-943E-DF05-5213-9E27CF02B89F}"/>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6F6F6"/>
                </a:solidFill>
                <a:effectLst/>
                <a:uLnTx/>
                <a:uFillTx/>
                <a:latin typeface="Ubuntu"/>
                <a:ea typeface="+mn-ea"/>
                <a:cs typeface="+mn-cs"/>
              </a:endParaRPr>
            </a:p>
          </p:txBody>
        </p:sp>
      </p:grpSp>
      <p:sp>
        <p:nvSpPr>
          <p:cNvPr id="19" name="Rectangle 18">
            <a:extLst>
              <a:ext uri="{FF2B5EF4-FFF2-40B4-BE49-F238E27FC236}">
                <a16:creationId xmlns:a16="http://schemas.microsoft.com/office/drawing/2014/main" id="{F4AB31BA-122A-A70B-066B-977B193EC8FA}"/>
              </a:ext>
            </a:extLst>
          </p:cNvPr>
          <p:cNvSpPr/>
          <p:nvPr userDrawn="1"/>
        </p:nvSpPr>
        <p:spPr>
          <a:xfrm>
            <a:off x="4124632" y="5155746"/>
            <a:ext cx="8067368" cy="289102"/>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20" name="Title 19">
            <a:extLst>
              <a:ext uri="{FF2B5EF4-FFF2-40B4-BE49-F238E27FC236}">
                <a16:creationId xmlns:a16="http://schemas.microsoft.com/office/drawing/2014/main" id="{B21B0F02-FE4C-511F-A62B-12E2BACE6D5B}"/>
              </a:ext>
            </a:extLst>
          </p:cNvPr>
          <p:cNvSpPr>
            <a:spLocks noGrp="1"/>
          </p:cNvSpPr>
          <p:nvPr>
            <p:ph type="title" hasCustomPrompt="1"/>
          </p:nvPr>
        </p:nvSpPr>
        <p:spPr>
          <a:xfrm>
            <a:off x="-176980" y="-171399"/>
            <a:ext cx="7713140" cy="6199078"/>
          </a:xfrm>
        </p:spPr>
        <p:txBody>
          <a:bodyPr/>
          <a:lstStyle>
            <a:lvl1pPr>
              <a:lnSpc>
                <a:spcPct val="75000"/>
              </a:lnSpc>
              <a:defRPr sz="17200">
                <a:solidFill>
                  <a:schemeClr val="accent2"/>
                </a:solidFill>
                <a:latin typeface="Ubuntu Light" panose="020B0304030602030204" pitchFamily="34" charset="0"/>
              </a:defRPr>
            </a:lvl1pPr>
          </a:lstStyle>
          <a:p>
            <a:r>
              <a:rPr lang="en-US" dirty="0"/>
              <a:t>Master title style</a:t>
            </a:r>
          </a:p>
        </p:txBody>
      </p:sp>
    </p:spTree>
    <p:extLst>
      <p:ext uri="{BB962C8B-B14F-4D97-AF65-F5344CB8AC3E}">
        <p14:creationId xmlns:p14="http://schemas.microsoft.com/office/powerpoint/2010/main" val="617587813"/>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Title Slide 2">
    <p:spTree>
      <p:nvGrpSpPr>
        <p:cNvPr id="1" name=""/>
        <p:cNvGrpSpPr/>
        <p:nvPr/>
      </p:nvGrpSpPr>
      <p:grpSpPr>
        <a:xfrm>
          <a:off x="0" y="0"/>
          <a:ext cx="0" cy="0"/>
          <a:chOff x="0" y="0"/>
          <a:chExt cx="0" cy="0"/>
        </a:xfrm>
      </p:grpSpPr>
      <p:sp>
        <p:nvSpPr>
          <p:cNvPr id="31" name="Picture Placeholder 10">
            <a:extLst>
              <a:ext uri="{FF2B5EF4-FFF2-40B4-BE49-F238E27FC236}">
                <a16:creationId xmlns:a16="http://schemas.microsoft.com/office/drawing/2014/main" id="{CC88A17A-2665-CB64-B35D-1CDAB893EA72}"/>
              </a:ext>
            </a:extLst>
          </p:cNvPr>
          <p:cNvSpPr>
            <a:spLocks noGrp="1"/>
          </p:cNvSpPr>
          <p:nvPr>
            <p:ph type="pic" sz="quarter" idx="13" hasCustomPrompt="1"/>
          </p:nvPr>
        </p:nvSpPr>
        <p:spPr>
          <a:xfrm>
            <a:off x="-1" y="180000"/>
            <a:ext cx="12192001" cy="667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14" name="Group 2">
            <a:extLst>
              <a:ext uri="{FF2B5EF4-FFF2-40B4-BE49-F238E27FC236}">
                <a16:creationId xmlns:a16="http://schemas.microsoft.com/office/drawing/2014/main" id="{5570D5EE-65A7-6ED8-B779-4B18D3F9B40F}"/>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15" name="Freeform: Shape 4">
              <a:extLst>
                <a:ext uri="{FF2B5EF4-FFF2-40B4-BE49-F238E27FC236}">
                  <a16:creationId xmlns:a16="http://schemas.microsoft.com/office/drawing/2014/main" id="{D58972C2-A9F5-BC83-6D8B-F2551227EF02}"/>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16" name="Freeform: Shape 5">
              <a:extLst>
                <a:ext uri="{FF2B5EF4-FFF2-40B4-BE49-F238E27FC236}">
                  <a16:creationId xmlns:a16="http://schemas.microsoft.com/office/drawing/2014/main" id="{F1185E33-8F53-63CA-354E-8F831E6BCFB7}"/>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18" name="Freeform: Shape 6">
              <a:extLst>
                <a:ext uri="{FF2B5EF4-FFF2-40B4-BE49-F238E27FC236}">
                  <a16:creationId xmlns:a16="http://schemas.microsoft.com/office/drawing/2014/main" id="{CDD16A12-A8F2-58EF-09CC-13E3376F38BF}"/>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20" name="Freeform: Shape 7">
              <a:extLst>
                <a:ext uri="{FF2B5EF4-FFF2-40B4-BE49-F238E27FC236}">
                  <a16:creationId xmlns:a16="http://schemas.microsoft.com/office/drawing/2014/main" id="{8F3DB536-4854-A063-FC86-800CFAAD2478}"/>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21" name="Freeform: Shape 8">
              <a:extLst>
                <a:ext uri="{FF2B5EF4-FFF2-40B4-BE49-F238E27FC236}">
                  <a16:creationId xmlns:a16="http://schemas.microsoft.com/office/drawing/2014/main" id="{BF1BB4C2-2CFF-9555-916D-B08189B1ED72}"/>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2" name="Title 31">
            <a:extLst>
              <a:ext uri="{FF2B5EF4-FFF2-40B4-BE49-F238E27FC236}">
                <a16:creationId xmlns:a16="http://schemas.microsoft.com/office/drawing/2014/main" id="{E3492C82-376C-10C5-B46C-67C15004D611}"/>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34" name="Text Placeholder 33">
            <a:extLst>
              <a:ext uri="{FF2B5EF4-FFF2-40B4-BE49-F238E27FC236}">
                <a16:creationId xmlns:a16="http://schemas.microsoft.com/office/drawing/2014/main" id="{D09EA9EC-658D-5DAE-6157-50A4AA284434}"/>
              </a:ext>
            </a:extLst>
          </p:cNvPr>
          <p:cNvSpPr>
            <a:spLocks noGrp="1"/>
          </p:cNvSpPr>
          <p:nvPr>
            <p:ph type="body" sz="quarter" idx="14"/>
          </p:nvPr>
        </p:nvSpPr>
        <p:spPr>
          <a:xfrm>
            <a:off x="549275" y="5251824"/>
            <a:ext cx="6578080" cy="659722"/>
          </a:xfrm>
          <a:prstGeom prst="rect">
            <a:avLst/>
          </a:prstGeom>
        </p:spPr>
        <p:txBody>
          <a:bodyPr/>
          <a:lstStyle>
            <a:lvl1pPr>
              <a:defRPr>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9E9DF3E1-890B-0648-08D7-23F6A17377B7}"/>
              </a:ext>
            </a:extLst>
          </p:cNvPr>
          <p:cNvSpPr/>
          <p:nvPr userDrawn="1"/>
        </p:nvSpPr>
        <p:spPr>
          <a:xfrm>
            <a:off x="-2" y="0"/>
            <a:ext cx="12192000"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277C0A79-DE12-2C81-D632-2FB7FA13208C}"/>
              </a:ext>
            </a:extLst>
          </p:cNvPr>
          <p:cNvSpPr>
            <a:spLocks noGrp="1"/>
          </p:cNvSpPr>
          <p:nvPr>
            <p:ph type="body" sz="quarter" idx="15"/>
          </p:nvPr>
        </p:nvSpPr>
        <p:spPr>
          <a:xfrm>
            <a:off x="54927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46909141"/>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Title Slide 3">
    <p:spTree>
      <p:nvGrpSpPr>
        <p:cNvPr id="1" name=""/>
        <p:cNvGrpSpPr/>
        <p:nvPr/>
      </p:nvGrpSpPr>
      <p:grpSpPr>
        <a:xfrm>
          <a:off x="0" y="0"/>
          <a:ext cx="0" cy="0"/>
          <a:chOff x="0" y="0"/>
          <a:chExt cx="0" cy="0"/>
        </a:xfrm>
      </p:grpSpPr>
      <p:sp>
        <p:nvSpPr>
          <p:cNvPr id="32" name="Picture Placeholder 10">
            <a:extLst>
              <a:ext uri="{FF2B5EF4-FFF2-40B4-BE49-F238E27FC236}">
                <a16:creationId xmlns:a16="http://schemas.microsoft.com/office/drawing/2014/main" id="{3ACE82B0-62A7-4716-0770-25177C6C2523}"/>
              </a:ext>
            </a:extLst>
          </p:cNvPr>
          <p:cNvSpPr>
            <a:spLocks noGrp="1"/>
          </p:cNvSpPr>
          <p:nvPr>
            <p:ph type="pic" sz="quarter" idx="13" hasCustomPrompt="1"/>
          </p:nvPr>
        </p:nvSpPr>
        <p:spPr>
          <a:xfrm>
            <a:off x="180001" y="0"/>
            <a:ext cx="12011999"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3" name="Group 2">
            <a:extLst>
              <a:ext uri="{FF2B5EF4-FFF2-40B4-BE49-F238E27FC236}">
                <a16:creationId xmlns:a16="http://schemas.microsoft.com/office/drawing/2014/main" id="{8F46E283-C322-4D6F-0C87-E9B5787BEF80}"/>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4" name="Freeform: Shape 4">
              <a:extLst>
                <a:ext uri="{FF2B5EF4-FFF2-40B4-BE49-F238E27FC236}">
                  <a16:creationId xmlns:a16="http://schemas.microsoft.com/office/drawing/2014/main" id="{E7C6E56A-237E-269F-8948-94D8630922C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5" name="Freeform: Shape 5">
              <a:extLst>
                <a:ext uri="{FF2B5EF4-FFF2-40B4-BE49-F238E27FC236}">
                  <a16:creationId xmlns:a16="http://schemas.microsoft.com/office/drawing/2014/main" id="{69EF9104-8430-F98A-7A15-FE04244E2D36}"/>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6" name="Freeform: Shape 6">
              <a:extLst>
                <a:ext uri="{FF2B5EF4-FFF2-40B4-BE49-F238E27FC236}">
                  <a16:creationId xmlns:a16="http://schemas.microsoft.com/office/drawing/2014/main" id="{0398A75A-EE7F-6840-B64B-CD550ECF76E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7" name="Freeform: Shape 7">
              <a:extLst>
                <a:ext uri="{FF2B5EF4-FFF2-40B4-BE49-F238E27FC236}">
                  <a16:creationId xmlns:a16="http://schemas.microsoft.com/office/drawing/2014/main" id="{3586F6A8-69A4-9382-D0C9-7CA34851C34A}"/>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38" name="Freeform: Shape 8">
              <a:extLst>
                <a:ext uri="{FF2B5EF4-FFF2-40B4-BE49-F238E27FC236}">
                  <a16:creationId xmlns:a16="http://schemas.microsoft.com/office/drawing/2014/main" id="{3814A5D2-6C0A-D1F0-266D-7ECB31C3E8E6}"/>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9" name="Title 31">
            <a:extLst>
              <a:ext uri="{FF2B5EF4-FFF2-40B4-BE49-F238E27FC236}">
                <a16:creationId xmlns:a16="http://schemas.microsoft.com/office/drawing/2014/main" id="{F322BC76-B62D-13E1-DFD4-1C84E6221D02}"/>
              </a:ext>
            </a:extLst>
          </p:cNvPr>
          <p:cNvSpPr>
            <a:spLocks noGrp="1"/>
          </p:cNvSpPr>
          <p:nvPr>
            <p:ph type="title"/>
          </p:nvPr>
        </p:nvSpPr>
        <p:spPr>
          <a:xfrm>
            <a:off x="1214394" y="1628775"/>
            <a:ext cx="6578080" cy="3335273"/>
          </a:xfrm>
        </p:spPr>
        <p:txBody>
          <a:bodyPr anchor="b"/>
          <a:lstStyle>
            <a:lvl1pPr>
              <a:lnSpc>
                <a:spcPct val="90000"/>
              </a:lnSpc>
              <a:defRPr sz="7200">
                <a:solidFill>
                  <a:schemeClr val="bg1"/>
                </a:solidFill>
                <a:latin typeface="Ubuntu Light" panose="020B0304030602030204" pitchFamily="34" charset="0"/>
              </a:defRPr>
            </a:lvl1pPr>
          </a:lstStyle>
          <a:p>
            <a:r>
              <a:rPr lang="en-US"/>
              <a:t>Click to edit Master title style</a:t>
            </a:r>
            <a:endParaRPr lang="en-PL" dirty="0"/>
          </a:p>
        </p:txBody>
      </p:sp>
      <p:sp>
        <p:nvSpPr>
          <p:cNvPr id="40" name="Text Placeholder 33">
            <a:extLst>
              <a:ext uri="{FF2B5EF4-FFF2-40B4-BE49-F238E27FC236}">
                <a16:creationId xmlns:a16="http://schemas.microsoft.com/office/drawing/2014/main" id="{CA8F7439-A11A-B37F-8E7F-1541F8C360C4}"/>
              </a:ext>
            </a:extLst>
          </p:cNvPr>
          <p:cNvSpPr>
            <a:spLocks noGrp="1"/>
          </p:cNvSpPr>
          <p:nvPr>
            <p:ph type="body" sz="quarter" idx="14"/>
          </p:nvPr>
        </p:nvSpPr>
        <p:spPr>
          <a:xfrm>
            <a:off x="1212285" y="5251824"/>
            <a:ext cx="6578080" cy="659722"/>
          </a:xfrm>
          <a:prstGeom prst="rect">
            <a:avLst/>
          </a:prstGeom>
        </p:spPr>
        <p:txBody>
          <a:bodyPr/>
          <a:lstStyle>
            <a:lvl1pPr>
              <a:defRPr sz="2000" b="0">
                <a:solidFill>
                  <a:schemeClr val="bg1"/>
                </a:solidFill>
              </a:defRPr>
            </a:lvl1pPr>
          </a:lstStyle>
          <a:p>
            <a:pPr lvl="0"/>
            <a:r>
              <a:rPr lang="en-US"/>
              <a:t>Click to edit Master text styles</a:t>
            </a:r>
          </a:p>
        </p:txBody>
      </p:sp>
      <p:sp>
        <p:nvSpPr>
          <p:cNvPr id="3" name="Rectangle 2">
            <a:extLst>
              <a:ext uri="{FF2B5EF4-FFF2-40B4-BE49-F238E27FC236}">
                <a16:creationId xmlns:a16="http://schemas.microsoft.com/office/drawing/2014/main" id="{731224E1-CA4F-0875-C5F0-35D33EADD2EB}"/>
              </a:ext>
            </a:extLst>
          </p:cNvPr>
          <p:cNvSpPr/>
          <p:nvPr userDrawn="1"/>
        </p:nvSpPr>
        <p:spPr>
          <a:xfrm rot="16200000">
            <a:off x="-3338999"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4" name="Text Placeholder 33">
            <a:extLst>
              <a:ext uri="{FF2B5EF4-FFF2-40B4-BE49-F238E27FC236}">
                <a16:creationId xmlns:a16="http://schemas.microsoft.com/office/drawing/2014/main" id="{F38081E3-C84E-8E42-A77A-A602E5F45BEC}"/>
              </a:ext>
            </a:extLst>
          </p:cNvPr>
          <p:cNvSpPr>
            <a:spLocks noGrp="1"/>
          </p:cNvSpPr>
          <p:nvPr>
            <p:ph type="body" sz="quarter" idx="15"/>
          </p:nvPr>
        </p:nvSpPr>
        <p:spPr>
          <a:xfrm>
            <a:off x="1212285" y="5910502"/>
            <a:ext cx="6578080" cy="659722"/>
          </a:xfrm>
          <a:prstGeom prst="rect">
            <a:avLst/>
          </a:prstGeom>
        </p:spPr>
        <p:txBody>
          <a:bodyPr/>
          <a:lstStyle>
            <a:lvl1pPr>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4283893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userDrawn="1">
  <p:cSld name="Title Slide 4">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1"/>
            <a:ext cx="2731981"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51384"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9912013" y="3893182"/>
            <a:ext cx="1872000" cy="1123397"/>
          </a:xfrm>
          <a:prstGeom prst="rect">
            <a:avLst/>
          </a:prstGeom>
        </p:spPr>
        <p:txBody>
          <a:bodyPr anchor="b">
            <a:noAutofit/>
          </a:bodyPr>
          <a:lstStyle>
            <a:lvl1pPr>
              <a:defRPr sz="2000"/>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4284595238"/>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userDrawn="1">
  <p:cSld name="Title Slide 6">
    <p:spTree>
      <p:nvGrpSpPr>
        <p:cNvPr id="1" name=""/>
        <p:cNvGrpSpPr/>
        <p:nvPr/>
      </p:nvGrpSpPr>
      <p:grpSpPr>
        <a:xfrm>
          <a:off x="0" y="0"/>
          <a:ext cx="0" cy="0"/>
          <a:chOff x="0" y="0"/>
          <a:chExt cx="0" cy="0"/>
        </a:xfrm>
      </p:grpSpPr>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0" y="0"/>
            <a:ext cx="9280018"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9460018" y="0"/>
            <a:ext cx="2731981" cy="4949047"/>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endParaRPr lang="en-US" dirty="0"/>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9912013"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44" name="Title 31">
            <a:extLst>
              <a:ext uri="{FF2B5EF4-FFF2-40B4-BE49-F238E27FC236}">
                <a16:creationId xmlns:a16="http://schemas.microsoft.com/office/drawing/2014/main" id="{3551E8D5-6D03-58C4-2A78-E73615CBFD4C}"/>
              </a:ext>
            </a:extLst>
          </p:cNvPr>
          <p:cNvSpPr>
            <a:spLocks noGrp="1"/>
          </p:cNvSpPr>
          <p:nvPr>
            <p:ph type="title"/>
          </p:nvPr>
        </p:nvSpPr>
        <p:spPr>
          <a:xfrm>
            <a:off x="5087887" y="549275"/>
            <a:ext cx="4036154" cy="3815829"/>
          </a:xfrm>
        </p:spPr>
        <p:txBody>
          <a:bodyPr anchor="b"/>
          <a:lstStyle>
            <a:lvl1pPr>
              <a:defRPr sz="6600">
                <a:solidFill>
                  <a:schemeClr val="bg1"/>
                </a:solidFill>
                <a:latin typeface="Ubuntu Light" panose="020B0304030602030204" pitchFamily="34" charset="0"/>
              </a:defRPr>
            </a:lvl1pPr>
          </a:lstStyle>
          <a:p>
            <a:r>
              <a:rPr lang="en-US"/>
              <a:t>Click to edit Master title style</a:t>
            </a:r>
            <a:endParaRPr lang="en-PL" dirty="0"/>
          </a:p>
        </p:txBody>
      </p:sp>
      <p:sp>
        <p:nvSpPr>
          <p:cNvPr id="45" name="Text Placeholder 33">
            <a:extLst>
              <a:ext uri="{FF2B5EF4-FFF2-40B4-BE49-F238E27FC236}">
                <a16:creationId xmlns:a16="http://schemas.microsoft.com/office/drawing/2014/main" id="{AE8BF6B9-54E0-50CF-ED1F-1556FC6C0905}"/>
              </a:ext>
            </a:extLst>
          </p:cNvPr>
          <p:cNvSpPr>
            <a:spLocks noGrp="1"/>
          </p:cNvSpPr>
          <p:nvPr>
            <p:ph type="body" sz="quarter" idx="15"/>
          </p:nvPr>
        </p:nvSpPr>
        <p:spPr>
          <a:xfrm>
            <a:off x="5159897" y="4725144"/>
            <a:ext cx="3964144" cy="316404"/>
          </a:xfrm>
          <a:prstGeom prst="rect">
            <a:avLst/>
          </a:prstGeom>
        </p:spPr>
        <p:txBody>
          <a:bodyPr anchor="b">
            <a:noAutofit/>
          </a:bodyPr>
          <a:lstStyle>
            <a:lvl1pPr>
              <a:defRPr sz="2000">
                <a:solidFill>
                  <a:schemeClr val="bg1"/>
                </a:solidFill>
              </a:defRPr>
            </a:lvl1pPr>
          </a:lstStyle>
          <a:p>
            <a:pPr lvl="0"/>
            <a:r>
              <a:rPr lang="en-US"/>
              <a:t>Click to edit Master text styles</a:t>
            </a:r>
          </a:p>
        </p:txBody>
      </p:sp>
      <p:sp>
        <p:nvSpPr>
          <p:cNvPr id="4" name="Rectangle 3">
            <a:extLst>
              <a:ext uri="{FF2B5EF4-FFF2-40B4-BE49-F238E27FC236}">
                <a16:creationId xmlns:a16="http://schemas.microsoft.com/office/drawing/2014/main" id="{78D281D9-C9E0-F6DF-2438-F4992F7D29D2}"/>
              </a:ext>
            </a:extLst>
          </p:cNvPr>
          <p:cNvSpPr/>
          <p:nvPr userDrawn="1"/>
        </p:nvSpPr>
        <p:spPr>
          <a:xfrm rot="16200000">
            <a:off x="5941020"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3" name="Text Placeholder 33">
            <a:extLst>
              <a:ext uri="{FF2B5EF4-FFF2-40B4-BE49-F238E27FC236}">
                <a16:creationId xmlns:a16="http://schemas.microsoft.com/office/drawing/2014/main" id="{F95A3A44-A840-3420-E0A4-A35DB913338B}"/>
              </a:ext>
            </a:extLst>
          </p:cNvPr>
          <p:cNvSpPr>
            <a:spLocks noGrp="1"/>
          </p:cNvSpPr>
          <p:nvPr>
            <p:ph type="body" sz="quarter" idx="16"/>
          </p:nvPr>
        </p:nvSpPr>
        <p:spPr>
          <a:xfrm>
            <a:off x="9912013" y="5264061"/>
            <a:ext cx="1872000"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767817296"/>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userDrawn="1">
  <p:cSld name="Title Slide 5">
    <p:spTree>
      <p:nvGrpSpPr>
        <p:cNvPr id="1" name=""/>
        <p:cNvGrpSpPr/>
        <p:nvPr/>
      </p:nvGrpSpPr>
      <p:grpSpPr>
        <a:xfrm>
          <a:off x="0" y="0"/>
          <a:ext cx="0" cy="0"/>
          <a:chOff x="0" y="0"/>
          <a:chExt cx="0" cy="0"/>
        </a:xfrm>
      </p:grpSpPr>
      <p:sp>
        <p:nvSpPr>
          <p:cNvPr id="43" name="Picture Placeholder 10">
            <a:extLst>
              <a:ext uri="{FF2B5EF4-FFF2-40B4-BE49-F238E27FC236}">
                <a16:creationId xmlns:a16="http://schemas.microsoft.com/office/drawing/2014/main" id="{3C1B8D60-78D7-1E25-C623-7509C881E3E9}"/>
              </a:ext>
            </a:extLst>
          </p:cNvPr>
          <p:cNvSpPr>
            <a:spLocks noGrp="1"/>
          </p:cNvSpPr>
          <p:nvPr>
            <p:ph type="pic" sz="quarter" idx="14"/>
          </p:nvPr>
        </p:nvSpPr>
        <p:spPr>
          <a:xfrm>
            <a:off x="-1" y="1"/>
            <a:ext cx="2736773" cy="3429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pPr marR="0" lvl="0" fontAlgn="auto">
              <a:spcAft>
                <a:spcPts val="0"/>
              </a:spcAft>
              <a:buClrTx/>
              <a:buSzTx/>
              <a:tabLst/>
            </a:pPr>
            <a:r>
              <a:rPr lang="en-US"/>
              <a:t>Click icon to add picture</a:t>
            </a:r>
          </a:p>
        </p:txBody>
      </p:sp>
      <p:sp>
        <p:nvSpPr>
          <p:cNvPr id="42" name="Picture Placeholder 10">
            <a:extLst>
              <a:ext uri="{FF2B5EF4-FFF2-40B4-BE49-F238E27FC236}">
                <a16:creationId xmlns:a16="http://schemas.microsoft.com/office/drawing/2014/main" id="{E8C91BDE-0FA3-B18C-5405-5DB502E0FBA3}"/>
              </a:ext>
            </a:extLst>
          </p:cNvPr>
          <p:cNvSpPr>
            <a:spLocks noGrp="1"/>
          </p:cNvSpPr>
          <p:nvPr>
            <p:ph type="pic" sz="quarter" idx="13" hasCustomPrompt="1"/>
          </p:nvPr>
        </p:nvSpPr>
        <p:spPr>
          <a:xfrm>
            <a:off x="2916774" y="0"/>
            <a:ext cx="9275226" cy="6858000"/>
          </a:xfrm>
          <a:prstGeom prst="rect">
            <a:avLst/>
          </a:prstGeom>
          <a:solidFill>
            <a:schemeClr val="bg2">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grpSp>
        <p:nvGrpSpPr>
          <p:cNvPr id="35" name="Group 2">
            <a:extLst>
              <a:ext uri="{FF2B5EF4-FFF2-40B4-BE49-F238E27FC236}">
                <a16:creationId xmlns:a16="http://schemas.microsoft.com/office/drawing/2014/main" id="{586CA03F-ED76-1D2D-90A8-504016961D55}"/>
              </a:ext>
            </a:extLst>
          </p:cNvPr>
          <p:cNvGrpSpPr>
            <a:grpSpLocks noChangeAspect="1"/>
          </p:cNvGrpSpPr>
          <p:nvPr userDrawn="1"/>
        </p:nvGrpSpPr>
        <p:grpSpPr>
          <a:xfrm>
            <a:off x="357195" y="6122117"/>
            <a:ext cx="1872000" cy="420870"/>
            <a:chOff x="5094083" y="5360390"/>
            <a:chExt cx="3039349" cy="683316"/>
          </a:xfrm>
          <a:solidFill>
            <a:schemeClr val="tx2"/>
          </a:solidFill>
        </p:grpSpPr>
        <p:sp>
          <p:nvSpPr>
            <p:cNvPr id="36" name="Freeform: Shape 4">
              <a:extLst>
                <a:ext uri="{FF2B5EF4-FFF2-40B4-BE49-F238E27FC236}">
                  <a16:creationId xmlns:a16="http://schemas.microsoft.com/office/drawing/2014/main" id="{04CD9986-2686-D8E3-9192-8BEB77750D79}"/>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nchorCtr="0"/>
            <a:lstStyle/>
            <a:p>
              <a:endParaRPr lang="en-US" sz="1800"/>
            </a:p>
          </p:txBody>
        </p:sp>
        <p:sp>
          <p:nvSpPr>
            <p:cNvPr id="37" name="Freeform: Shape 5">
              <a:extLst>
                <a:ext uri="{FF2B5EF4-FFF2-40B4-BE49-F238E27FC236}">
                  <a16:creationId xmlns:a16="http://schemas.microsoft.com/office/drawing/2014/main" id="{7CD40094-AC2F-9457-AD3F-9AAA89E00C4A}"/>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nchorCtr="0"/>
            <a:lstStyle/>
            <a:p>
              <a:endParaRPr lang="en-US" sz="1800"/>
            </a:p>
          </p:txBody>
        </p:sp>
        <p:sp>
          <p:nvSpPr>
            <p:cNvPr id="38" name="Freeform: Shape 6">
              <a:extLst>
                <a:ext uri="{FF2B5EF4-FFF2-40B4-BE49-F238E27FC236}">
                  <a16:creationId xmlns:a16="http://schemas.microsoft.com/office/drawing/2014/main" id="{682D97D4-A5DA-2B1D-3407-13658458A52A}"/>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nchorCtr="0"/>
            <a:lstStyle/>
            <a:p>
              <a:endParaRPr lang="en-US" sz="1800"/>
            </a:p>
          </p:txBody>
        </p:sp>
        <p:sp>
          <p:nvSpPr>
            <p:cNvPr id="39" name="Freeform: Shape 7">
              <a:extLst>
                <a:ext uri="{FF2B5EF4-FFF2-40B4-BE49-F238E27FC236}">
                  <a16:creationId xmlns:a16="http://schemas.microsoft.com/office/drawing/2014/main" id="{FEBEF87B-7156-68DF-4D8A-E84D8A4F0EA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nchorCtr="0"/>
            <a:lstStyle/>
            <a:p>
              <a:endParaRPr lang="en-US" sz="1800"/>
            </a:p>
          </p:txBody>
        </p:sp>
        <p:sp>
          <p:nvSpPr>
            <p:cNvPr id="40" name="Freeform: Shape 8">
              <a:extLst>
                <a:ext uri="{FF2B5EF4-FFF2-40B4-BE49-F238E27FC236}">
                  <a16:creationId xmlns:a16="http://schemas.microsoft.com/office/drawing/2014/main" id="{3A0B75AC-0F93-D7BF-2568-50E1CFEDF0CA}"/>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nchorCtr="0"/>
            <a:lstStyle/>
            <a:p>
              <a:endParaRPr lang="en-US" sz="1800"/>
            </a:p>
          </p:txBody>
        </p:sp>
      </p:grpSp>
      <p:sp>
        <p:nvSpPr>
          <p:cNvPr id="3" name="Title 31">
            <a:extLst>
              <a:ext uri="{FF2B5EF4-FFF2-40B4-BE49-F238E27FC236}">
                <a16:creationId xmlns:a16="http://schemas.microsoft.com/office/drawing/2014/main" id="{D8CA367F-44BB-C4B7-EA59-F1D6214DB4D2}"/>
              </a:ext>
            </a:extLst>
          </p:cNvPr>
          <p:cNvSpPr>
            <a:spLocks noGrp="1"/>
          </p:cNvSpPr>
          <p:nvPr>
            <p:ph type="title"/>
          </p:nvPr>
        </p:nvSpPr>
        <p:spPr>
          <a:xfrm>
            <a:off x="3401003" y="1628775"/>
            <a:ext cx="6578080" cy="3589714"/>
          </a:xfrm>
        </p:spPr>
        <p:txBody>
          <a:bodyPr anchor="b"/>
          <a:lstStyle>
            <a:lvl1pPr>
              <a:defRPr sz="5400">
                <a:solidFill>
                  <a:schemeClr val="bg1"/>
                </a:solidFill>
              </a:defRPr>
            </a:lvl1pPr>
          </a:lstStyle>
          <a:p>
            <a:r>
              <a:rPr lang="en-US"/>
              <a:t>Click to edit Master title style</a:t>
            </a:r>
            <a:endParaRPr lang="en-PL" dirty="0"/>
          </a:p>
        </p:txBody>
      </p:sp>
      <p:sp>
        <p:nvSpPr>
          <p:cNvPr id="6" name="Rectangle 5">
            <a:extLst>
              <a:ext uri="{FF2B5EF4-FFF2-40B4-BE49-F238E27FC236}">
                <a16:creationId xmlns:a16="http://schemas.microsoft.com/office/drawing/2014/main" id="{308E3512-1EC7-FD95-4A22-F366C773E9C4}"/>
              </a:ext>
            </a:extLst>
          </p:cNvPr>
          <p:cNvSpPr/>
          <p:nvPr userDrawn="1"/>
        </p:nvSpPr>
        <p:spPr>
          <a:xfrm rot="16200000">
            <a:off x="-602226"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Text Placeholder 33">
            <a:extLst>
              <a:ext uri="{FF2B5EF4-FFF2-40B4-BE49-F238E27FC236}">
                <a16:creationId xmlns:a16="http://schemas.microsoft.com/office/drawing/2014/main" id="{940C889E-4F97-F9FE-39C5-DFA541A122BB}"/>
              </a:ext>
            </a:extLst>
          </p:cNvPr>
          <p:cNvSpPr>
            <a:spLocks noGrp="1"/>
          </p:cNvSpPr>
          <p:nvPr>
            <p:ph type="body" sz="quarter" idx="16"/>
          </p:nvPr>
        </p:nvSpPr>
        <p:spPr>
          <a:xfrm>
            <a:off x="357195" y="3893182"/>
            <a:ext cx="2088292" cy="1123397"/>
          </a:xfrm>
          <a:prstGeom prst="rect">
            <a:avLst/>
          </a:prstGeom>
        </p:spPr>
        <p:txBody>
          <a:bodyPr anchor="b">
            <a:noAutofit/>
          </a:bodyPr>
          <a:lstStyle>
            <a:lvl1pPr>
              <a:defRPr sz="2000"/>
            </a:lvl1pPr>
          </a:lstStyle>
          <a:p>
            <a:pPr lvl="0"/>
            <a:r>
              <a:rPr lang="en-US"/>
              <a:t>Click to edit Master text styles</a:t>
            </a:r>
          </a:p>
        </p:txBody>
      </p:sp>
      <p:sp>
        <p:nvSpPr>
          <p:cNvPr id="7" name="Text Placeholder 33">
            <a:extLst>
              <a:ext uri="{FF2B5EF4-FFF2-40B4-BE49-F238E27FC236}">
                <a16:creationId xmlns:a16="http://schemas.microsoft.com/office/drawing/2014/main" id="{9C442A3F-8F7B-AF19-BF71-5A8A0790F5CA}"/>
              </a:ext>
            </a:extLst>
          </p:cNvPr>
          <p:cNvSpPr>
            <a:spLocks noGrp="1"/>
          </p:cNvSpPr>
          <p:nvPr>
            <p:ph type="body" sz="quarter" idx="17"/>
          </p:nvPr>
        </p:nvSpPr>
        <p:spPr>
          <a:xfrm>
            <a:off x="357195" y="5264061"/>
            <a:ext cx="2088292" cy="522985"/>
          </a:xfrm>
          <a:prstGeom prst="rect">
            <a:avLst/>
          </a:prstGeom>
        </p:spPr>
        <p:txBody>
          <a:bodyPr/>
          <a:lstStyle/>
          <a:p>
            <a:pPr lvl="0"/>
            <a:r>
              <a:rPr lang="en-US"/>
              <a:t>Click to edit Master text styles</a:t>
            </a:r>
          </a:p>
        </p:txBody>
      </p:sp>
    </p:spTree>
    <p:extLst>
      <p:ext uri="{BB962C8B-B14F-4D97-AF65-F5344CB8AC3E}">
        <p14:creationId xmlns:p14="http://schemas.microsoft.com/office/powerpoint/2010/main" val="2436398395"/>
      </p:ext>
    </p:extLst>
  </p:cSld>
  <p:clrMapOvr>
    <a:masterClrMapping/>
  </p:clrMapOvr>
  <p:extLst>
    <p:ext uri="{DCECCB84-F9BA-43D5-87BE-67443E8EF086}">
      <p15:sldGuideLst xmlns:p15="http://schemas.microsoft.com/office/powerpoint/2012/main">
        <p15:guide id="1" pos="302">
          <p15:clr>
            <a:srgbClr val="FBAE40"/>
          </p15:clr>
        </p15:guide>
        <p15:guide id="2" pos="7423">
          <p15:clr>
            <a:srgbClr val="FBAE40"/>
          </p15:clr>
        </p15:guide>
        <p15:guide id="3" pos="438">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userDrawn="1">
  <p:cSld name="Agenda 1">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6424D2EA-9AAB-3E5E-F5AA-4EFA5797243B}"/>
              </a:ext>
            </a:extLst>
          </p:cNvPr>
          <p:cNvSpPr>
            <a:spLocks noGrp="1"/>
          </p:cNvSpPr>
          <p:nvPr>
            <p:ph type="pic" sz="quarter" idx="10" hasCustomPrompt="1"/>
          </p:nvPr>
        </p:nvSpPr>
        <p:spPr>
          <a:xfrm>
            <a:off x="8878957" y="1"/>
            <a:ext cx="3313043"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2">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6" name="Date Placeholder 5">
            <a:extLst>
              <a:ext uri="{FF2B5EF4-FFF2-40B4-BE49-F238E27FC236}">
                <a16:creationId xmlns:a16="http://schemas.microsoft.com/office/drawing/2014/main" id="{1B8A5C98-55E3-6CFA-5060-B126A46D3044}"/>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7" name="Footer Placeholder 6">
            <a:extLst>
              <a:ext uri="{FF2B5EF4-FFF2-40B4-BE49-F238E27FC236}">
                <a16:creationId xmlns:a16="http://schemas.microsoft.com/office/drawing/2014/main" id="{A234A97A-B56B-79E8-3787-9AAFBD6C39E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10DFE7FA-9896-C83E-3B5B-ACAF7308B1C7}"/>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2FD468B-B69E-D6B3-0B31-29405A8C9B2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0" name="Title Placeholder 4">
            <a:extLst>
              <a:ext uri="{FF2B5EF4-FFF2-40B4-BE49-F238E27FC236}">
                <a16:creationId xmlns:a16="http://schemas.microsoft.com/office/drawing/2014/main" id="{88071F53-FF39-EE02-C206-04BC9BC62837}"/>
              </a:ext>
            </a:extLst>
          </p:cNvPr>
          <p:cNvSpPr>
            <a:spLocks noGrp="1"/>
          </p:cNvSpPr>
          <p:nvPr>
            <p:ph type="title"/>
          </p:nvPr>
        </p:nvSpPr>
        <p:spPr>
          <a:xfrm>
            <a:off x="551384" y="549274"/>
            <a:ext cx="7920880"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1" name="Text Placeholder 1">
            <a:extLst>
              <a:ext uri="{FF2B5EF4-FFF2-40B4-BE49-F238E27FC236}">
                <a16:creationId xmlns:a16="http://schemas.microsoft.com/office/drawing/2014/main" id="{D450594D-C071-DB63-60E9-737FD362024E}"/>
              </a:ext>
            </a:extLst>
          </p:cNvPr>
          <p:cNvSpPr>
            <a:spLocks noGrp="1"/>
          </p:cNvSpPr>
          <p:nvPr>
            <p:ph idx="1"/>
          </p:nvPr>
        </p:nvSpPr>
        <p:spPr>
          <a:xfrm>
            <a:off x="551384" y="1628800"/>
            <a:ext cx="7920880"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451748449"/>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20" name="Picture Placeholder 7">
            <a:extLst>
              <a:ext uri="{FF2B5EF4-FFF2-40B4-BE49-F238E27FC236}">
                <a16:creationId xmlns:a16="http://schemas.microsoft.com/office/drawing/2014/main" id="{7719DBC8-1C65-EC71-F260-3E45E00F725D}"/>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Date Placeholder 1">
            <a:extLst>
              <a:ext uri="{FF2B5EF4-FFF2-40B4-BE49-F238E27FC236}">
                <a16:creationId xmlns:a16="http://schemas.microsoft.com/office/drawing/2014/main" id="{D1083178-61A2-1584-1F52-83BAE0FEDB3A}"/>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9DC81A84-1437-02DB-19FA-F60FE73CB356}"/>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40363D62-2A4A-9126-8811-8637F26ADA0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064AC36F-9D88-0AFF-0D23-B3207730506D}"/>
              </a:ext>
            </a:extLst>
          </p:cNvPr>
          <p:cNvSpPr>
            <a:spLocks noGrp="1"/>
          </p:cNvSpPr>
          <p:nvPr>
            <p:ph type="title"/>
          </p:nvPr>
        </p:nvSpPr>
        <p:spPr>
          <a:xfrm>
            <a:off x="6600056" y="549274"/>
            <a:ext cx="5042266"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7" name="Text Placeholder 11">
            <a:extLst>
              <a:ext uri="{FF2B5EF4-FFF2-40B4-BE49-F238E27FC236}">
                <a16:creationId xmlns:a16="http://schemas.microsoft.com/office/drawing/2014/main" id="{77152031-1FC0-032B-F3DB-6C7DECFE02E6}"/>
              </a:ext>
            </a:extLst>
          </p:cNvPr>
          <p:cNvSpPr>
            <a:spLocks noGrp="1"/>
          </p:cNvSpPr>
          <p:nvPr>
            <p:ph type="body" sz="quarter" idx="25" hasCustomPrompt="1"/>
          </p:nvPr>
        </p:nvSpPr>
        <p:spPr>
          <a:xfrm>
            <a:off x="6585993" y="2007152"/>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8" name="Text Placeholder 11">
            <a:extLst>
              <a:ext uri="{FF2B5EF4-FFF2-40B4-BE49-F238E27FC236}">
                <a16:creationId xmlns:a16="http://schemas.microsoft.com/office/drawing/2014/main" id="{2397C058-DED2-A927-F1FC-4D2262C4D8CC}"/>
              </a:ext>
            </a:extLst>
          </p:cNvPr>
          <p:cNvSpPr>
            <a:spLocks noGrp="1"/>
          </p:cNvSpPr>
          <p:nvPr>
            <p:ph type="body" sz="quarter" idx="26" hasCustomPrompt="1"/>
          </p:nvPr>
        </p:nvSpPr>
        <p:spPr>
          <a:xfrm>
            <a:off x="6585993" y="259976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9" name="Text Placeholder 11">
            <a:extLst>
              <a:ext uri="{FF2B5EF4-FFF2-40B4-BE49-F238E27FC236}">
                <a16:creationId xmlns:a16="http://schemas.microsoft.com/office/drawing/2014/main" id="{17FFBEBF-84C6-4981-C2E8-C48E0CF9A363}"/>
              </a:ext>
            </a:extLst>
          </p:cNvPr>
          <p:cNvSpPr>
            <a:spLocks noGrp="1"/>
          </p:cNvSpPr>
          <p:nvPr>
            <p:ph type="body" sz="quarter" idx="30" hasCustomPrompt="1"/>
          </p:nvPr>
        </p:nvSpPr>
        <p:spPr>
          <a:xfrm>
            <a:off x="6585993" y="3192378"/>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0" name="Text Placeholder 11">
            <a:extLst>
              <a:ext uri="{FF2B5EF4-FFF2-40B4-BE49-F238E27FC236}">
                <a16:creationId xmlns:a16="http://schemas.microsoft.com/office/drawing/2014/main" id="{B50E875C-17E2-59C2-ADA9-61BD0E75B160}"/>
              </a:ext>
            </a:extLst>
          </p:cNvPr>
          <p:cNvSpPr>
            <a:spLocks noGrp="1"/>
          </p:cNvSpPr>
          <p:nvPr>
            <p:ph type="body" sz="quarter" idx="31" hasCustomPrompt="1"/>
          </p:nvPr>
        </p:nvSpPr>
        <p:spPr>
          <a:xfrm>
            <a:off x="6585993" y="3784991"/>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1" name="Text Placeholder 11">
            <a:extLst>
              <a:ext uri="{FF2B5EF4-FFF2-40B4-BE49-F238E27FC236}">
                <a16:creationId xmlns:a16="http://schemas.microsoft.com/office/drawing/2014/main" id="{A9420F04-AF69-214B-65E6-46E3677153F0}"/>
              </a:ext>
            </a:extLst>
          </p:cNvPr>
          <p:cNvSpPr>
            <a:spLocks noGrp="1"/>
          </p:cNvSpPr>
          <p:nvPr>
            <p:ph type="body" sz="quarter" idx="32" hasCustomPrompt="1"/>
          </p:nvPr>
        </p:nvSpPr>
        <p:spPr>
          <a:xfrm>
            <a:off x="6585993" y="4377605"/>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2" name="Text Placeholder 11">
            <a:extLst>
              <a:ext uri="{FF2B5EF4-FFF2-40B4-BE49-F238E27FC236}">
                <a16:creationId xmlns:a16="http://schemas.microsoft.com/office/drawing/2014/main" id="{A789EDD1-6A88-C664-0739-2CFCD04A787A}"/>
              </a:ext>
            </a:extLst>
          </p:cNvPr>
          <p:cNvSpPr>
            <a:spLocks noGrp="1"/>
          </p:cNvSpPr>
          <p:nvPr>
            <p:ph type="body" sz="quarter" idx="34" hasCustomPrompt="1"/>
          </p:nvPr>
        </p:nvSpPr>
        <p:spPr>
          <a:xfrm>
            <a:off x="6585993" y="4970219"/>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
        <p:nvSpPr>
          <p:cNvPr id="13" name="Text Placeholder 11">
            <a:extLst>
              <a:ext uri="{FF2B5EF4-FFF2-40B4-BE49-F238E27FC236}">
                <a16:creationId xmlns:a16="http://schemas.microsoft.com/office/drawing/2014/main" id="{892337BD-72AF-D589-5EEB-9C85E19A6825}"/>
              </a:ext>
            </a:extLst>
          </p:cNvPr>
          <p:cNvSpPr>
            <a:spLocks noGrp="1"/>
          </p:cNvSpPr>
          <p:nvPr>
            <p:ph type="body" sz="quarter" idx="35" hasCustomPrompt="1"/>
          </p:nvPr>
        </p:nvSpPr>
        <p:spPr>
          <a:xfrm>
            <a:off x="6585993" y="5562833"/>
            <a:ext cx="5054623" cy="369332"/>
          </a:xfrm>
          <a:prstGeom prst="rect">
            <a:avLst/>
          </a:prstGeom>
        </p:spPr>
        <p:txBody>
          <a:bodyPr lIns="0" tIns="0" rIns="0" bIns="0" anchor="ctr">
            <a:normAutofit/>
          </a:bodyPr>
          <a:lstStyle>
            <a:lvl1pPr>
              <a:spcBef>
                <a:spcPts val="0"/>
              </a:spcBef>
              <a:defRPr sz="2000">
                <a:solidFill>
                  <a:schemeClr val="tx2"/>
                </a:solidFill>
              </a:defRPr>
            </a:lvl1pPr>
          </a:lstStyle>
          <a:p>
            <a:pPr lvl="0"/>
            <a:r>
              <a:rPr lang="en-US"/>
              <a:t>Click to add text</a:t>
            </a:r>
          </a:p>
        </p:txBody>
      </p:sp>
    </p:spTree>
    <p:extLst>
      <p:ext uri="{BB962C8B-B14F-4D97-AF65-F5344CB8AC3E}">
        <p14:creationId xmlns:p14="http://schemas.microsoft.com/office/powerpoint/2010/main" val="161136275"/>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Agenda 3">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2207567" y="1628775"/>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2207567" y="2221388"/>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2207567" y="281400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1492499"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1492499"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1492499"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2207567" y="3406614"/>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2207567" y="3999227"/>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2207567" y="4591841"/>
            <a:ext cx="9433569"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1492499"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1492499"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1492499"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4" name="Rectangle 3">
            <a:extLst>
              <a:ext uri="{FF2B5EF4-FFF2-40B4-BE49-F238E27FC236}">
                <a16:creationId xmlns:a16="http://schemas.microsoft.com/office/drawing/2014/main" id="{A57CC5E8-E0D3-3603-2CC6-A8BAF2820A56}"/>
              </a:ext>
            </a:extLst>
          </p:cNvPr>
          <p:cNvSpPr/>
          <p:nvPr userDrawn="1"/>
        </p:nvSpPr>
        <p:spPr>
          <a:xfrm rot="16200000">
            <a:off x="-3343113" y="3343113"/>
            <a:ext cx="6857999" cy="171774"/>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sp>
        <p:nvSpPr>
          <p:cNvPr id="5" name="Date Placeholder 4">
            <a:extLst>
              <a:ext uri="{FF2B5EF4-FFF2-40B4-BE49-F238E27FC236}">
                <a16:creationId xmlns:a16="http://schemas.microsoft.com/office/drawing/2014/main" id="{C85C206C-01EC-0BBE-D2E8-677FD637D3BC}"/>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6" name="Footer Placeholder 5">
            <a:extLst>
              <a:ext uri="{FF2B5EF4-FFF2-40B4-BE49-F238E27FC236}">
                <a16:creationId xmlns:a16="http://schemas.microsoft.com/office/drawing/2014/main" id="{1A7A574E-257C-8BFC-960C-B7B5AD0FA9BD}"/>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0" name="Slide Number Placeholder 9">
            <a:extLst>
              <a:ext uri="{FF2B5EF4-FFF2-40B4-BE49-F238E27FC236}">
                <a16:creationId xmlns:a16="http://schemas.microsoft.com/office/drawing/2014/main" id="{57BCB7A3-F93F-039D-8ADA-0AF4B6D42BBB}"/>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8" name="Title Placeholder 4">
            <a:extLst>
              <a:ext uri="{FF2B5EF4-FFF2-40B4-BE49-F238E27FC236}">
                <a16:creationId xmlns:a16="http://schemas.microsoft.com/office/drawing/2014/main" id="{5EC122AA-AED0-3A03-5B9E-6472B3239926}"/>
              </a:ext>
            </a:extLst>
          </p:cNvPr>
          <p:cNvSpPr>
            <a:spLocks noGrp="1"/>
          </p:cNvSpPr>
          <p:nvPr>
            <p:ph type="title" hasCustomPrompt="1"/>
          </p:nvPr>
        </p:nvSpPr>
        <p:spPr>
          <a:xfrm>
            <a:off x="1492498" y="549274"/>
            <a:ext cx="10148637"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413406203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userDrawn="1">
  <p:cSld name="Agenda 4">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D119069D-5D68-4DB4-B45F-92CCC710785E}"/>
              </a:ext>
            </a:extLst>
          </p:cNvPr>
          <p:cNvSpPr>
            <a:spLocks noGrp="1"/>
          </p:cNvSpPr>
          <p:nvPr>
            <p:ph type="body" sz="quarter" idx="24" hasCustomPrompt="1"/>
          </p:nvPr>
        </p:nvSpPr>
        <p:spPr>
          <a:xfrm>
            <a:off x="1286644" y="1628775"/>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3" name="Text Placeholder 11">
            <a:extLst>
              <a:ext uri="{FF2B5EF4-FFF2-40B4-BE49-F238E27FC236}">
                <a16:creationId xmlns:a16="http://schemas.microsoft.com/office/drawing/2014/main" id="{AA1A2157-04CD-44FC-8492-E3FAFE326F18}"/>
              </a:ext>
            </a:extLst>
          </p:cNvPr>
          <p:cNvSpPr>
            <a:spLocks noGrp="1"/>
          </p:cNvSpPr>
          <p:nvPr>
            <p:ph type="body" sz="quarter" idx="25" hasCustomPrompt="1"/>
          </p:nvPr>
        </p:nvSpPr>
        <p:spPr>
          <a:xfrm>
            <a:off x="1286644" y="2221388"/>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4" name="Text Placeholder 11">
            <a:extLst>
              <a:ext uri="{FF2B5EF4-FFF2-40B4-BE49-F238E27FC236}">
                <a16:creationId xmlns:a16="http://schemas.microsoft.com/office/drawing/2014/main" id="{199E21EB-D052-4206-952C-D3FE77AA1C8D}"/>
              </a:ext>
            </a:extLst>
          </p:cNvPr>
          <p:cNvSpPr>
            <a:spLocks noGrp="1"/>
          </p:cNvSpPr>
          <p:nvPr>
            <p:ph type="body" sz="quarter" idx="26" hasCustomPrompt="1"/>
          </p:nvPr>
        </p:nvSpPr>
        <p:spPr>
          <a:xfrm>
            <a:off x="1286644" y="281400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7" name="Text Placeholder 6">
            <a:extLst>
              <a:ext uri="{FF2B5EF4-FFF2-40B4-BE49-F238E27FC236}">
                <a16:creationId xmlns:a16="http://schemas.microsoft.com/office/drawing/2014/main" id="{C9AA932A-4442-4987-878D-3B69D84A4771}"/>
              </a:ext>
            </a:extLst>
          </p:cNvPr>
          <p:cNvSpPr>
            <a:spLocks noGrp="1"/>
          </p:cNvSpPr>
          <p:nvPr>
            <p:ph type="body" sz="quarter" idx="27" hasCustomPrompt="1"/>
          </p:nvPr>
        </p:nvSpPr>
        <p:spPr>
          <a:xfrm>
            <a:off x="571574" y="1628775"/>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1" name="Text Placeholder 6">
            <a:extLst>
              <a:ext uri="{FF2B5EF4-FFF2-40B4-BE49-F238E27FC236}">
                <a16:creationId xmlns:a16="http://schemas.microsoft.com/office/drawing/2014/main" id="{EAA65ABF-5E47-4A8A-934B-E9458D034F70}"/>
              </a:ext>
            </a:extLst>
          </p:cNvPr>
          <p:cNvSpPr>
            <a:spLocks noGrp="1"/>
          </p:cNvSpPr>
          <p:nvPr>
            <p:ph type="body" sz="quarter" idx="28" hasCustomPrompt="1"/>
          </p:nvPr>
        </p:nvSpPr>
        <p:spPr>
          <a:xfrm>
            <a:off x="571574" y="2221388"/>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2" name="Text Placeholder 6">
            <a:extLst>
              <a:ext uri="{FF2B5EF4-FFF2-40B4-BE49-F238E27FC236}">
                <a16:creationId xmlns:a16="http://schemas.microsoft.com/office/drawing/2014/main" id="{AE370511-ABDA-4008-B938-10F0105CBF69}"/>
              </a:ext>
            </a:extLst>
          </p:cNvPr>
          <p:cNvSpPr>
            <a:spLocks noGrp="1"/>
          </p:cNvSpPr>
          <p:nvPr>
            <p:ph type="body" sz="quarter" idx="29" hasCustomPrompt="1"/>
          </p:nvPr>
        </p:nvSpPr>
        <p:spPr>
          <a:xfrm>
            <a:off x="571574" y="281400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28" name="Text Placeholder 11">
            <a:extLst>
              <a:ext uri="{FF2B5EF4-FFF2-40B4-BE49-F238E27FC236}">
                <a16:creationId xmlns:a16="http://schemas.microsoft.com/office/drawing/2014/main" id="{CABD3DEA-D9AC-49A6-AB02-7A5380BF5183}"/>
              </a:ext>
            </a:extLst>
          </p:cNvPr>
          <p:cNvSpPr>
            <a:spLocks noGrp="1"/>
          </p:cNvSpPr>
          <p:nvPr>
            <p:ph type="body" sz="quarter" idx="30" hasCustomPrompt="1"/>
          </p:nvPr>
        </p:nvSpPr>
        <p:spPr>
          <a:xfrm>
            <a:off x="1286644" y="3406614"/>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29" name="Text Placeholder 11">
            <a:extLst>
              <a:ext uri="{FF2B5EF4-FFF2-40B4-BE49-F238E27FC236}">
                <a16:creationId xmlns:a16="http://schemas.microsoft.com/office/drawing/2014/main" id="{C143C05F-5CEC-4DA0-8030-D7B2370EBBB4}"/>
              </a:ext>
            </a:extLst>
          </p:cNvPr>
          <p:cNvSpPr>
            <a:spLocks noGrp="1"/>
          </p:cNvSpPr>
          <p:nvPr>
            <p:ph type="body" sz="quarter" idx="31" hasCustomPrompt="1"/>
          </p:nvPr>
        </p:nvSpPr>
        <p:spPr>
          <a:xfrm>
            <a:off x="1286644" y="3999227"/>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0" name="Text Placeholder 11">
            <a:extLst>
              <a:ext uri="{FF2B5EF4-FFF2-40B4-BE49-F238E27FC236}">
                <a16:creationId xmlns:a16="http://schemas.microsoft.com/office/drawing/2014/main" id="{96B43F80-D448-432F-A45D-FE4715923FC2}"/>
              </a:ext>
            </a:extLst>
          </p:cNvPr>
          <p:cNvSpPr>
            <a:spLocks noGrp="1"/>
          </p:cNvSpPr>
          <p:nvPr>
            <p:ph type="body" sz="quarter" idx="32" hasCustomPrompt="1"/>
          </p:nvPr>
        </p:nvSpPr>
        <p:spPr>
          <a:xfrm>
            <a:off x="1286644" y="4591841"/>
            <a:ext cx="10024942" cy="369332"/>
          </a:xfrm>
          <a:prstGeom prst="rect">
            <a:avLst/>
          </a:prstGeom>
        </p:spPr>
        <p:txBody>
          <a:bodyPr>
            <a:normAutofit/>
          </a:bodyPr>
          <a:lstStyle>
            <a:lvl1pPr>
              <a:spcBef>
                <a:spcPts val="0"/>
              </a:spcBef>
              <a:defRPr sz="2400">
                <a:solidFill>
                  <a:schemeClr val="tx1"/>
                </a:solidFill>
              </a:defRPr>
            </a:lvl1pPr>
          </a:lstStyle>
          <a:p>
            <a:pPr lvl="0"/>
            <a:r>
              <a:rPr lang="en-US" dirty="0"/>
              <a:t>Click to add text</a:t>
            </a:r>
          </a:p>
        </p:txBody>
      </p:sp>
      <p:sp>
        <p:nvSpPr>
          <p:cNvPr id="31" name="Text Placeholder 6">
            <a:extLst>
              <a:ext uri="{FF2B5EF4-FFF2-40B4-BE49-F238E27FC236}">
                <a16:creationId xmlns:a16="http://schemas.microsoft.com/office/drawing/2014/main" id="{C434EB54-C0D1-4857-9330-87FAFCC49D56}"/>
              </a:ext>
            </a:extLst>
          </p:cNvPr>
          <p:cNvSpPr>
            <a:spLocks noGrp="1"/>
          </p:cNvSpPr>
          <p:nvPr>
            <p:ph type="body" sz="quarter" idx="33" hasCustomPrompt="1"/>
          </p:nvPr>
        </p:nvSpPr>
        <p:spPr>
          <a:xfrm>
            <a:off x="571574" y="3406614"/>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2" name="Text Placeholder 6">
            <a:extLst>
              <a:ext uri="{FF2B5EF4-FFF2-40B4-BE49-F238E27FC236}">
                <a16:creationId xmlns:a16="http://schemas.microsoft.com/office/drawing/2014/main" id="{F0320016-4C9A-409B-8724-E53F23529A4B}"/>
              </a:ext>
            </a:extLst>
          </p:cNvPr>
          <p:cNvSpPr>
            <a:spLocks noGrp="1"/>
          </p:cNvSpPr>
          <p:nvPr>
            <p:ph type="body" sz="quarter" idx="34" hasCustomPrompt="1"/>
          </p:nvPr>
        </p:nvSpPr>
        <p:spPr>
          <a:xfrm>
            <a:off x="571574" y="3999227"/>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34" name="Text Placeholder 6">
            <a:extLst>
              <a:ext uri="{FF2B5EF4-FFF2-40B4-BE49-F238E27FC236}">
                <a16:creationId xmlns:a16="http://schemas.microsoft.com/office/drawing/2014/main" id="{F0279A3C-5E27-40F7-98C0-08832F4CE1FB}"/>
              </a:ext>
            </a:extLst>
          </p:cNvPr>
          <p:cNvSpPr>
            <a:spLocks noGrp="1"/>
          </p:cNvSpPr>
          <p:nvPr>
            <p:ph type="body" sz="quarter" idx="35" hasCustomPrompt="1"/>
          </p:nvPr>
        </p:nvSpPr>
        <p:spPr>
          <a:xfrm>
            <a:off x="571574" y="4591841"/>
            <a:ext cx="335980" cy="369888"/>
          </a:xfrm>
          <a:prstGeom prst="rect">
            <a:avLst/>
          </a:prstGeom>
        </p:spPr>
        <p:txBody>
          <a:bodyPr vert="horz" wrap="none" lIns="0" tIns="0" rIns="0" bIns="0" rtlCol="0">
            <a:normAutofit/>
          </a:bodyPr>
          <a:lstStyle>
            <a:lvl1pPr algn="r">
              <a:defRPr lang="de-DE" sz="2400" b="1" dirty="0">
                <a:solidFill>
                  <a:schemeClr val="tx2"/>
                </a:solidFill>
              </a:defRPr>
            </a:lvl1pPr>
          </a:lstStyle>
          <a:p>
            <a:pPr lvl="0">
              <a:spcBef>
                <a:spcPts val="0"/>
              </a:spcBef>
            </a:pPr>
            <a:r>
              <a:rPr lang="de-DE" dirty="0"/>
              <a:t>0x</a:t>
            </a:r>
          </a:p>
        </p:txBody>
      </p:sp>
      <p:sp>
        <p:nvSpPr>
          <p:cNvPr id="13" name="Date Placeholder 12">
            <a:extLst>
              <a:ext uri="{FF2B5EF4-FFF2-40B4-BE49-F238E27FC236}">
                <a16:creationId xmlns:a16="http://schemas.microsoft.com/office/drawing/2014/main" id="{D3A8E554-610E-ED51-EC6E-2FC32243D4A2}"/>
              </a:ext>
            </a:extLst>
          </p:cNvPr>
          <p:cNvSpPr>
            <a:spLocks noGrp="1"/>
          </p:cNvSpPr>
          <p:nvPr>
            <p:ph type="dt" sz="half" idx="36"/>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8" name="Footer Placeholder 17">
            <a:extLst>
              <a:ext uri="{FF2B5EF4-FFF2-40B4-BE49-F238E27FC236}">
                <a16:creationId xmlns:a16="http://schemas.microsoft.com/office/drawing/2014/main" id="{9BFC3022-C813-4A4B-8BBB-04ABD482D773}"/>
              </a:ext>
            </a:extLst>
          </p:cNvPr>
          <p:cNvSpPr>
            <a:spLocks noGrp="1"/>
          </p:cNvSpPr>
          <p:nvPr>
            <p:ph type="ftr" sz="quarter" idx="37"/>
          </p:nvPr>
        </p:nvSpPr>
        <p:spPr/>
        <p:txBody>
          <a:bodyPr/>
          <a:lstStyle/>
          <a:p>
            <a:pPr>
              <a:spcBef>
                <a:spcPts val="1000"/>
              </a:spcBef>
              <a:buFont typeface="Arial" panose="020B0604020202020204" pitchFamily="34" charset="0"/>
              <a:buNone/>
            </a:pPr>
            <a:r>
              <a:rPr lang="en-US"/>
              <a:t>Presentation Title | Author | Date</a:t>
            </a:r>
          </a:p>
        </p:txBody>
      </p:sp>
      <p:sp>
        <p:nvSpPr>
          <p:cNvPr id="19" name="Slide Number Placeholder 18">
            <a:extLst>
              <a:ext uri="{FF2B5EF4-FFF2-40B4-BE49-F238E27FC236}">
                <a16:creationId xmlns:a16="http://schemas.microsoft.com/office/drawing/2014/main" id="{AE448402-C879-6591-3855-645E636D6FAF}"/>
              </a:ext>
            </a:extLst>
          </p:cNvPr>
          <p:cNvSpPr>
            <a:spLocks noGrp="1"/>
          </p:cNvSpPr>
          <p:nvPr>
            <p:ph type="sldNum" sz="quarter" idx="38"/>
          </p:nvPr>
        </p:nvSpPr>
        <p:spPr/>
        <p:txBody>
          <a:bodyPr/>
          <a:lstStyle/>
          <a:p>
            <a:pPr algn="r"/>
            <a:fld id="{5D9A5160-6218-4E5A-B9E6-B93E3DAE377C}" type="slidenum">
              <a:rPr lang="en-US" smtClean="0"/>
              <a:pPr algn="r"/>
              <a:t>‹#›</a:t>
            </a:fld>
            <a:endParaRPr lang="en-US"/>
          </a:p>
        </p:txBody>
      </p:sp>
      <p:sp>
        <p:nvSpPr>
          <p:cNvPr id="2" name="Title Placeholder 4">
            <a:extLst>
              <a:ext uri="{FF2B5EF4-FFF2-40B4-BE49-F238E27FC236}">
                <a16:creationId xmlns:a16="http://schemas.microsoft.com/office/drawing/2014/main" id="{58A80D78-DE60-96EF-D118-992F247BC2BB}"/>
              </a:ext>
            </a:extLst>
          </p:cNvPr>
          <p:cNvSpPr>
            <a:spLocks noGrp="1"/>
          </p:cNvSpPr>
          <p:nvPr>
            <p:ph type="title" hasCustomPrompt="1"/>
          </p:nvPr>
        </p:nvSpPr>
        <p:spPr>
          <a:xfrm>
            <a:off x="551384" y="549274"/>
            <a:ext cx="11090938" cy="930372"/>
          </a:xfrm>
          <a:prstGeom prst="rect">
            <a:avLst/>
          </a:prstGeom>
        </p:spPr>
        <p:txBody>
          <a:bodyPr vert="horz" lIns="0" tIns="0" rIns="0" bIns="126000" rtlCol="0" anchor="b" anchorCtr="0">
            <a:noAutofit/>
          </a:bodyPr>
          <a:lstStyle/>
          <a:p>
            <a:pPr lvl="0"/>
            <a:r>
              <a:rPr lang="en-GB" dirty="0"/>
              <a:t>Agenda</a:t>
            </a:r>
            <a:endParaRPr lang="de-DE" dirty="0"/>
          </a:p>
        </p:txBody>
      </p:sp>
    </p:spTree>
    <p:extLst>
      <p:ext uri="{BB962C8B-B14F-4D97-AF65-F5344CB8AC3E}">
        <p14:creationId xmlns:p14="http://schemas.microsoft.com/office/powerpoint/2010/main" val="3262617353"/>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Divider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A65D5B6-99D5-A656-18EB-125B9A4CC27A}"/>
              </a:ext>
            </a:extLst>
          </p:cNvPr>
          <p:cNvSpPr/>
          <p:nvPr userDrawn="1"/>
        </p:nvSpPr>
        <p:spPr>
          <a:xfrm>
            <a:off x="5159374" y="4257063"/>
            <a:ext cx="7032625" cy="180000"/>
          </a:xfrm>
          <a:prstGeom prst="rect">
            <a:avLst/>
          </a:prstGeom>
          <a:gradFill>
            <a:gsLst>
              <a:gs pos="99000">
                <a:srgbClr val="00D5D0"/>
              </a:gs>
              <a:gs pos="0">
                <a:schemeClr val="accent3"/>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FFFFFF"/>
              </a:solidFill>
              <a:effectLst/>
              <a:uLnTx/>
              <a:uFillTx/>
              <a:latin typeface="Ubuntu"/>
              <a:ea typeface="+mn-ea"/>
              <a:cs typeface="+mn-cs"/>
            </a:endParaRPr>
          </a:p>
        </p:txBody>
      </p:sp>
      <p:sp>
        <p:nvSpPr>
          <p:cNvPr id="8" name="Text Placeholder 8">
            <a:extLst>
              <a:ext uri="{FF2B5EF4-FFF2-40B4-BE49-F238E27FC236}">
                <a16:creationId xmlns:a16="http://schemas.microsoft.com/office/drawing/2014/main" id="{E2576D65-BA9A-4C38-D195-558BDD9AFD0E}"/>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accent3"/>
                </a:solidFill>
              </a:defRPr>
            </a:lvl1pPr>
          </a:lstStyle>
          <a:p>
            <a:pPr lvl="0"/>
            <a:r>
              <a:rPr lang="en-GB" dirty="0"/>
              <a:t>01</a:t>
            </a:r>
            <a:endParaRPr lang="en-PL" dirty="0"/>
          </a:p>
        </p:txBody>
      </p:sp>
      <p:sp>
        <p:nvSpPr>
          <p:cNvPr id="2" name="Date Placeholder 1">
            <a:extLst>
              <a:ext uri="{FF2B5EF4-FFF2-40B4-BE49-F238E27FC236}">
                <a16:creationId xmlns:a16="http://schemas.microsoft.com/office/drawing/2014/main" id="{D888E175-7057-3F5C-3D05-E1A6DF23539C}"/>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5" name="Footer Placeholder 4">
            <a:extLst>
              <a:ext uri="{FF2B5EF4-FFF2-40B4-BE49-F238E27FC236}">
                <a16:creationId xmlns:a16="http://schemas.microsoft.com/office/drawing/2014/main" id="{87B29DCD-1860-BCB3-12D3-011B4B8885BF}"/>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5673F8B8-3459-331B-8856-F82064558CD0}"/>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3" name="Title 5">
            <a:extLst>
              <a:ext uri="{FF2B5EF4-FFF2-40B4-BE49-F238E27FC236}">
                <a16:creationId xmlns:a16="http://schemas.microsoft.com/office/drawing/2014/main" id="{885E1F23-EFE4-7E35-0F49-E02F15D0B1FD}"/>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411311107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Divider Photo 1">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7" name="Text Placeholder 8">
            <a:extLst>
              <a:ext uri="{FF2B5EF4-FFF2-40B4-BE49-F238E27FC236}">
                <a16:creationId xmlns:a16="http://schemas.microsoft.com/office/drawing/2014/main" id="{516D0E3A-0719-64AB-54D1-64F80BE164A7}"/>
              </a:ext>
            </a:extLst>
          </p:cNvPr>
          <p:cNvSpPr>
            <a:spLocks noGrp="1"/>
          </p:cNvSpPr>
          <p:nvPr>
            <p:ph type="body" sz="quarter" idx="19" hasCustomPrompt="1"/>
          </p:nvPr>
        </p:nvSpPr>
        <p:spPr>
          <a:xfrm>
            <a:off x="0" y="0"/>
            <a:ext cx="4657725" cy="6858000"/>
          </a:xfrm>
          <a:prstGeom prst="rect">
            <a:avLst/>
          </a:prstGeom>
        </p:spPr>
        <p:txBody>
          <a:bodyPr wrap="none" lIns="0" tIns="972000" rIns="0" bIns="0" anchor="t" anchorCtr="0">
            <a:noAutofit/>
          </a:bodyPr>
          <a:lstStyle>
            <a:lvl1pPr algn="r">
              <a:defRPr sz="40000" spc="-300">
                <a:solidFill>
                  <a:schemeClr val="tx1"/>
                </a:solidFill>
              </a:defRPr>
            </a:lvl1pPr>
          </a:lstStyle>
          <a:p>
            <a:pPr lvl="0"/>
            <a:r>
              <a:rPr lang="en-GB" dirty="0"/>
              <a:t>01</a:t>
            </a:r>
            <a:endParaRPr lang="en-PL" dirty="0"/>
          </a:p>
        </p:txBody>
      </p:sp>
      <p:sp>
        <p:nvSpPr>
          <p:cNvPr id="16" name="Date Placeholder 15">
            <a:extLst>
              <a:ext uri="{FF2B5EF4-FFF2-40B4-BE49-F238E27FC236}">
                <a16:creationId xmlns:a16="http://schemas.microsoft.com/office/drawing/2014/main" id="{49CD99F0-AA6A-8A74-80DA-FCF12D30E56D}"/>
              </a:ext>
            </a:extLst>
          </p:cNvPr>
          <p:cNvSpPr>
            <a:spLocks noGrp="1"/>
          </p:cNvSpPr>
          <p:nvPr>
            <p:ph type="dt" sz="half" idx="2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7" name="Footer Placeholder 16">
            <a:extLst>
              <a:ext uri="{FF2B5EF4-FFF2-40B4-BE49-F238E27FC236}">
                <a16:creationId xmlns:a16="http://schemas.microsoft.com/office/drawing/2014/main" id="{F17F6240-FF3A-51A1-CB87-F17DD5B550AC}"/>
              </a:ext>
            </a:extLst>
          </p:cNvPr>
          <p:cNvSpPr>
            <a:spLocks noGrp="1"/>
          </p:cNvSpPr>
          <p:nvPr>
            <p:ph type="ftr" sz="quarter" idx="21"/>
          </p:nvPr>
        </p:nvSpPr>
        <p:spPr/>
        <p:txBody>
          <a:bodyPr/>
          <a:lstStyle/>
          <a:p>
            <a:pPr>
              <a:spcBef>
                <a:spcPts val="1000"/>
              </a:spcBef>
              <a:buFont typeface="Arial" panose="020B0604020202020204" pitchFamily="34" charset="0"/>
              <a:buNone/>
            </a:pPr>
            <a:r>
              <a:rPr lang="en-US"/>
              <a:t>Presentation Title | Author | Date</a:t>
            </a:r>
          </a:p>
        </p:txBody>
      </p:sp>
      <p:sp>
        <p:nvSpPr>
          <p:cNvPr id="18" name="Slide Number Placeholder 17">
            <a:extLst>
              <a:ext uri="{FF2B5EF4-FFF2-40B4-BE49-F238E27FC236}">
                <a16:creationId xmlns:a16="http://schemas.microsoft.com/office/drawing/2014/main" id="{325C9A5C-680C-6EA0-3B81-433A858DD497}"/>
              </a:ext>
            </a:extLst>
          </p:cNvPr>
          <p:cNvSpPr>
            <a:spLocks noGrp="1"/>
          </p:cNvSpPr>
          <p:nvPr>
            <p:ph type="sldNum" sz="quarter" idx="22"/>
          </p:nvPr>
        </p:nvSpPr>
        <p:spPr/>
        <p:txBody>
          <a:bodyPr/>
          <a:lstStyle/>
          <a:p>
            <a:pPr algn="r"/>
            <a:fld id="{5D9A5160-6218-4E5A-B9E6-B93E3DAE377C}" type="slidenum">
              <a:rPr lang="en-US" smtClean="0"/>
              <a:pPr algn="r"/>
              <a:t>‹#›</a:t>
            </a:fld>
            <a:endParaRPr lang="en-US"/>
          </a:p>
        </p:txBody>
      </p:sp>
      <p:sp>
        <p:nvSpPr>
          <p:cNvPr id="4" name="Title 5">
            <a:extLst>
              <a:ext uri="{FF2B5EF4-FFF2-40B4-BE49-F238E27FC236}">
                <a16:creationId xmlns:a16="http://schemas.microsoft.com/office/drawing/2014/main" id="{E5F80359-918C-7AFB-2EA7-23FDF6AB202A}"/>
              </a:ext>
            </a:extLst>
          </p:cNvPr>
          <p:cNvSpPr>
            <a:spLocks noGrp="1"/>
          </p:cNvSpPr>
          <p:nvPr>
            <p:ph type="title" hasCustomPrompt="1"/>
          </p:nvPr>
        </p:nvSpPr>
        <p:spPr>
          <a:xfrm>
            <a:off x="5159374" y="4658810"/>
            <a:ext cx="6487665" cy="1672542"/>
          </a:xfrm>
        </p:spPr>
        <p:txBody>
          <a:bodyPr vert="horz" lIns="0" tIns="0" rIns="0" bIns="0" rtlCol="0" anchor="t">
            <a:noAutofit/>
          </a:bodyPr>
          <a:lstStyle>
            <a:lvl1pPr>
              <a:spcBef>
                <a:spcPts val="0"/>
              </a:spcBef>
              <a:defRPr lang="en-US" sz="48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6" name="Gradient Placeholder 5">
            <a:extLst>
              <a:ext uri="{FF2B5EF4-FFF2-40B4-BE49-F238E27FC236}">
                <a16:creationId xmlns:a16="http://schemas.microsoft.com/office/drawing/2014/main" id="{A495C13D-43B0-F211-D4C3-5938F144C6C6}"/>
              </a:ext>
            </a:extLst>
          </p:cNvPr>
          <p:cNvSpPr>
            <a:spLocks noGrp="1"/>
          </p:cNvSpPr>
          <p:nvPr>
            <p:ph type="body" sz="quarter" idx="28" hasCustomPrompt="1"/>
          </p:nvPr>
        </p:nvSpPr>
        <p:spPr>
          <a:xfrm>
            <a:off x="5159374" y="4257063"/>
            <a:ext cx="7032625"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tx2"/>
                </a:solidFill>
                <a:effectLst/>
                <a:uLnTx/>
                <a:uFillTx/>
                <a:latin typeface="Ubuntu"/>
              </a:defRPr>
            </a:lvl1pPr>
          </a:lstStyle>
          <a:p>
            <a:pPr lvl="0" algn="ctr">
              <a:spcBef>
                <a:spcPts val="0"/>
              </a:spcBef>
              <a:buFontTx/>
            </a:pPr>
            <a:r>
              <a:rPr lang="en-US" dirty="0"/>
              <a:t>Gradient in placeholder</a:t>
            </a:r>
          </a:p>
        </p:txBody>
      </p:sp>
      <p:sp>
        <p:nvSpPr>
          <p:cNvPr id="5" name="Logo Placeholder 7">
            <a:extLst>
              <a:ext uri="{FF2B5EF4-FFF2-40B4-BE49-F238E27FC236}">
                <a16:creationId xmlns:a16="http://schemas.microsoft.com/office/drawing/2014/main" id="{0B3C3CBD-E738-C78E-0E05-CABF012E6391}"/>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26991517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Divider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9BB1339-F341-E41B-4A76-E0462FDC1FEA}"/>
              </a:ext>
            </a:extLst>
          </p:cNvPr>
          <p:cNvSpPr/>
          <p:nvPr userDrawn="1"/>
        </p:nvSpPr>
        <p:spPr>
          <a:xfrm rot="16200000">
            <a:off x="-50850" y="3339001"/>
            <a:ext cx="6857998" cy="180000"/>
          </a:xfrm>
          <a:prstGeom prst="rect">
            <a:avLst/>
          </a:prstGeo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PL" sz="1400" b="0" i="0" u="none" strike="noStrike" kern="0" cap="none" spc="0" normalizeH="0" baseline="0" noProof="0" err="1">
              <a:ln>
                <a:noFill/>
              </a:ln>
              <a:solidFill>
                <a:srgbClr val="000000"/>
              </a:solidFill>
              <a:effectLst/>
              <a:uLnTx/>
              <a:uFillTx/>
              <a:latin typeface="Ubuntu"/>
              <a:ea typeface="+mn-ea"/>
              <a:cs typeface="+mn-cs"/>
            </a:endParaRPr>
          </a:p>
        </p:txBody>
      </p:sp>
      <p:sp>
        <p:nvSpPr>
          <p:cNvPr id="3" name="Date Placeholder 2">
            <a:extLst>
              <a:ext uri="{FF2B5EF4-FFF2-40B4-BE49-F238E27FC236}">
                <a16:creationId xmlns:a16="http://schemas.microsoft.com/office/drawing/2014/main" id="{8811E274-2B57-BD57-2F68-DBB426EFCE65}"/>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9CE6D32-8A75-0D6E-E71F-DAACF84605EC}"/>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977DCB7-EB08-EC5A-73FF-FB5F850C5C2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9" name="Text Placeholder 4">
            <a:extLst>
              <a:ext uri="{FF2B5EF4-FFF2-40B4-BE49-F238E27FC236}">
                <a16:creationId xmlns:a16="http://schemas.microsoft.com/office/drawing/2014/main" id="{B4666C08-BC72-FDBE-1461-F2EECABF4D42}"/>
              </a:ext>
            </a:extLst>
          </p:cNvPr>
          <p:cNvSpPr>
            <a:spLocks noGrp="1"/>
          </p:cNvSpPr>
          <p:nvPr>
            <p:ph type="body" sz="quarter" idx="23"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lvl1pPr>
          </a:lstStyle>
          <a:p>
            <a:pPr lvl="0">
              <a:spcBef>
                <a:spcPts val="0"/>
              </a:spcBef>
            </a:pPr>
            <a:r>
              <a:rPr lang="en-US" dirty="0"/>
              <a:t>01</a:t>
            </a:r>
          </a:p>
        </p:txBody>
      </p:sp>
      <p:sp>
        <p:nvSpPr>
          <p:cNvPr id="11" name="Title 5">
            <a:extLst>
              <a:ext uri="{FF2B5EF4-FFF2-40B4-BE49-F238E27FC236}">
                <a16:creationId xmlns:a16="http://schemas.microsoft.com/office/drawing/2014/main" id="{0B6F8127-33BC-B324-58CF-854CD4CB9479}"/>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Tree>
    <p:extLst>
      <p:ext uri="{BB962C8B-B14F-4D97-AF65-F5344CB8AC3E}">
        <p14:creationId xmlns:p14="http://schemas.microsoft.com/office/powerpoint/2010/main" val="2716833183"/>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Divider Photo 2">
    <p:spTree>
      <p:nvGrpSpPr>
        <p:cNvPr id="1" name=""/>
        <p:cNvGrpSpPr/>
        <p:nvPr/>
      </p:nvGrpSpPr>
      <p:grpSpPr>
        <a:xfrm>
          <a:off x="0" y="0"/>
          <a:ext cx="0" cy="0"/>
          <a:chOff x="0" y="0"/>
          <a:chExt cx="0" cy="0"/>
        </a:xfrm>
      </p:grpSpPr>
      <p:sp>
        <p:nvSpPr>
          <p:cNvPr id="2" name="Picture Placeholder 10">
            <a:extLst>
              <a:ext uri="{FF2B5EF4-FFF2-40B4-BE49-F238E27FC236}">
                <a16:creationId xmlns:a16="http://schemas.microsoft.com/office/drawing/2014/main" id="{8AD156C1-F91F-57E6-BFA6-A0059404D21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4" name="Date Placeholder 3">
            <a:extLst>
              <a:ext uri="{FF2B5EF4-FFF2-40B4-BE49-F238E27FC236}">
                <a16:creationId xmlns:a16="http://schemas.microsoft.com/office/drawing/2014/main" id="{56929497-8122-9A44-6DDD-AD4C0F8B2084}"/>
              </a:ext>
            </a:extLst>
          </p:cNvPr>
          <p:cNvSpPr>
            <a:spLocks noGrp="1"/>
          </p:cNvSpPr>
          <p:nvPr>
            <p:ph type="dt" sz="half" idx="19"/>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4" name="Slide Number Placeholder 13">
            <a:extLst>
              <a:ext uri="{FF2B5EF4-FFF2-40B4-BE49-F238E27FC236}">
                <a16:creationId xmlns:a16="http://schemas.microsoft.com/office/drawing/2014/main" id="{715D5173-A014-ABE6-88BB-A9337A5DDDB5}"/>
              </a:ext>
            </a:extLst>
          </p:cNvPr>
          <p:cNvSpPr>
            <a:spLocks noGrp="1"/>
          </p:cNvSpPr>
          <p:nvPr>
            <p:ph type="sldNum" sz="quarter" idx="21"/>
          </p:nvPr>
        </p:nvSpPr>
        <p:spPr/>
        <p:txBody>
          <a:bodyPr/>
          <a:lstStyle/>
          <a:p>
            <a:pPr algn="r"/>
            <a:fld id="{5D9A5160-6218-4E5A-B9E6-B93E3DAE377C}" type="slidenum">
              <a:rPr lang="en-US" smtClean="0"/>
              <a:pPr algn="r"/>
              <a:t>‹#›</a:t>
            </a:fld>
            <a:endParaRPr lang="en-US"/>
          </a:p>
        </p:txBody>
      </p:sp>
      <p:sp>
        <p:nvSpPr>
          <p:cNvPr id="5" name="Text Placeholder 4">
            <a:extLst>
              <a:ext uri="{FF2B5EF4-FFF2-40B4-BE49-F238E27FC236}">
                <a16:creationId xmlns:a16="http://schemas.microsoft.com/office/drawing/2014/main" id="{13682657-FA28-8301-9AF3-F2AE614DCDE3}"/>
              </a:ext>
            </a:extLst>
          </p:cNvPr>
          <p:cNvSpPr>
            <a:spLocks noGrp="1"/>
          </p:cNvSpPr>
          <p:nvPr>
            <p:ph type="body" sz="quarter" idx="22" hasCustomPrompt="1"/>
          </p:nvPr>
        </p:nvSpPr>
        <p:spPr>
          <a:xfrm>
            <a:off x="-433" y="0"/>
            <a:ext cx="2736304" cy="2924175"/>
          </a:xfrm>
        </p:spPr>
        <p:txBody>
          <a:bodyPr vert="vert270" wrap="none" lIns="0" tIns="0" rIns="0" bIns="0" rtlCol="0" anchor="t" anchorCtr="0">
            <a:noAutofit/>
          </a:bodyPr>
          <a:lstStyle>
            <a:lvl1pPr>
              <a:defRPr lang="en-US" sz="16600" b="0" cap="none" spc="0" baseline="0" dirty="0" smtClean="0">
                <a:solidFill>
                  <a:schemeClr val="tx1"/>
                </a:solidFill>
              </a:defRPr>
            </a:lvl1pPr>
          </a:lstStyle>
          <a:p>
            <a:pPr lvl="0">
              <a:spcBef>
                <a:spcPts val="0"/>
              </a:spcBef>
            </a:pPr>
            <a:r>
              <a:rPr lang="en-US" dirty="0"/>
              <a:t>01</a:t>
            </a:r>
          </a:p>
        </p:txBody>
      </p:sp>
      <p:sp>
        <p:nvSpPr>
          <p:cNvPr id="9" name="Title 5">
            <a:extLst>
              <a:ext uri="{FF2B5EF4-FFF2-40B4-BE49-F238E27FC236}">
                <a16:creationId xmlns:a16="http://schemas.microsoft.com/office/drawing/2014/main" id="{1861857D-180D-4FE5-399B-DE08A8B1548C}"/>
              </a:ext>
            </a:extLst>
          </p:cNvPr>
          <p:cNvSpPr>
            <a:spLocks noGrp="1"/>
          </p:cNvSpPr>
          <p:nvPr>
            <p:ph type="title" hasCustomPrompt="1"/>
          </p:nvPr>
        </p:nvSpPr>
        <p:spPr>
          <a:xfrm>
            <a:off x="4253696" y="1510496"/>
            <a:ext cx="7393343" cy="2887883"/>
          </a:xfrm>
        </p:spPr>
        <p:txBody>
          <a:bodyPr vert="horz" lIns="0" tIns="0" rIns="0" bIns="0" rtlCol="0" anchor="t">
            <a:noAutofit/>
          </a:bodyPr>
          <a:lstStyle>
            <a:lvl1pPr>
              <a:spcBef>
                <a:spcPts val="0"/>
              </a:spcBef>
              <a:defRPr lang="en-US" sz="5400">
                <a:solidFill>
                  <a:schemeClr val="tx1"/>
                </a:solidFill>
                <a:latin typeface="+mn-lt"/>
                <a:ea typeface="+mn-ea"/>
                <a:cs typeface="+mn-cs"/>
              </a:defRPr>
            </a:lvl1pPr>
          </a:lstStyle>
          <a:p>
            <a:pPr lvl="0">
              <a:lnSpc>
                <a:spcPct val="100000"/>
              </a:lnSpc>
              <a:spcBef>
                <a:spcPts val="1800"/>
              </a:spcBef>
              <a:buFont typeface="Arial" panose="020B0604020202020204" pitchFamily="34" charset="0"/>
            </a:pPr>
            <a:r>
              <a:rPr lang="en-US" dirty="0"/>
              <a:t>Click to add title</a:t>
            </a:r>
          </a:p>
        </p:txBody>
      </p:sp>
      <p:sp>
        <p:nvSpPr>
          <p:cNvPr id="7" name="Gradient Placeholder 5">
            <a:extLst>
              <a:ext uri="{FF2B5EF4-FFF2-40B4-BE49-F238E27FC236}">
                <a16:creationId xmlns:a16="http://schemas.microsoft.com/office/drawing/2014/main" id="{0571978A-A079-2CFE-0A83-D7D525496E16}"/>
              </a:ext>
            </a:extLst>
          </p:cNvPr>
          <p:cNvSpPr>
            <a:spLocks noGrp="1"/>
          </p:cNvSpPr>
          <p:nvPr>
            <p:ph type="body" sz="quarter" idx="28" hasCustomPrompt="1"/>
          </p:nvPr>
        </p:nvSpPr>
        <p:spPr>
          <a:xfrm rot="16200000">
            <a:off x="-50850" y="3339001"/>
            <a:ext cx="6857998" cy="180000"/>
          </a:xfrm>
          <a:gradFill>
            <a:gsLst>
              <a:gs pos="99000">
                <a:srgbClr val="00D5D0"/>
              </a:gs>
              <a:gs pos="0">
                <a:srgbClr val="121A38"/>
              </a:gs>
              <a:gs pos="30000">
                <a:srgbClr val="0058AB"/>
              </a:gs>
              <a:gs pos="70000">
                <a:srgbClr val="1DB7F3"/>
              </a:gs>
            </a:gsLst>
            <a:lin ang="0" scaled="0"/>
          </a:gradFill>
          <a:ln w="9525"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a:defRPr kumimoji="0" lang="en-US" sz="700" b="0" i="0" u="none" strike="noStrike" kern="0" cap="none" spc="0" normalizeH="0" baseline="0" dirty="0" smtClean="0">
                <a:ln>
                  <a:noFill/>
                </a:ln>
                <a:solidFill>
                  <a:schemeClr val="accent2"/>
                </a:solidFill>
                <a:effectLst/>
                <a:uLnTx/>
                <a:uFillTx/>
                <a:latin typeface="Ubuntu"/>
              </a:defRPr>
            </a:lvl1pPr>
          </a:lstStyle>
          <a:p>
            <a:pPr lvl="0" algn="ctr">
              <a:spcBef>
                <a:spcPts val="0"/>
              </a:spcBef>
              <a:buFontTx/>
            </a:pPr>
            <a:r>
              <a:rPr lang="en-US" dirty="0"/>
              <a:t>Gradient in placeholder</a:t>
            </a:r>
          </a:p>
        </p:txBody>
      </p:sp>
      <p:sp>
        <p:nvSpPr>
          <p:cNvPr id="6" name="Footer Placeholder 5">
            <a:extLst>
              <a:ext uri="{FF2B5EF4-FFF2-40B4-BE49-F238E27FC236}">
                <a16:creationId xmlns:a16="http://schemas.microsoft.com/office/drawing/2014/main" id="{F00853BC-BEFF-4053-AD58-C0C6CB7301CA}"/>
              </a:ext>
            </a:extLst>
          </p:cNvPr>
          <p:cNvSpPr>
            <a:spLocks noGrp="1"/>
          </p:cNvSpPr>
          <p:nvPr>
            <p:ph type="ftr" sz="quarter" idx="20"/>
          </p:nvPr>
        </p:nvSpPr>
        <p:spPr/>
        <p:txBody>
          <a:bodyPr/>
          <a:lstStyle/>
          <a:p>
            <a:pPr>
              <a:spcBef>
                <a:spcPts val="1000"/>
              </a:spcBef>
              <a:buFont typeface="Arial" panose="020B0604020202020204" pitchFamily="34" charset="0"/>
              <a:buNone/>
            </a:pPr>
            <a:r>
              <a:rPr lang="en-US"/>
              <a:t>Presentation Title | Author | Date</a:t>
            </a:r>
          </a:p>
        </p:txBody>
      </p:sp>
      <p:sp>
        <p:nvSpPr>
          <p:cNvPr id="3" name="Logo Placeholder 7">
            <a:extLst>
              <a:ext uri="{FF2B5EF4-FFF2-40B4-BE49-F238E27FC236}">
                <a16:creationId xmlns:a16="http://schemas.microsoft.com/office/drawing/2014/main" id="{DCFC13AE-0F74-A4CB-F711-D9650A2D5CC3}"/>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3145411260"/>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5BE089-2489-3604-1BFA-99F26E2657A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7DD8718-6D0F-15C6-4CBD-55C472C3C492}"/>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A98A8975-BB8E-4570-BA8F-A91834025269}"/>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035933418"/>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350D4F91-45C7-417B-8E2B-E8F582B53B82}"/>
              </a:ext>
            </a:extLst>
          </p:cNvPr>
          <p:cNvSpPr>
            <a:spLocks noGrp="1"/>
          </p:cNvSpPr>
          <p:nvPr>
            <p:ph type="title"/>
          </p:nvPr>
        </p:nvSpPr>
        <p:spPr/>
        <p:txBody>
          <a:bodyPr/>
          <a:lstStyle/>
          <a:p>
            <a:r>
              <a:rPr lang="en-US"/>
              <a:t>Click to edit Master title style</a:t>
            </a:r>
          </a:p>
        </p:txBody>
      </p:sp>
      <p:sp>
        <p:nvSpPr>
          <p:cNvPr id="2" name="Date Placeholder 1">
            <a:extLst>
              <a:ext uri="{FF2B5EF4-FFF2-40B4-BE49-F238E27FC236}">
                <a16:creationId xmlns:a16="http://schemas.microsoft.com/office/drawing/2014/main" id="{2833D816-5C9E-2A40-9E78-51ECB313D899}"/>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794E6C65-0D28-CB57-A2B5-21758711DFE7}"/>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17755223-45C2-7E94-C304-676F000A4EE4}"/>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462140491"/>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itle Only Chapterbox">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E6C6CF10-71F7-EE78-C2BD-6C8E84F961BE}"/>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11" name="Footer Placeholder 10">
            <a:extLst>
              <a:ext uri="{FF2B5EF4-FFF2-40B4-BE49-F238E27FC236}">
                <a16:creationId xmlns:a16="http://schemas.microsoft.com/office/drawing/2014/main" id="{089A870A-6E3E-31EB-C34E-7847CE40D3BF}"/>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69B47629-0F7D-C086-6180-6C8A8A265B4A}"/>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
        <p:nvSpPr>
          <p:cNvPr id="3" name="Chapter Placeholder 2">
            <a:extLst>
              <a:ext uri="{FF2B5EF4-FFF2-40B4-BE49-F238E27FC236}">
                <a16:creationId xmlns:a16="http://schemas.microsoft.com/office/drawing/2014/main" id="{23CF6BB0-AE4E-8C5D-62B2-A2216E42A57E}"/>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 name="Title Placeholder 4">
            <a:extLst>
              <a:ext uri="{FF2B5EF4-FFF2-40B4-BE49-F238E27FC236}">
                <a16:creationId xmlns:a16="http://schemas.microsoft.com/office/drawing/2014/main" id="{8616DD99-E5DF-50D2-33AF-495DCBE920C3}"/>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Tree>
    <p:extLst>
      <p:ext uri="{BB962C8B-B14F-4D97-AF65-F5344CB8AC3E}">
        <p14:creationId xmlns:p14="http://schemas.microsoft.com/office/powerpoint/2010/main" val="637820104"/>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0D6E650F-BA4C-6AA4-9148-F570EFB99F38}"/>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endParaRPr lang="en-US" dirty="0"/>
          </a:p>
        </p:txBody>
      </p:sp>
      <p:sp>
        <p:nvSpPr>
          <p:cNvPr id="6" name="Content Placeholder 5">
            <a:extLst>
              <a:ext uri="{FF2B5EF4-FFF2-40B4-BE49-F238E27FC236}">
                <a16:creationId xmlns:a16="http://schemas.microsoft.com/office/drawing/2014/main" id="{B1642B4B-22B4-952E-DD1B-30B2523729DC}"/>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15181590"/>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Content 1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54880E18-9261-E63B-CB03-844BADE7AE64}"/>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019E92FE-5A18-711B-5160-9AA65A58DEE3}"/>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0" name="Content Placeholder 5">
            <a:extLst>
              <a:ext uri="{FF2B5EF4-FFF2-40B4-BE49-F238E27FC236}">
                <a16:creationId xmlns:a16="http://schemas.microsoft.com/office/drawing/2014/main" id="{29DC02C4-69E4-1466-4B58-A9AE3DE4EE00}"/>
              </a:ext>
            </a:extLst>
          </p:cNvPr>
          <p:cNvSpPr>
            <a:spLocks noGrp="1"/>
          </p:cNvSpPr>
          <p:nvPr>
            <p:ph sz="quarter" idx="31"/>
          </p:nvPr>
        </p:nvSpPr>
        <p:spPr>
          <a:xfrm>
            <a:off x="551384" y="2132856"/>
            <a:ext cx="1109093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87F47C03-95E0-E83E-1625-0EE59F600C9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7419945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F51FE388-96EB-60B4-BDE5-75205588111D}"/>
              </a:ext>
            </a:extLst>
          </p:cNvPr>
          <p:cNvSpPr>
            <a:spLocks noGrp="1"/>
          </p:cNvSpPr>
          <p:nvPr>
            <p:ph type="title"/>
          </p:nvPr>
        </p:nvSpPr>
        <p:spPr/>
        <p:txBody>
          <a:bodyPr/>
          <a:lstStyle/>
          <a:p>
            <a:r>
              <a:rPr lang="en-US"/>
              <a:t>Click to edit Master title style</a:t>
            </a:r>
          </a:p>
        </p:txBody>
      </p:sp>
      <p:sp>
        <p:nvSpPr>
          <p:cNvPr id="6" name="Text Placeholder 9">
            <a:extLst>
              <a:ext uri="{FF2B5EF4-FFF2-40B4-BE49-F238E27FC236}">
                <a16:creationId xmlns:a16="http://schemas.microsoft.com/office/drawing/2014/main" id="{D5413FD6-CC71-0BBC-BD58-8FB1021590F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Tree>
    <p:extLst>
      <p:ext uri="{BB962C8B-B14F-4D97-AF65-F5344CB8AC3E}">
        <p14:creationId xmlns:p14="http://schemas.microsoft.com/office/powerpoint/2010/main" val="90821308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itle Subtitle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2DCB00-3596-4BD8-9F35-38D8EA5CF694}"/>
              </a:ext>
            </a:extLst>
          </p:cNvPr>
          <p:cNvSpPr>
            <a:spLocks noGrp="1"/>
          </p:cNvSpPr>
          <p:nvPr>
            <p:ph type="dt" sz="half" idx="2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AA6CA9E0-8796-0651-659C-4AA35745A35A}"/>
              </a:ext>
            </a:extLst>
          </p:cNvPr>
          <p:cNvSpPr>
            <a:spLocks noGrp="1"/>
          </p:cNvSpPr>
          <p:nvPr>
            <p:ph type="ftr" sz="quarter" idx="29"/>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7C8C212F-0CAF-442A-97AB-25CC338803B1}"/>
              </a:ext>
            </a:extLst>
          </p:cNvPr>
          <p:cNvSpPr>
            <a:spLocks noGrp="1"/>
          </p:cNvSpPr>
          <p:nvPr>
            <p:ph type="sldNum" sz="quarter" idx="30"/>
          </p:nvPr>
        </p:nvSpPr>
        <p:spPr/>
        <p:txBody>
          <a:bodyPr/>
          <a:lstStyle/>
          <a:p>
            <a:pPr algn="r"/>
            <a:fld id="{5D9A5160-6218-4E5A-B9E6-B93E3DAE377C}" type="slidenum">
              <a:rPr lang="en-US" smtClean="0"/>
              <a:pPr algn="r"/>
              <a:t>‹#›</a:t>
            </a:fld>
            <a:endParaRPr lang="en-US"/>
          </a:p>
        </p:txBody>
      </p:sp>
      <p:sp>
        <p:nvSpPr>
          <p:cNvPr id="6" name="Text Placeholder 9">
            <a:extLst>
              <a:ext uri="{FF2B5EF4-FFF2-40B4-BE49-F238E27FC236}">
                <a16:creationId xmlns:a16="http://schemas.microsoft.com/office/drawing/2014/main" id="{25A263D2-B0DE-B389-B995-EAF85F8F772A}"/>
              </a:ext>
            </a:extLst>
          </p:cNvPr>
          <p:cNvSpPr>
            <a:spLocks noGrp="1"/>
          </p:cNvSpPr>
          <p:nvPr>
            <p:ph type="body" sz="quarter" idx="22"/>
          </p:nvPr>
        </p:nvSpPr>
        <p:spPr>
          <a:xfrm>
            <a:off x="550200" y="1634286"/>
            <a:ext cx="11090938" cy="307777"/>
          </a:xfrm>
          <a:prstGeom prst="rect">
            <a:avLst/>
          </a:prstGeom>
        </p:spPr>
        <p:txBody>
          <a:bodyPr vert="horz" lIns="0" tIns="0" rIns="0" bIns="0" rtlCol="0">
            <a:spAutoFit/>
          </a:bodyPr>
          <a:lstStyle>
            <a:lvl1pPr>
              <a:defRPr lang="en-US" sz="2000" b="1" smtClean="0">
                <a:solidFill>
                  <a:schemeClr val="tx2"/>
                </a:solidFill>
              </a:defRPr>
            </a:lvl1pPr>
          </a:lstStyle>
          <a:p>
            <a:pPr lvl="0"/>
            <a:r>
              <a:rPr lang="en-US"/>
              <a:t>Click to edit Master text styles</a:t>
            </a:r>
          </a:p>
        </p:txBody>
      </p:sp>
      <p:sp>
        <p:nvSpPr>
          <p:cNvPr id="8" name="Title 4">
            <a:extLst>
              <a:ext uri="{FF2B5EF4-FFF2-40B4-BE49-F238E27FC236}">
                <a16:creationId xmlns:a16="http://schemas.microsoft.com/office/drawing/2014/main" id="{E424A66F-C6AA-DB93-F283-9B8E0095FE3A}"/>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9" name="Chapter Placeholder 2">
            <a:extLst>
              <a:ext uri="{FF2B5EF4-FFF2-40B4-BE49-F238E27FC236}">
                <a16:creationId xmlns:a16="http://schemas.microsoft.com/office/drawing/2014/main" id="{4B67ACC0-0B24-726E-19DC-02446FF83EB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114361702"/>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Content 2">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17" name="Text Placeholder 10">
            <a:extLst>
              <a:ext uri="{FF2B5EF4-FFF2-40B4-BE49-F238E27FC236}">
                <a16:creationId xmlns:a16="http://schemas.microsoft.com/office/drawing/2014/main" id="{90464251-F267-6F64-58DE-3A8369AE008F}"/>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
        <p:nvSpPr>
          <p:cNvPr id="21" name="Content Placeholder 20">
            <a:extLst>
              <a:ext uri="{FF2B5EF4-FFF2-40B4-BE49-F238E27FC236}">
                <a16:creationId xmlns:a16="http://schemas.microsoft.com/office/drawing/2014/main" id="{E70BDE52-9B00-C2A8-F626-B256D02BD0F0}"/>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9">
            <a:extLst>
              <a:ext uri="{FF2B5EF4-FFF2-40B4-BE49-F238E27FC236}">
                <a16:creationId xmlns:a16="http://schemas.microsoft.com/office/drawing/2014/main" id="{11D06750-D717-3C72-A9E7-30B20496520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621CAE5D-3E25-1FC1-0588-6D3144862513}"/>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929189C8-410E-9C4A-019C-9B1A47D8D2ED}"/>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1947833"/>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Content 2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77C5B2B-C975-C7B1-B844-1E018309B61A}"/>
              </a:ext>
            </a:extLst>
          </p:cNvPr>
          <p:cNvSpPr/>
          <p:nvPr userDrawn="1"/>
        </p:nvSpPr>
        <p:spPr>
          <a:xfrm rot="16200000" flipV="1">
            <a:off x="4793851" y="-540154"/>
            <a:ext cx="6857998" cy="7938307"/>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bg1"/>
              </a:solidFill>
            </a:endParaRPr>
          </a:p>
        </p:txBody>
      </p:sp>
      <p:grpSp>
        <p:nvGrpSpPr>
          <p:cNvPr id="14" name="Group 37">
            <a:extLst>
              <a:ext uri="{FF2B5EF4-FFF2-40B4-BE49-F238E27FC236}">
                <a16:creationId xmlns:a16="http://schemas.microsoft.com/office/drawing/2014/main" id="{C2BCEB8F-2E64-576C-BD81-D1EA1D1C485E}"/>
              </a:ext>
            </a:extLst>
          </p:cNvPr>
          <p:cNvGrpSpPr/>
          <p:nvPr userDrawn="1"/>
        </p:nvGrpSpPr>
        <p:grpSpPr>
          <a:xfrm>
            <a:off x="11770322" y="176700"/>
            <a:ext cx="260230" cy="240782"/>
            <a:chOff x="5481638" y="2859088"/>
            <a:chExt cx="1231900" cy="1139825"/>
          </a:xfrm>
          <a:solidFill>
            <a:schemeClr val="bg2"/>
          </a:solidFill>
        </p:grpSpPr>
        <p:sp>
          <p:nvSpPr>
            <p:cNvPr id="15" name="Freeform 320">
              <a:extLst>
                <a:ext uri="{FF2B5EF4-FFF2-40B4-BE49-F238E27FC236}">
                  <a16:creationId xmlns:a16="http://schemas.microsoft.com/office/drawing/2014/main" id="{D5CA2252-9D37-30A4-0693-791158A53452}"/>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16" name="Freeform 321">
              <a:extLst>
                <a:ext uri="{FF2B5EF4-FFF2-40B4-BE49-F238E27FC236}">
                  <a16:creationId xmlns:a16="http://schemas.microsoft.com/office/drawing/2014/main" id="{41A547D1-47C8-9981-46A6-D3C7D68EDC1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766145ED-D9CE-08CB-28E4-8A4A79A6FB2B}"/>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2D2C1A62-1994-E6C5-D27B-038BDFD0C15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FE33FDCA-05A6-1B47-853B-F56E9D56B728}"/>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9" name="Content Placeholder 20">
            <a:extLst>
              <a:ext uri="{FF2B5EF4-FFF2-40B4-BE49-F238E27FC236}">
                <a16:creationId xmlns:a16="http://schemas.microsoft.com/office/drawing/2014/main" id="{8AF30424-EC22-815F-0364-A40BD8FB5A94}"/>
              </a:ext>
            </a:extLst>
          </p:cNvPr>
          <p:cNvSpPr>
            <a:spLocks noGrp="1"/>
          </p:cNvSpPr>
          <p:nvPr>
            <p:ph sz="quarter" idx="28"/>
          </p:nvPr>
        </p:nvSpPr>
        <p:spPr>
          <a:xfrm>
            <a:off x="4655841" y="2132856"/>
            <a:ext cx="69852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9">
            <a:extLst>
              <a:ext uri="{FF2B5EF4-FFF2-40B4-BE49-F238E27FC236}">
                <a16:creationId xmlns:a16="http://schemas.microsoft.com/office/drawing/2014/main" id="{3D8C5119-2E27-2F8D-2393-F11C985DEEFE}"/>
              </a:ext>
            </a:extLst>
          </p:cNvPr>
          <p:cNvSpPr>
            <a:spLocks noGrp="1"/>
          </p:cNvSpPr>
          <p:nvPr>
            <p:ph type="body" sz="quarter" idx="22" hasCustomPrompt="1"/>
          </p:nvPr>
        </p:nvSpPr>
        <p:spPr>
          <a:xfrm>
            <a:off x="550200" y="1634286"/>
            <a:ext cx="33123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AFA6B1A6-69A7-1CAE-0836-CA4C24413C3B}"/>
              </a:ext>
            </a:extLst>
          </p:cNvPr>
          <p:cNvSpPr>
            <a:spLocks noGrp="1"/>
          </p:cNvSpPr>
          <p:nvPr>
            <p:ph type="title"/>
          </p:nvPr>
        </p:nvSpPr>
        <p:spPr>
          <a:xfrm>
            <a:off x="551384" y="549274"/>
            <a:ext cx="3312368"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98A4F07B-7612-308A-3654-BE7DBBF41070}"/>
              </a:ext>
            </a:extLst>
          </p:cNvPr>
          <p:cNvSpPr>
            <a:spLocks noGrp="1"/>
          </p:cNvSpPr>
          <p:nvPr>
            <p:ph sz="quarter" idx="31"/>
          </p:nvPr>
        </p:nvSpPr>
        <p:spPr>
          <a:xfrm>
            <a:off x="551384" y="2132856"/>
            <a:ext cx="33123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hapter Placeholder 2">
            <a:extLst>
              <a:ext uri="{FF2B5EF4-FFF2-40B4-BE49-F238E27FC236}">
                <a16:creationId xmlns:a16="http://schemas.microsoft.com/office/drawing/2014/main" id="{45C81183-EAF5-59AC-9312-889607D0BF65}"/>
              </a:ext>
            </a:extLst>
          </p:cNvPr>
          <p:cNvSpPr>
            <a:spLocks noGrp="1"/>
          </p:cNvSpPr>
          <p:nvPr>
            <p:ph type="body" sz="quarter" idx="13" hasCustomPrompt="1"/>
          </p:nvPr>
        </p:nvSpPr>
        <p:spPr>
          <a:xfrm>
            <a:off x="550863" y="266219"/>
            <a:ext cx="3311705" cy="151264"/>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20" name="Text Placeholder 10">
            <a:extLst>
              <a:ext uri="{FF2B5EF4-FFF2-40B4-BE49-F238E27FC236}">
                <a16:creationId xmlns:a16="http://schemas.microsoft.com/office/drawing/2014/main" id="{AF667FFB-A6CF-0DAC-F73F-F6AC39EE2761}"/>
              </a:ext>
            </a:extLst>
          </p:cNvPr>
          <p:cNvSpPr>
            <a:spLocks noGrp="1"/>
          </p:cNvSpPr>
          <p:nvPr>
            <p:ph type="body" sz="quarter" idx="27"/>
          </p:nvPr>
        </p:nvSpPr>
        <p:spPr>
          <a:xfrm>
            <a:off x="4655841" y="1634285"/>
            <a:ext cx="698529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56362294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Content 3">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0999"/>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94673B4-77FE-F1CB-0F2B-E9CA250FB2B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1E48061D-F3E5-383D-6B8F-2C827E9EE8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626CD0FD-2710-377C-0AF5-3D235D7D2581}"/>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2B515CA7-8DCF-54B4-09AA-94A802519A74}"/>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2ED5F6CF-D037-F768-2935-84A77047139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84897497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ontent 3 Chapterbox">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FDA5053-3D63-3C3B-F1E9-69CFF9FC43BA}"/>
              </a:ext>
            </a:extLst>
          </p:cNvPr>
          <p:cNvSpPr/>
          <p:nvPr userDrawn="1"/>
        </p:nvSpPr>
        <p:spPr>
          <a:xfrm rot="16200000" flipV="1">
            <a:off x="5715003" y="381000"/>
            <a:ext cx="6857998" cy="6096002"/>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C7484E95-42C9-8DB4-CE16-9F65A190121F}"/>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1A559A5A-FF5B-C4A1-FBB9-17F04B2572FB}"/>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AA3487D1-995C-B436-2407-E724FC0582FA}"/>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4" name="Date Placeholder 3">
            <a:extLst>
              <a:ext uri="{FF2B5EF4-FFF2-40B4-BE49-F238E27FC236}">
                <a16:creationId xmlns:a16="http://schemas.microsoft.com/office/drawing/2014/main" id="{358A13D8-885F-6258-82CC-EE1A7ED60DB2}"/>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3CB3B34-F920-D8B3-B36B-15435A286DB2}"/>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D2B44653-FCDA-83BF-7377-AD5F2E69077A}"/>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B596F1C6-4A2C-32A4-F91B-7A46197FE40E}"/>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028C5415-53AD-E669-9486-5FBA89A04F29}"/>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1BEDBCBF-3BC8-AA4A-1F58-81530B90708A}"/>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0">
            <a:extLst>
              <a:ext uri="{FF2B5EF4-FFF2-40B4-BE49-F238E27FC236}">
                <a16:creationId xmlns:a16="http://schemas.microsoft.com/office/drawing/2014/main" id="{1B7CBEC2-7246-C86B-4339-C14AFC3677BC}"/>
              </a:ext>
            </a:extLst>
          </p:cNvPr>
          <p:cNvSpPr>
            <a:spLocks noGrp="1"/>
          </p:cNvSpPr>
          <p:nvPr>
            <p:ph sz="quarter" idx="28"/>
          </p:nvPr>
        </p:nvSpPr>
        <p:spPr>
          <a:xfrm>
            <a:off x="6491381" y="2132856"/>
            <a:ext cx="514975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hapter Placeholder 2">
            <a:extLst>
              <a:ext uri="{FF2B5EF4-FFF2-40B4-BE49-F238E27FC236}">
                <a16:creationId xmlns:a16="http://schemas.microsoft.com/office/drawing/2014/main" id="{81125B0F-654E-18D6-D135-80BD1EED9DED}"/>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8" name="Text Placeholder 10">
            <a:extLst>
              <a:ext uri="{FF2B5EF4-FFF2-40B4-BE49-F238E27FC236}">
                <a16:creationId xmlns:a16="http://schemas.microsoft.com/office/drawing/2014/main" id="{258EBFC3-CBC8-925F-B836-0EE26BFE8CF5}"/>
              </a:ext>
            </a:extLst>
          </p:cNvPr>
          <p:cNvSpPr>
            <a:spLocks noGrp="1"/>
          </p:cNvSpPr>
          <p:nvPr>
            <p:ph type="body" sz="quarter" idx="27"/>
          </p:nvPr>
        </p:nvSpPr>
        <p:spPr>
          <a:xfrm>
            <a:off x="6491381" y="1634285"/>
            <a:ext cx="514975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276421560"/>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Content 4">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1ED26950-AB5A-C0D9-81A8-A04EA350762D}"/>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8EC1972F-9263-1D56-27E9-E603C2AABB72}"/>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7FBCB093-A7B1-0D7A-1FAF-74CB36D79D0C}"/>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392BB9FB-913E-27BD-009B-3894E1694801}"/>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0">
            <a:extLst>
              <a:ext uri="{FF2B5EF4-FFF2-40B4-BE49-F238E27FC236}">
                <a16:creationId xmlns:a16="http://schemas.microsoft.com/office/drawing/2014/main" id="{A2B384BF-001B-7351-C51D-C08A1F393AB6}"/>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2374748995"/>
      </p:ext>
    </p:extLst>
  </p:cSld>
  <p:clrMapOvr>
    <a:overrideClrMapping bg1="lt1" tx1="dk1" bg2="lt2" tx2="dk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Content 4 Chapterbox">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900C123-9D30-0EBC-5FF8-AB8833A92E04}"/>
              </a:ext>
            </a:extLst>
          </p:cNvPr>
          <p:cNvSpPr/>
          <p:nvPr userDrawn="1"/>
        </p:nvSpPr>
        <p:spPr>
          <a:xfrm rot="16200000" flipV="1">
            <a:off x="6640013" y="1306009"/>
            <a:ext cx="6857998" cy="4245983"/>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8" name="Group 37">
            <a:extLst>
              <a:ext uri="{FF2B5EF4-FFF2-40B4-BE49-F238E27FC236}">
                <a16:creationId xmlns:a16="http://schemas.microsoft.com/office/drawing/2014/main" id="{EAB09A99-143F-FC31-39FF-7DF7B4ACA5CF}"/>
              </a:ext>
            </a:extLst>
          </p:cNvPr>
          <p:cNvGrpSpPr/>
          <p:nvPr userDrawn="1"/>
        </p:nvGrpSpPr>
        <p:grpSpPr>
          <a:xfrm>
            <a:off x="11770322" y="176700"/>
            <a:ext cx="260230" cy="240782"/>
            <a:chOff x="5481638" y="2859088"/>
            <a:chExt cx="1231900" cy="1139825"/>
          </a:xfrm>
          <a:solidFill>
            <a:schemeClr val="bg2"/>
          </a:solidFill>
        </p:grpSpPr>
        <p:sp>
          <p:nvSpPr>
            <p:cNvPr id="19" name="Freeform 320">
              <a:extLst>
                <a:ext uri="{FF2B5EF4-FFF2-40B4-BE49-F238E27FC236}">
                  <a16:creationId xmlns:a16="http://schemas.microsoft.com/office/drawing/2014/main" id="{87F6F8F7-5BC0-8EDE-8130-67B046E555CF}"/>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0" name="Freeform 321">
              <a:extLst>
                <a:ext uri="{FF2B5EF4-FFF2-40B4-BE49-F238E27FC236}">
                  <a16:creationId xmlns:a16="http://schemas.microsoft.com/office/drawing/2014/main" id="{59BC8A90-2223-E3B3-3D95-0EBCFB812F23}"/>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545F7198-C878-E20D-1FB2-E42A8A78A28C}"/>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F3B15C5-4190-C7AB-2CDF-2D3ACCBB15A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65F939E0-4FD6-2BB5-5421-0B506A62A78F}"/>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239C7379-C19E-9AE6-CB5B-2451CFFD4A17}"/>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3" name="Title 4">
            <a:extLst>
              <a:ext uri="{FF2B5EF4-FFF2-40B4-BE49-F238E27FC236}">
                <a16:creationId xmlns:a16="http://schemas.microsoft.com/office/drawing/2014/main" id="{21AAEB23-95CA-45A9-837B-CD7BF8DDE56C}"/>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4" name="Content Placeholder 5">
            <a:extLst>
              <a:ext uri="{FF2B5EF4-FFF2-40B4-BE49-F238E27FC236}">
                <a16:creationId xmlns:a16="http://schemas.microsoft.com/office/drawing/2014/main" id="{F9DB2775-E9C6-BBF6-4F21-AC89CB5A2445}"/>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20">
            <a:extLst>
              <a:ext uri="{FF2B5EF4-FFF2-40B4-BE49-F238E27FC236}">
                <a16:creationId xmlns:a16="http://schemas.microsoft.com/office/drawing/2014/main" id="{C3ABAB46-458D-AA82-5E79-A54A7AF168E3}"/>
              </a:ext>
            </a:extLst>
          </p:cNvPr>
          <p:cNvSpPr>
            <a:spLocks noGrp="1"/>
          </p:cNvSpPr>
          <p:nvPr>
            <p:ph sz="quarter" idx="28"/>
          </p:nvPr>
        </p:nvSpPr>
        <p:spPr>
          <a:xfrm>
            <a:off x="8341401" y="2132856"/>
            <a:ext cx="3299737"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hapter Placeholder 2">
            <a:extLst>
              <a:ext uri="{FF2B5EF4-FFF2-40B4-BE49-F238E27FC236}">
                <a16:creationId xmlns:a16="http://schemas.microsoft.com/office/drawing/2014/main" id="{6A60C175-61A3-58D8-BABE-160BC93795D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6C357538-B7AF-C31E-63AB-4F5FF078BFCB}"/>
              </a:ext>
            </a:extLst>
          </p:cNvPr>
          <p:cNvSpPr>
            <a:spLocks noGrp="1"/>
          </p:cNvSpPr>
          <p:nvPr>
            <p:ph type="body" sz="quarter" idx="27" hasCustomPrompt="1"/>
          </p:nvPr>
        </p:nvSpPr>
        <p:spPr>
          <a:xfrm>
            <a:off x="8341401" y="1634285"/>
            <a:ext cx="3299738"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GB" dirty="0"/>
              <a:t>Click to edit Master styles</a:t>
            </a:r>
          </a:p>
        </p:txBody>
      </p:sp>
    </p:spTree>
    <p:extLst>
      <p:ext uri="{BB962C8B-B14F-4D97-AF65-F5344CB8AC3E}">
        <p14:creationId xmlns:p14="http://schemas.microsoft.com/office/powerpoint/2010/main" val="1979439522"/>
      </p:ext>
    </p:extLst>
  </p:cSld>
  <p:clrMapOvr>
    <a:overrideClrMapping bg1="lt1" tx1="dk1" bg2="lt2" tx2="dk2" accent1="accent1" accent2="accent2" accent3="accent3" accent4="accent4" accent5="accent5" accent6="accent6" hlink="hlink" folHlink="folHlink"/>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Content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endParaRPr lang="en-US" dirty="0"/>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1FD69EF5-DC55-0043-E707-9957A11A30E5}"/>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C93203A2-28D5-E542-8692-E8BEA6720D63}"/>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D5680A08-73A9-5D82-7781-A59825059862}"/>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20">
            <a:extLst>
              <a:ext uri="{FF2B5EF4-FFF2-40B4-BE49-F238E27FC236}">
                <a16:creationId xmlns:a16="http://schemas.microsoft.com/office/drawing/2014/main" id="{2D43B5A9-14F0-DD78-070F-A995030041DA}"/>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F56F677-F5B9-1784-B704-0F0DD8F83E23}"/>
              </a:ext>
            </a:extLst>
          </p:cNvPr>
          <p:cNvSpPr>
            <a:spLocks noGrp="1"/>
          </p:cNvSpPr>
          <p:nvPr>
            <p:ph type="body" sz="quarter" idx="27"/>
          </p:nvPr>
        </p:nvSpPr>
        <p:spPr>
          <a:xfrm>
            <a:off x="9264351" y="1635328"/>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425389238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Content 5 Chapterbox">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AEFDD5A-0E10-35E6-046E-79E61257DDF1}"/>
              </a:ext>
            </a:extLst>
          </p:cNvPr>
          <p:cNvSpPr/>
          <p:nvPr userDrawn="1"/>
        </p:nvSpPr>
        <p:spPr>
          <a:xfrm rot="16200000" flipV="1">
            <a:off x="7103001" y="1768998"/>
            <a:ext cx="6857998" cy="3320006"/>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0" name="Group 37">
            <a:extLst>
              <a:ext uri="{FF2B5EF4-FFF2-40B4-BE49-F238E27FC236}">
                <a16:creationId xmlns:a16="http://schemas.microsoft.com/office/drawing/2014/main" id="{AA1EA1F2-A678-B9A4-119A-DA3923B39A3A}"/>
              </a:ext>
            </a:extLst>
          </p:cNvPr>
          <p:cNvGrpSpPr/>
          <p:nvPr userDrawn="1"/>
        </p:nvGrpSpPr>
        <p:grpSpPr>
          <a:xfrm>
            <a:off x="11770322" y="176700"/>
            <a:ext cx="260230" cy="240782"/>
            <a:chOff x="5481638" y="2859088"/>
            <a:chExt cx="1231900" cy="1139825"/>
          </a:xfrm>
          <a:solidFill>
            <a:schemeClr val="bg2"/>
          </a:solidFill>
        </p:grpSpPr>
        <p:sp>
          <p:nvSpPr>
            <p:cNvPr id="21" name="Freeform 320">
              <a:extLst>
                <a:ext uri="{FF2B5EF4-FFF2-40B4-BE49-F238E27FC236}">
                  <a16:creationId xmlns:a16="http://schemas.microsoft.com/office/drawing/2014/main" id="{F2CAAAB8-8F85-36D6-90A3-F9EF7CA3A4F1}"/>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2" name="Freeform 321">
              <a:extLst>
                <a:ext uri="{FF2B5EF4-FFF2-40B4-BE49-F238E27FC236}">
                  <a16:creationId xmlns:a16="http://schemas.microsoft.com/office/drawing/2014/main" id="{5CFC2EFB-5E04-2EE5-FF07-1211D0C87D5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Date Placeholder 1">
            <a:extLst>
              <a:ext uri="{FF2B5EF4-FFF2-40B4-BE49-F238E27FC236}">
                <a16:creationId xmlns:a16="http://schemas.microsoft.com/office/drawing/2014/main" id="{2B8F9C6F-5E55-F6B7-39D2-CF5A9A6F84BD}"/>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230850CD-89CD-C34B-151D-32B983A0A5B1}"/>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C3F4590F-315C-56B0-3B3E-63266FA764B6}"/>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77CB4701-5EA8-F228-EB41-0CFF2D895F32}"/>
              </a:ext>
            </a:extLst>
          </p:cNvPr>
          <p:cNvSpPr>
            <a:spLocks noGrp="1"/>
          </p:cNvSpPr>
          <p:nvPr>
            <p:ph type="body" sz="quarter" idx="22" hasCustomPrompt="1"/>
          </p:nvPr>
        </p:nvSpPr>
        <p:spPr>
          <a:xfrm>
            <a:off x="550200" y="1634286"/>
            <a:ext cx="792088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5D329F4-F440-1971-934F-BB7E30406179}"/>
              </a:ext>
            </a:extLst>
          </p:cNvPr>
          <p:cNvSpPr>
            <a:spLocks noGrp="1"/>
          </p:cNvSpPr>
          <p:nvPr>
            <p:ph type="title"/>
          </p:nvPr>
        </p:nvSpPr>
        <p:spPr>
          <a:xfrm>
            <a:off x="551384" y="549274"/>
            <a:ext cx="7920880" cy="930372"/>
          </a:xfrm>
        </p:spPr>
        <p:txBody>
          <a:bodyPr/>
          <a:lstStyle/>
          <a:p>
            <a:r>
              <a:rPr lang="en-US"/>
              <a:t>Click to edit Master title style</a:t>
            </a:r>
            <a:endParaRPr lang="en-US" dirty="0"/>
          </a:p>
        </p:txBody>
      </p:sp>
      <p:sp>
        <p:nvSpPr>
          <p:cNvPr id="11" name="Content Placeholder 5">
            <a:extLst>
              <a:ext uri="{FF2B5EF4-FFF2-40B4-BE49-F238E27FC236}">
                <a16:creationId xmlns:a16="http://schemas.microsoft.com/office/drawing/2014/main" id="{C57AAAE3-15FB-8EBD-D80A-38D40EBDDEBF}"/>
              </a:ext>
            </a:extLst>
          </p:cNvPr>
          <p:cNvSpPr>
            <a:spLocks noGrp="1"/>
          </p:cNvSpPr>
          <p:nvPr>
            <p:ph sz="quarter" idx="31"/>
          </p:nvPr>
        </p:nvSpPr>
        <p:spPr>
          <a:xfrm>
            <a:off x="551384" y="2132856"/>
            <a:ext cx="792088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D9F4F301-816D-BBA5-0D4F-7106C88BF450}"/>
              </a:ext>
            </a:extLst>
          </p:cNvPr>
          <p:cNvSpPr>
            <a:spLocks noGrp="1"/>
          </p:cNvSpPr>
          <p:nvPr>
            <p:ph sz="quarter" idx="28"/>
          </p:nvPr>
        </p:nvSpPr>
        <p:spPr>
          <a:xfrm>
            <a:off x="9264352" y="2132856"/>
            <a:ext cx="2376786"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E584A6CD-5C38-ABB3-1278-14FD6AFFF366}"/>
              </a:ext>
            </a:extLst>
          </p:cNvPr>
          <p:cNvSpPr>
            <a:spLocks noGrp="1"/>
          </p:cNvSpPr>
          <p:nvPr>
            <p:ph type="body" sz="quarter" idx="13" hasCustomPrompt="1"/>
          </p:nvPr>
        </p:nvSpPr>
        <p:spPr>
          <a:xfrm>
            <a:off x="550862" y="266219"/>
            <a:ext cx="7919853"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7" name="Text Placeholder 10">
            <a:extLst>
              <a:ext uri="{FF2B5EF4-FFF2-40B4-BE49-F238E27FC236}">
                <a16:creationId xmlns:a16="http://schemas.microsoft.com/office/drawing/2014/main" id="{3D4DF89C-E36B-311B-F8AD-FE3524EF4EF8}"/>
              </a:ext>
            </a:extLst>
          </p:cNvPr>
          <p:cNvSpPr>
            <a:spLocks noGrp="1"/>
          </p:cNvSpPr>
          <p:nvPr>
            <p:ph type="body" sz="quarter" idx="27"/>
          </p:nvPr>
        </p:nvSpPr>
        <p:spPr>
          <a:xfrm>
            <a:off x="9264351" y="1634285"/>
            <a:ext cx="2376787"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30681801"/>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Content 6">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F49FFE9F-318B-AD07-86E6-3D605204274E}"/>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0" name="Title 4">
            <a:extLst>
              <a:ext uri="{FF2B5EF4-FFF2-40B4-BE49-F238E27FC236}">
                <a16:creationId xmlns:a16="http://schemas.microsoft.com/office/drawing/2014/main" id="{6B5BE04E-C718-08CB-4873-0698E24EE643}"/>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2" name="Content Placeholder 5">
            <a:extLst>
              <a:ext uri="{FF2B5EF4-FFF2-40B4-BE49-F238E27FC236}">
                <a16:creationId xmlns:a16="http://schemas.microsoft.com/office/drawing/2014/main" id="{2AE819EF-5661-07DD-8D8E-3816C9C948FA}"/>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0">
            <a:extLst>
              <a:ext uri="{FF2B5EF4-FFF2-40B4-BE49-F238E27FC236}">
                <a16:creationId xmlns:a16="http://schemas.microsoft.com/office/drawing/2014/main" id="{6FD27327-DD4E-745F-BEE6-F2456262CD9F}"/>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0">
            <a:extLst>
              <a:ext uri="{FF2B5EF4-FFF2-40B4-BE49-F238E27FC236}">
                <a16:creationId xmlns:a16="http://schemas.microsoft.com/office/drawing/2014/main" id="{50CD247E-0744-79CF-8F93-524394145128}"/>
              </a:ext>
            </a:extLst>
          </p:cNvPr>
          <p:cNvSpPr>
            <a:spLocks noGrp="1"/>
          </p:cNvSpPr>
          <p:nvPr>
            <p:ph type="body" sz="quarter" idx="32"/>
          </p:nvPr>
        </p:nvSpPr>
        <p:spPr>
          <a:xfrm>
            <a:off x="10056439" y="1634286"/>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19400248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Content 6  Chapterbox">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4142192-00F6-71C9-9A77-489CD275D234}"/>
              </a:ext>
            </a:extLst>
          </p:cNvPr>
          <p:cNvSpPr/>
          <p:nvPr userDrawn="1"/>
        </p:nvSpPr>
        <p:spPr>
          <a:xfrm rot="16200000" flipV="1">
            <a:off x="7563095" y="2229091"/>
            <a:ext cx="6857998" cy="2399819"/>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25" name="Group 37">
            <a:extLst>
              <a:ext uri="{FF2B5EF4-FFF2-40B4-BE49-F238E27FC236}">
                <a16:creationId xmlns:a16="http://schemas.microsoft.com/office/drawing/2014/main" id="{3DFDE37E-5420-F85E-8E48-40542DA08033}"/>
              </a:ext>
            </a:extLst>
          </p:cNvPr>
          <p:cNvGrpSpPr/>
          <p:nvPr userDrawn="1"/>
        </p:nvGrpSpPr>
        <p:grpSpPr>
          <a:xfrm>
            <a:off x="11770322" y="176700"/>
            <a:ext cx="260230" cy="240782"/>
            <a:chOff x="5481638" y="2859088"/>
            <a:chExt cx="1231900" cy="1139825"/>
          </a:xfrm>
          <a:solidFill>
            <a:schemeClr val="bg2"/>
          </a:solidFill>
        </p:grpSpPr>
        <p:sp>
          <p:nvSpPr>
            <p:cNvPr id="26" name="Freeform 320">
              <a:extLst>
                <a:ext uri="{FF2B5EF4-FFF2-40B4-BE49-F238E27FC236}">
                  <a16:creationId xmlns:a16="http://schemas.microsoft.com/office/drawing/2014/main" id="{AD48A599-A45D-8D69-AEA6-662642AD9D93}"/>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27" name="Freeform 321">
              <a:extLst>
                <a:ext uri="{FF2B5EF4-FFF2-40B4-BE49-F238E27FC236}">
                  <a16:creationId xmlns:a16="http://schemas.microsoft.com/office/drawing/2014/main" id="{D65A51CC-4C31-51CB-14AC-6B1601AB8ADE}"/>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3" name="Date Placeholder 2">
            <a:extLst>
              <a:ext uri="{FF2B5EF4-FFF2-40B4-BE49-F238E27FC236}">
                <a16:creationId xmlns:a16="http://schemas.microsoft.com/office/drawing/2014/main" id="{D5AE9DA6-521B-F449-72BF-F6B58357D1E2}"/>
              </a:ext>
            </a:extLst>
          </p:cNvPr>
          <p:cNvSpPr>
            <a:spLocks noGrp="1"/>
          </p:cNvSpPr>
          <p:nvPr>
            <p:ph type="dt" sz="half" idx="2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B8E5A5A4-4ABB-75D4-0347-730FFE4FE623}"/>
              </a:ext>
            </a:extLst>
          </p:cNvPr>
          <p:cNvSpPr>
            <a:spLocks noGrp="1"/>
          </p:cNvSpPr>
          <p:nvPr>
            <p:ph type="ftr" sz="quarter" idx="26"/>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1D8486EB-33DC-2A07-4FA3-E55575E4F077}"/>
              </a:ext>
            </a:extLst>
          </p:cNvPr>
          <p:cNvSpPr>
            <a:spLocks noGrp="1"/>
          </p:cNvSpPr>
          <p:nvPr>
            <p:ph type="sldNum" sz="quarter" idx="27"/>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73D4D2DE-857C-432B-542C-776B73D12295}"/>
              </a:ext>
            </a:extLst>
          </p:cNvPr>
          <p:cNvSpPr>
            <a:spLocks noGrp="1"/>
          </p:cNvSpPr>
          <p:nvPr>
            <p:ph type="body" sz="quarter" idx="22" hasCustomPrompt="1"/>
          </p:nvPr>
        </p:nvSpPr>
        <p:spPr>
          <a:xfrm>
            <a:off x="550200" y="1634286"/>
            <a:ext cx="895419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Title 4">
            <a:extLst>
              <a:ext uri="{FF2B5EF4-FFF2-40B4-BE49-F238E27FC236}">
                <a16:creationId xmlns:a16="http://schemas.microsoft.com/office/drawing/2014/main" id="{D58330D2-B44D-B4BF-A2E5-010DDD74BFE7}"/>
              </a:ext>
            </a:extLst>
          </p:cNvPr>
          <p:cNvSpPr>
            <a:spLocks noGrp="1"/>
          </p:cNvSpPr>
          <p:nvPr>
            <p:ph type="title"/>
          </p:nvPr>
        </p:nvSpPr>
        <p:spPr>
          <a:xfrm>
            <a:off x="551384" y="549274"/>
            <a:ext cx="8954190"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BD895A44-21D8-7652-F6B3-A65F96845F49}"/>
              </a:ext>
            </a:extLst>
          </p:cNvPr>
          <p:cNvSpPr>
            <a:spLocks noGrp="1"/>
          </p:cNvSpPr>
          <p:nvPr>
            <p:ph sz="quarter" idx="31"/>
          </p:nvPr>
        </p:nvSpPr>
        <p:spPr>
          <a:xfrm>
            <a:off x="551384" y="2132856"/>
            <a:ext cx="8954190"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0">
            <a:extLst>
              <a:ext uri="{FF2B5EF4-FFF2-40B4-BE49-F238E27FC236}">
                <a16:creationId xmlns:a16="http://schemas.microsoft.com/office/drawing/2014/main" id="{B7B3AFE6-55A3-42D9-6DD3-DA26A44341E4}"/>
              </a:ext>
            </a:extLst>
          </p:cNvPr>
          <p:cNvSpPr>
            <a:spLocks noGrp="1"/>
          </p:cNvSpPr>
          <p:nvPr>
            <p:ph sz="quarter" idx="28"/>
          </p:nvPr>
        </p:nvSpPr>
        <p:spPr>
          <a:xfrm>
            <a:off x="10056440" y="2132856"/>
            <a:ext cx="1584698" cy="4207618"/>
          </a:xfrm>
        </p:spPr>
        <p:txBody>
          <a:bodyPr/>
          <a:lstStyle>
            <a:lvl1pPr>
              <a:defRPr>
                <a:solidFill>
                  <a:schemeClr val="bg1"/>
                </a:solidFill>
              </a:defRPr>
            </a:lvl1pPr>
            <a:lvl2pPr>
              <a:buClr>
                <a:schemeClr val="bg2"/>
              </a:buClr>
              <a:defRPr>
                <a:solidFill>
                  <a:schemeClr val="bg1"/>
                </a:solidFill>
              </a:defRPr>
            </a:lvl2pPr>
            <a:lvl3pPr>
              <a:buClr>
                <a:schemeClr val="bg2"/>
              </a:buClr>
              <a:defRPr>
                <a:solidFill>
                  <a:schemeClr val="bg1"/>
                </a:solidFill>
              </a:defRPr>
            </a:lvl3pPr>
            <a:lvl4pPr>
              <a:defRPr>
                <a:solidFill>
                  <a:schemeClr val="bg1"/>
                </a:solidFill>
              </a:defRPr>
            </a:lvl4pPr>
            <a:lvl5pPr>
              <a:buClr>
                <a:schemeClr val="bg2"/>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hapter Placeholder 2">
            <a:extLst>
              <a:ext uri="{FF2B5EF4-FFF2-40B4-BE49-F238E27FC236}">
                <a16:creationId xmlns:a16="http://schemas.microsoft.com/office/drawing/2014/main" id="{32B7BC2A-9784-4487-0ABA-5451BC0797E4}"/>
              </a:ext>
            </a:extLst>
          </p:cNvPr>
          <p:cNvSpPr>
            <a:spLocks noGrp="1"/>
          </p:cNvSpPr>
          <p:nvPr>
            <p:ph type="body" sz="quarter" idx="13" hasCustomPrompt="1"/>
          </p:nvPr>
        </p:nvSpPr>
        <p:spPr>
          <a:xfrm>
            <a:off x="550862" y="266219"/>
            <a:ext cx="8953029"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
        <p:nvSpPr>
          <p:cNvPr id="16" name="Text Placeholder 10">
            <a:extLst>
              <a:ext uri="{FF2B5EF4-FFF2-40B4-BE49-F238E27FC236}">
                <a16:creationId xmlns:a16="http://schemas.microsoft.com/office/drawing/2014/main" id="{5A4921A4-14DE-EAC1-42A7-044F67135397}"/>
              </a:ext>
            </a:extLst>
          </p:cNvPr>
          <p:cNvSpPr>
            <a:spLocks noGrp="1"/>
          </p:cNvSpPr>
          <p:nvPr>
            <p:ph type="body" sz="quarter" idx="32"/>
          </p:nvPr>
        </p:nvSpPr>
        <p:spPr>
          <a:xfrm>
            <a:off x="10056439" y="1635328"/>
            <a:ext cx="1584699" cy="307777"/>
          </a:xfrm>
          <a:prstGeom prst="rect">
            <a:avLst/>
          </a:prstGeom>
        </p:spPr>
        <p:txBody>
          <a:bodyPr vert="horz" wrap="square" lIns="0" tIns="0" rIns="0" bIns="0" rtlCol="0">
            <a:spAutoFit/>
          </a:bodyPr>
          <a:lstStyle>
            <a:lvl1pPr>
              <a:defRPr lang="en-US" sz="2000" b="1" smtClean="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021023473"/>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7" name="Content Placeholder 17">
            <a:extLst>
              <a:ext uri="{FF2B5EF4-FFF2-40B4-BE49-F238E27FC236}">
                <a16:creationId xmlns:a16="http://schemas.microsoft.com/office/drawing/2014/main" id="{9419F9B9-A3F9-F338-CA95-2522ADFD9276}"/>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itle 7">
            <a:extLst>
              <a:ext uri="{FF2B5EF4-FFF2-40B4-BE49-F238E27FC236}">
                <a16:creationId xmlns:a16="http://schemas.microsoft.com/office/drawing/2014/main" id="{0AB69793-A772-75BC-7546-86D4C99DA295}"/>
              </a:ext>
            </a:extLst>
          </p:cNvPr>
          <p:cNvSpPr>
            <a:spLocks noGrp="1"/>
          </p:cNvSpPr>
          <p:nvPr>
            <p:ph type="title"/>
          </p:nvPr>
        </p:nvSpPr>
        <p:spPr/>
        <p:txBody>
          <a:bodyPr/>
          <a:lstStyle/>
          <a:p>
            <a:r>
              <a:rPr lang="en-US"/>
              <a:t>Click to edit Master title style</a:t>
            </a:r>
          </a:p>
        </p:txBody>
      </p:sp>
      <p:sp>
        <p:nvSpPr>
          <p:cNvPr id="5" name="Text Placeholder 9">
            <a:extLst>
              <a:ext uri="{FF2B5EF4-FFF2-40B4-BE49-F238E27FC236}">
                <a16:creationId xmlns:a16="http://schemas.microsoft.com/office/drawing/2014/main" id="{3CDC2611-10F8-E402-48FE-760013A0A338}"/>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Tree>
    <p:extLst>
      <p:ext uri="{BB962C8B-B14F-4D97-AF65-F5344CB8AC3E}">
        <p14:creationId xmlns:p14="http://schemas.microsoft.com/office/powerpoint/2010/main" val="2437798244"/>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Content 7 Chapterbox">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885B9FD2-6048-2D15-B439-6975CB885DBE}"/>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043C87BC-20D2-3A31-20C8-5F67B34C654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6" name="Slide Number Placeholder 5">
            <a:extLst>
              <a:ext uri="{FF2B5EF4-FFF2-40B4-BE49-F238E27FC236}">
                <a16:creationId xmlns:a16="http://schemas.microsoft.com/office/drawing/2014/main" id="{0288BCF5-D034-A931-945B-6AA231F982A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5" name="Content Placeholder 17">
            <a:extLst>
              <a:ext uri="{FF2B5EF4-FFF2-40B4-BE49-F238E27FC236}">
                <a16:creationId xmlns:a16="http://schemas.microsoft.com/office/drawing/2014/main" id="{2A1A29B9-2771-6C2E-7B5A-537C6A3853DB}"/>
              </a:ext>
            </a:extLst>
          </p:cNvPr>
          <p:cNvSpPr>
            <a:spLocks noGrp="1"/>
          </p:cNvSpPr>
          <p:nvPr>
            <p:ph sz="quarter" idx="23"/>
          </p:nvPr>
        </p:nvSpPr>
        <p:spPr>
          <a:xfrm>
            <a:off x="6646863" y="1772816"/>
            <a:ext cx="4993753" cy="4535909"/>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
        <p:nvSpPr>
          <p:cNvPr id="10" name="Title 7">
            <a:extLst>
              <a:ext uri="{FF2B5EF4-FFF2-40B4-BE49-F238E27FC236}">
                <a16:creationId xmlns:a16="http://schemas.microsoft.com/office/drawing/2014/main" id="{52EA2223-D8E1-77DA-D101-DFCD3DC98210}"/>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1" name="Text Placeholder 9">
            <a:extLst>
              <a:ext uri="{FF2B5EF4-FFF2-40B4-BE49-F238E27FC236}">
                <a16:creationId xmlns:a16="http://schemas.microsoft.com/office/drawing/2014/main" id="{BC80BDE3-7543-F16D-453F-B5134E4E1B35}"/>
              </a:ext>
            </a:extLst>
          </p:cNvPr>
          <p:cNvSpPr>
            <a:spLocks noGrp="1"/>
          </p:cNvSpPr>
          <p:nvPr>
            <p:ph type="body" sz="quarter" idx="22" hasCustomPrompt="1"/>
          </p:nvPr>
        </p:nvSpPr>
        <p:spPr>
          <a:xfrm>
            <a:off x="550200" y="1634286"/>
            <a:ext cx="5545800"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2" name="Chapter Placeholder 2">
            <a:extLst>
              <a:ext uri="{FF2B5EF4-FFF2-40B4-BE49-F238E27FC236}">
                <a16:creationId xmlns:a16="http://schemas.microsoft.com/office/drawing/2014/main" id="{0AA21B56-8077-BFD8-789F-17BFDAAE3DB4}"/>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135699940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ontent 3 Boxes">
    <p:spTree>
      <p:nvGrpSpPr>
        <p:cNvPr id="1" name=""/>
        <p:cNvGrpSpPr/>
        <p:nvPr/>
      </p:nvGrpSpPr>
      <p:grpSpPr>
        <a:xfrm>
          <a:off x="0" y="0"/>
          <a:ext cx="0" cy="0"/>
          <a:chOff x="0" y="0"/>
          <a:chExt cx="0" cy="0"/>
        </a:xfrm>
      </p:grpSpPr>
      <p:sp>
        <p:nvSpPr>
          <p:cNvPr id="16" name="Text Placeholder 9">
            <a:extLst>
              <a:ext uri="{FF2B5EF4-FFF2-40B4-BE49-F238E27FC236}">
                <a16:creationId xmlns:a16="http://schemas.microsoft.com/office/drawing/2014/main" id="{4075E3DD-DFAB-FD26-4572-504E4FADE53C}"/>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7" name="Text Placeholder 9">
            <a:extLst>
              <a:ext uri="{FF2B5EF4-FFF2-40B4-BE49-F238E27FC236}">
                <a16:creationId xmlns:a16="http://schemas.microsoft.com/office/drawing/2014/main" id="{8E9CAB7D-9C7B-E2E2-9B30-A81C31152C20}"/>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3" name="Text Placeholder 9">
            <a:extLst>
              <a:ext uri="{FF2B5EF4-FFF2-40B4-BE49-F238E27FC236}">
                <a16:creationId xmlns:a16="http://schemas.microsoft.com/office/drawing/2014/main" id="{D6B28239-8A4A-2BC4-1B13-1201AC1B835B}"/>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24" name="Content Placeholder 2">
            <a:extLst>
              <a:ext uri="{FF2B5EF4-FFF2-40B4-BE49-F238E27FC236}">
                <a16:creationId xmlns:a16="http://schemas.microsoft.com/office/drawing/2014/main" id="{0228FE89-58D3-520A-49C5-58E95AF8757A}"/>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5" name="Content Placeholder 2">
            <a:extLst>
              <a:ext uri="{FF2B5EF4-FFF2-40B4-BE49-F238E27FC236}">
                <a16:creationId xmlns:a16="http://schemas.microsoft.com/office/drawing/2014/main" id="{CBF39E6D-DB1F-781A-6BDD-7C107DD91974}"/>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6" name="Content Placeholder 2">
            <a:extLst>
              <a:ext uri="{FF2B5EF4-FFF2-40B4-BE49-F238E27FC236}">
                <a16:creationId xmlns:a16="http://schemas.microsoft.com/office/drawing/2014/main" id="{1CB95990-A777-8921-215A-C8A73F186031}"/>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itle 4">
            <a:extLst>
              <a:ext uri="{FF2B5EF4-FFF2-40B4-BE49-F238E27FC236}">
                <a16:creationId xmlns:a16="http://schemas.microsoft.com/office/drawing/2014/main" id="{7D17B910-3BBD-74AE-2117-34ABBECEE37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922041036"/>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ontent 3 Boxes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75832D-4FE3-EA04-12B9-E1273FD483F9}"/>
              </a:ext>
            </a:extLst>
          </p:cNvPr>
          <p:cNvSpPr>
            <a:spLocks noGrp="1"/>
          </p:cNvSpPr>
          <p:nvPr>
            <p:ph type="dt" sz="half" idx="4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5B94528A-812C-C7DE-A787-ABF5508E4B6F}"/>
              </a:ext>
            </a:extLst>
          </p:cNvPr>
          <p:cNvSpPr>
            <a:spLocks noGrp="1"/>
          </p:cNvSpPr>
          <p:nvPr>
            <p:ph type="ftr" sz="quarter" idx="46"/>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29042902-22AE-CB28-435A-B90F5D3E43B3}"/>
              </a:ext>
            </a:extLst>
          </p:cNvPr>
          <p:cNvSpPr>
            <a:spLocks noGrp="1"/>
          </p:cNvSpPr>
          <p:nvPr>
            <p:ph type="sldNum" sz="quarter" idx="47"/>
          </p:nvPr>
        </p:nvSpPr>
        <p:spPr/>
        <p:txBody>
          <a:bodyPr/>
          <a:lstStyle/>
          <a:p>
            <a:pPr algn="r"/>
            <a:fld id="{5D9A5160-6218-4E5A-B9E6-B93E3DAE377C}" type="slidenum">
              <a:rPr lang="en-US" smtClean="0"/>
              <a:pPr algn="r"/>
              <a:t>‹#›</a:t>
            </a:fld>
            <a:endParaRPr lang="en-US"/>
          </a:p>
        </p:txBody>
      </p:sp>
      <p:sp>
        <p:nvSpPr>
          <p:cNvPr id="5" name="Text Placeholder 9">
            <a:extLst>
              <a:ext uri="{FF2B5EF4-FFF2-40B4-BE49-F238E27FC236}">
                <a16:creationId xmlns:a16="http://schemas.microsoft.com/office/drawing/2014/main" id="{C00665E5-BDA3-E8BD-B7E9-82C2A9449AC5}"/>
              </a:ext>
            </a:extLst>
          </p:cNvPr>
          <p:cNvSpPr>
            <a:spLocks noGrp="1"/>
          </p:cNvSpPr>
          <p:nvPr>
            <p:ph type="body" sz="quarter" idx="22"/>
          </p:nvPr>
        </p:nvSpPr>
        <p:spPr>
          <a:xfrm>
            <a:off x="550863"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Text Placeholder 9">
            <a:extLst>
              <a:ext uri="{FF2B5EF4-FFF2-40B4-BE49-F238E27FC236}">
                <a16:creationId xmlns:a16="http://schemas.microsoft.com/office/drawing/2014/main" id="{5DCD0BDB-5B44-5F28-AE7C-A6DDA74FA4C6}"/>
              </a:ext>
            </a:extLst>
          </p:cNvPr>
          <p:cNvSpPr>
            <a:spLocks noGrp="1"/>
          </p:cNvSpPr>
          <p:nvPr>
            <p:ph type="body" sz="quarter" idx="35"/>
          </p:nvPr>
        </p:nvSpPr>
        <p:spPr>
          <a:xfrm>
            <a:off x="4324134" y="1628800"/>
            <a:ext cx="3546000"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9" name="Text Placeholder 9">
            <a:extLst>
              <a:ext uri="{FF2B5EF4-FFF2-40B4-BE49-F238E27FC236}">
                <a16:creationId xmlns:a16="http://schemas.microsoft.com/office/drawing/2014/main" id="{E5A9C862-F068-5FA8-B790-33B9E92B9717}"/>
              </a:ext>
            </a:extLst>
          </p:cNvPr>
          <p:cNvSpPr>
            <a:spLocks noGrp="1"/>
          </p:cNvSpPr>
          <p:nvPr>
            <p:ph type="body" sz="quarter" idx="36"/>
          </p:nvPr>
        </p:nvSpPr>
        <p:spPr>
          <a:xfrm>
            <a:off x="8097719" y="1628800"/>
            <a:ext cx="3509377" cy="615553"/>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0" name="Content Placeholder 2">
            <a:extLst>
              <a:ext uri="{FF2B5EF4-FFF2-40B4-BE49-F238E27FC236}">
                <a16:creationId xmlns:a16="http://schemas.microsoft.com/office/drawing/2014/main" id="{03D01268-B758-D427-140C-0987162EAFE5}"/>
              </a:ext>
            </a:extLst>
          </p:cNvPr>
          <p:cNvSpPr>
            <a:spLocks noGrp="1"/>
          </p:cNvSpPr>
          <p:nvPr>
            <p:ph sz="quarter" idx="37"/>
          </p:nvPr>
        </p:nvSpPr>
        <p:spPr>
          <a:xfrm>
            <a:off x="550864"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1" name="Content Placeholder 2">
            <a:extLst>
              <a:ext uri="{FF2B5EF4-FFF2-40B4-BE49-F238E27FC236}">
                <a16:creationId xmlns:a16="http://schemas.microsoft.com/office/drawing/2014/main" id="{4EAE12CE-6A8B-E8C1-80C3-2C87D81A22C3}"/>
              </a:ext>
            </a:extLst>
          </p:cNvPr>
          <p:cNvSpPr>
            <a:spLocks noGrp="1"/>
          </p:cNvSpPr>
          <p:nvPr>
            <p:ph sz="quarter" idx="43"/>
          </p:nvPr>
        </p:nvSpPr>
        <p:spPr>
          <a:xfrm>
            <a:off x="4322749"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2" name="Content Placeholder 2">
            <a:extLst>
              <a:ext uri="{FF2B5EF4-FFF2-40B4-BE49-F238E27FC236}">
                <a16:creationId xmlns:a16="http://schemas.microsoft.com/office/drawing/2014/main" id="{A1EE52F1-A13F-231A-A204-62146E8BB729}"/>
              </a:ext>
            </a:extLst>
          </p:cNvPr>
          <p:cNvSpPr>
            <a:spLocks noGrp="1"/>
          </p:cNvSpPr>
          <p:nvPr>
            <p:ph sz="quarter" idx="44"/>
          </p:nvPr>
        </p:nvSpPr>
        <p:spPr>
          <a:xfrm>
            <a:off x="8062162" y="2471738"/>
            <a:ext cx="3544934" cy="38623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itle 4">
            <a:extLst>
              <a:ext uri="{FF2B5EF4-FFF2-40B4-BE49-F238E27FC236}">
                <a16:creationId xmlns:a16="http://schemas.microsoft.com/office/drawing/2014/main" id="{A6EAC310-8D5D-2E10-9194-8635143AE73C}"/>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4" name="Chapter Placeholder 2">
            <a:extLst>
              <a:ext uri="{FF2B5EF4-FFF2-40B4-BE49-F238E27FC236}">
                <a16:creationId xmlns:a16="http://schemas.microsoft.com/office/drawing/2014/main" id="{0198E6F0-06BA-7AF7-87A6-64D7D7D3B402}"/>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83216616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5" name="Text Placeholder 9">
            <a:extLst>
              <a:ext uri="{FF2B5EF4-FFF2-40B4-BE49-F238E27FC236}">
                <a16:creationId xmlns:a16="http://schemas.microsoft.com/office/drawing/2014/main" id="{A0B15415-1D8C-B1CF-007F-AF25F5E8B5E0}"/>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8" name="Content Placeholder 17">
            <a:extLst>
              <a:ext uri="{FF2B5EF4-FFF2-40B4-BE49-F238E27FC236}">
                <a16:creationId xmlns:a16="http://schemas.microsoft.com/office/drawing/2014/main" id="{88A06028-7957-3D06-79FE-33A3DA8C8299}"/>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0" name="Text Placeholder 9">
            <a:extLst>
              <a:ext uri="{FF2B5EF4-FFF2-40B4-BE49-F238E27FC236}">
                <a16:creationId xmlns:a16="http://schemas.microsoft.com/office/drawing/2014/main" id="{DCC3AC80-AAB0-BD9C-DCE4-4B771F2625EE}"/>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1" name="Content Placeholder 17">
            <a:extLst>
              <a:ext uri="{FF2B5EF4-FFF2-40B4-BE49-F238E27FC236}">
                <a16:creationId xmlns:a16="http://schemas.microsoft.com/office/drawing/2014/main" id="{163C3FEF-254F-65E1-67F0-E654CC319296}"/>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6" name="Title 5">
            <a:extLst>
              <a:ext uri="{FF2B5EF4-FFF2-40B4-BE49-F238E27FC236}">
                <a16:creationId xmlns:a16="http://schemas.microsoft.com/office/drawing/2014/main" id="{29DB7F80-D4E2-48A2-55A8-57B6588B83A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974674865"/>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omparison Chapterbox">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19822C-D354-F2FB-1C56-D296F7B12974}"/>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3" name="Footer Placeholder 2">
            <a:extLst>
              <a:ext uri="{FF2B5EF4-FFF2-40B4-BE49-F238E27FC236}">
                <a16:creationId xmlns:a16="http://schemas.microsoft.com/office/drawing/2014/main" id="{79AA8835-108D-EC01-28A9-036F9DC1ED2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4" name="Slide Number Placeholder 3">
            <a:extLst>
              <a:ext uri="{FF2B5EF4-FFF2-40B4-BE49-F238E27FC236}">
                <a16:creationId xmlns:a16="http://schemas.microsoft.com/office/drawing/2014/main" id="{97F09F6A-36AF-74AE-86F3-4627D658998C}"/>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7" name="Text Placeholder 9">
            <a:extLst>
              <a:ext uri="{FF2B5EF4-FFF2-40B4-BE49-F238E27FC236}">
                <a16:creationId xmlns:a16="http://schemas.microsoft.com/office/drawing/2014/main" id="{A9858FC9-E31E-22A5-20E6-DF65368E51BD}"/>
              </a:ext>
            </a:extLst>
          </p:cNvPr>
          <p:cNvSpPr>
            <a:spLocks noGrp="1"/>
          </p:cNvSpPr>
          <p:nvPr>
            <p:ph type="body" sz="quarter" idx="22"/>
          </p:nvPr>
        </p:nvSpPr>
        <p:spPr>
          <a:xfrm>
            <a:off x="550864"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2" name="Content Placeholder 17">
            <a:extLst>
              <a:ext uri="{FF2B5EF4-FFF2-40B4-BE49-F238E27FC236}">
                <a16:creationId xmlns:a16="http://schemas.microsoft.com/office/drawing/2014/main" id="{CCA19B0D-8B57-D85C-1011-1CAC62D2F0F3}"/>
              </a:ext>
            </a:extLst>
          </p:cNvPr>
          <p:cNvSpPr>
            <a:spLocks noGrp="1"/>
          </p:cNvSpPr>
          <p:nvPr>
            <p:ph sz="quarter" idx="23"/>
          </p:nvPr>
        </p:nvSpPr>
        <p:spPr>
          <a:xfrm>
            <a:off x="550862"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3" name="Text Placeholder 9">
            <a:extLst>
              <a:ext uri="{FF2B5EF4-FFF2-40B4-BE49-F238E27FC236}">
                <a16:creationId xmlns:a16="http://schemas.microsoft.com/office/drawing/2014/main" id="{CF6F8FCA-8DFE-AD50-412B-AE814DC29656}"/>
              </a:ext>
            </a:extLst>
          </p:cNvPr>
          <p:cNvSpPr>
            <a:spLocks noGrp="1"/>
          </p:cNvSpPr>
          <p:nvPr>
            <p:ph type="body" sz="quarter" idx="24"/>
          </p:nvPr>
        </p:nvSpPr>
        <p:spPr>
          <a:xfrm>
            <a:off x="6310478" y="1628800"/>
            <a:ext cx="5330138" cy="307777"/>
          </a:xfrm>
          <a:prstGeom prst="rect">
            <a:avLst/>
          </a:prstGeom>
        </p:spPr>
        <p:txBody>
          <a:bodyPr wrap="square">
            <a:spAutoFit/>
          </a:bodyPr>
          <a:lstStyle>
            <a:lvl1pPr>
              <a:defRPr sz="2000" b="1">
                <a:solidFill>
                  <a:schemeClr val="tx2"/>
                </a:solidFill>
                <a:latin typeface="+mn-lt"/>
              </a:defRPr>
            </a:lvl1pPr>
          </a:lstStyle>
          <a:p>
            <a:pPr lvl="0"/>
            <a:r>
              <a:rPr lang="en-US"/>
              <a:t>Click to edit Master text styles</a:t>
            </a:r>
          </a:p>
        </p:txBody>
      </p:sp>
      <p:sp>
        <p:nvSpPr>
          <p:cNvPr id="14" name="Content Placeholder 17">
            <a:extLst>
              <a:ext uri="{FF2B5EF4-FFF2-40B4-BE49-F238E27FC236}">
                <a16:creationId xmlns:a16="http://schemas.microsoft.com/office/drawing/2014/main" id="{343A3AFA-D7DE-39DF-996B-43D9E51B8BE2}"/>
              </a:ext>
            </a:extLst>
          </p:cNvPr>
          <p:cNvSpPr>
            <a:spLocks noGrp="1"/>
          </p:cNvSpPr>
          <p:nvPr>
            <p:ph sz="quarter" idx="25"/>
          </p:nvPr>
        </p:nvSpPr>
        <p:spPr>
          <a:xfrm>
            <a:off x="6310476" y="2492896"/>
            <a:ext cx="5330138" cy="385075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15" name="Title 5">
            <a:extLst>
              <a:ext uri="{FF2B5EF4-FFF2-40B4-BE49-F238E27FC236}">
                <a16:creationId xmlns:a16="http://schemas.microsoft.com/office/drawing/2014/main" id="{D9482294-3454-D856-0C2D-E66155DFBC45}"/>
              </a:ext>
            </a:extLst>
          </p:cNvPr>
          <p:cNvSpPr>
            <a:spLocks noGrp="1"/>
          </p:cNvSpPr>
          <p:nvPr>
            <p:ph type="title"/>
          </p:nvPr>
        </p:nvSpPr>
        <p:spPr>
          <a:xfrm>
            <a:off x="551384" y="549274"/>
            <a:ext cx="11090938" cy="930372"/>
          </a:xfrm>
        </p:spPr>
        <p:txBody>
          <a:bodyPr/>
          <a:lstStyle/>
          <a:p>
            <a:r>
              <a:rPr lang="en-US"/>
              <a:t>Click to edit Master title style</a:t>
            </a:r>
          </a:p>
        </p:txBody>
      </p:sp>
      <p:sp>
        <p:nvSpPr>
          <p:cNvPr id="16" name="Chapter Placeholder 2">
            <a:extLst>
              <a:ext uri="{FF2B5EF4-FFF2-40B4-BE49-F238E27FC236}">
                <a16:creationId xmlns:a16="http://schemas.microsoft.com/office/drawing/2014/main" id="{517FBB4B-5A68-7765-35D5-7BEE297C6AAB}"/>
              </a:ext>
            </a:extLst>
          </p:cNvPr>
          <p:cNvSpPr>
            <a:spLocks noGrp="1"/>
          </p:cNvSpPr>
          <p:nvPr>
            <p:ph type="body" sz="quarter" idx="13" hasCustomPrompt="1"/>
          </p:nvPr>
        </p:nvSpPr>
        <p:spPr>
          <a:xfrm>
            <a:off x="550863" y="266218"/>
            <a:ext cx="11089753" cy="161001"/>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82449176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AE6646BC-32F6-9AC6-5DA3-6CA08C229501}"/>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16" name="Text Placeholder 9">
            <a:extLst>
              <a:ext uri="{FF2B5EF4-FFF2-40B4-BE49-F238E27FC236}">
                <a16:creationId xmlns:a16="http://schemas.microsoft.com/office/drawing/2014/main" id="{935FD019-48D6-983C-6B94-E0976FB8783C}"/>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17" name="Title 4">
            <a:extLst>
              <a:ext uri="{FF2B5EF4-FFF2-40B4-BE49-F238E27FC236}">
                <a16:creationId xmlns:a16="http://schemas.microsoft.com/office/drawing/2014/main" id="{FC4953BF-CA63-7307-BB05-264598E5B859}"/>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8" name="Content Placeholder 5">
            <a:extLst>
              <a:ext uri="{FF2B5EF4-FFF2-40B4-BE49-F238E27FC236}">
                <a16:creationId xmlns:a16="http://schemas.microsoft.com/office/drawing/2014/main" id="{AEC7E24F-95DB-9C78-60A3-E8139D06C8F3}"/>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08839321"/>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Photo 1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6C4F5EE7-6CA6-23D5-2788-911B0B2A43B3}"/>
              </a:ext>
            </a:extLst>
          </p:cNvPr>
          <p:cNvSpPr>
            <a:spLocks noGrp="1"/>
          </p:cNvSpPr>
          <p:nvPr>
            <p:ph type="pic" sz="quarter" idx="10" hasCustomPrompt="1"/>
          </p:nvPr>
        </p:nvSpPr>
        <p:spPr>
          <a:xfrm>
            <a:off x="7943743" y="1"/>
            <a:ext cx="4248257"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46783FFD-9F48-C402-1C8B-428607819FB0}"/>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6AD5ECD-D6D3-FD2C-E095-2E1A79FDA02A}"/>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3781C8A-9DD0-4577-58C6-4DB8551B5B02}"/>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3BF0ED60-C129-C9C6-4501-946318C0FF02}"/>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7" name="Text Placeholder 9">
            <a:extLst>
              <a:ext uri="{FF2B5EF4-FFF2-40B4-BE49-F238E27FC236}">
                <a16:creationId xmlns:a16="http://schemas.microsoft.com/office/drawing/2014/main" id="{B273940D-E1AD-EA8E-78DF-498922FA8A2F}"/>
              </a:ext>
            </a:extLst>
          </p:cNvPr>
          <p:cNvSpPr>
            <a:spLocks noGrp="1"/>
          </p:cNvSpPr>
          <p:nvPr>
            <p:ph type="body" sz="quarter" idx="22" hasCustomPrompt="1"/>
          </p:nvPr>
        </p:nvSpPr>
        <p:spPr>
          <a:xfrm>
            <a:off x="550200"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F3029A13-E493-A8ED-E3D0-507AF2339260}"/>
              </a:ext>
            </a:extLst>
          </p:cNvPr>
          <p:cNvSpPr>
            <a:spLocks noGrp="1"/>
          </p:cNvSpPr>
          <p:nvPr>
            <p:ph type="title"/>
          </p:nvPr>
        </p:nvSpPr>
        <p:spPr>
          <a:xfrm>
            <a:off x="551384"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633CAED3-6535-92CF-7EA8-42F3243AE7D0}"/>
              </a:ext>
            </a:extLst>
          </p:cNvPr>
          <p:cNvSpPr>
            <a:spLocks noGrp="1"/>
          </p:cNvSpPr>
          <p:nvPr>
            <p:ph sz="quarter" idx="31"/>
          </p:nvPr>
        </p:nvSpPr>
        <p:spPr>
          <a:xfrm>
            <a:off x="551384"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937EC11D-9FEA-3207-FBA5-942D0A99E49C}"/>
              </a:ext>
            </a:extLst>
          </p:cNvPr>
          <p:cNvSpPr>
            <a:spLocks noGrp="1"/>
          </p:cNvSpPr>
          <p:nvPr>
            <p:ph type="body" sz="quarter" idx="13" hasCustomPrompt="1"/>
          </p:nvPr>
        </p:nvSpPr>
        <p:spPr>
          <a:xfrm>
            <a:off x="550863"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4267083240"/>
      </p:ext>
    </p:extLst>
  </p:cSld>
  <p:clrMapOvr>
    <a:masterClrMapping/>
  </p:clrMapOvr>
  <p:extLst>
    <p:ext uri="{DCECCB84-F9BA-43D5-87BE-67443E8EF086}">
      <p15:sldGuideLst xmlns:p15="http://schemas.microsoft.com/office/powerpoint/2012/main">
        <p15:guide id="1" pos="5110">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4" name="Text Placeholder 9">
            <a:extLst>
              <a:ext uri="{FF2B5EF4-FFF2-40B4-BE49-F238E27FC236}">
                <a16:creationId xmlns:a16="http://schemas.microsoft.com/office/drawing/2014/main" id="{E82105FD-7542-270F-7352-05CF2F1A1301}"/>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8" name="Title 4">
            <a:extLst>
              <a:ext uri="{FF2B5EF4-FFF2-40B4-BE49-F238E27FC236}">
                <a16:creationId xmlns:a16="http://schemas.microsoft.com/office/drawing/2014/main" id="{7E0ED469-AF66-6808-9971-F90514B01F21}"/>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8214CFC2-24F6-6CA0-147F-B56E32136118}"/>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Logo Placeholder 7">
            <a:extLst>
              <a:ext uri="{FF2B5EF4-FFF2-40B4-BE49-F238E27FC236}">
                <a16:creationId xmlns:a16="http://schemas.microsoft.com/office/drawing/2014/main" id="{2C0724B7-40BF-BDCC-6CC1-FE3B5F77D155}"/>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2889799128"/>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Photo 2 Chapterbox">
    <p:spTree>
      <p:nvGrpSpPr>
        <p:cNvPr id="1" name=""/>
        <p:cNvGrpSpPr/>
        <p:nvPr/>
      </p:nvGrpSpPr>
      <p:grpSpPr>
        <a:xfrm>
          <a:off x="0" y="0"/>
          <a:ext cx="0" cy="0"/>
          <a:chOff x="0" y="0"/>
          <a:chExt cx="0" cy="0"/>
        </a:xfrm>
      </p:grpSpPr>
      <p:sp>
        <p:nvSpPr>
          <p:cNvPr id="2" name="Picture Placeholder 18">
            <a:extLst>
              <a:ext uri="{FF2B5EF4-FFF2-40B4-BE49-F238E27FC236}">
                <a16:creationId xmlns:a16="http://schemas.microsoft.com/office/drawing/2014/main" id="{97BD40BB-A2F0-F646-3CC2-596CC4195838}"/>
              </a:ext>
            </a:extLst>
          </p:cNvPr>
          <p:cNvSpPr>
            <a:spLocks noGrp="1"/>
          </p:cNvSpPr>
          <p:nvPr>
            <p:ph type="pic" sz="quarter" idx="18" hasCustomPrompt="1"/>
          </p:nvPr>
        </p:nvSpPr>
        <p:spPr>
          <a:xfrm>
            <a:off x="6095937" y="1"/>
            <a:ext cx="6096064" cy="6858000"/>
          </a:xfrm>
          <a:custGeom>
            <a:avLst/>
            <a:gdLst>
              <a:gd name="connsiteX0" fmla="*/ 0 w 6888162"/>
              <a:gd name="connsiteY0" fmla="*/ 0 h 6858000"/>
              <a:gd name="connsiteX1" fmla="*/ 6888162 w 6888162"/>
              <a:gd name="connsiteY1" fmla="*/ 0 h 6858000"/>
              <a:gd name="connsiteX2" fmla="*/ 6888162 w 6888162"/>
              <a:gd name="connsiteY2" fmla="*/ 6858000 h 6858000"/>
              <a:gd name="connsiteX3" fmla="*/ 0 w 688816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6888162" h="6858000">
                <a:moveTo>
                  <a:pt x="0" y="0"/>
                </a:moveTo>
                <a:lnTo>
                  <a:pt x="6888162" y="0"/>
                </a:lnTo>
                <a:lnTo>
                  <a:pt x="6888162" y="6858000"/>
                </a:lnTo>
                <a:lnTo>
                  <a:pt x="0" y="6858000"/>
                </a:lnTo>
                <a:close/>
              </a:path>
            </a:pathLst>
          </a:custGeom>
          <a:solidFill>
            <a:schemeClr val="bg1">
              <a:lumMod val="95000"/>
            </a:schemeClr>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10" name="Date Placeholder 9">
            <a:extLst>
              <a:ext uri="{FF2B5EF4-FFF2-40B4-BE49-F238E27FC236}">
                <a16:creationId xmlns:a16="http://schemas.microsoft.com/office/drawing/2014/main" id="{6132EE43-B817-E2F8-9E7F-509C8F5C333F}"/>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9D40FDFE-5D39-1793-49A7-C223A0B5A728}"/>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3F18AC0-D398-EFCE-8D4E-EBBC42BA70A1}"/>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7" name="Logo Placeholder 7">
            <a:extLst>
              <a:ext uri="{FF2B5EF4-FFF2-40B4-BE49-F238E27FC236}">
                <a16:creationId xmlns:a16="http://schemas.microsoft.com/office/drawing/2014/main" id="{B32B524C-36D8-214C-7B43-091DB75F191F}"/>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
        <p:nvSpPr>
          <p:cNvPr id="4" name="Text Placeholder 9">
            <a:extLst>
              <a:ext uri="{FF2B5EF4-FFF2-40B4-BE49-F238E27FC236}">
                <a16:creationId xmlns:a16="http://schemas.microsoft.com/office/drawing/2014/main" id="{996F9181-C057-270C-1482-2E5EF4D4FDA6}"/>
              </a:ext>
            </a:extLst>
          </p:cNvPr>
          <p:cNvSpPr>
            <a:spLocks noGrp="1"/>
          </p:cNvSpPr>
          <p:nvPr>
            <p:ph type="body" sz="quarter" idx="22" hasCustomPrompt="1"/>
          </p:nvPr>
        </p:nvSpPr>
        <p:spPr>
          <a:xfrm>
            <a:off x="550200" y="1634286"/>
            <a:ext cx="5112568"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99BF8019-65AA-9B32-C80C-D9AA0C654AFD}"/>
              </a:ext>
            </a:extLst>
          </p:cNvPr>
          <p:cNvSpPr>
            <a:spLocks noGrp="1"/>
          </p:cNvSpPr>
          <p:nvPr>
            <p:ph type="title"/>
          </p:nvPr>
        </p:nvSpPr>
        <p:spPr>
          <a:xfrm>
            <a:off x="551384" y="549274"/>
            <a:ext cx="5112568"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A479EEE0-B2C4-D132-D3CB-B4FB16D1D6A0}"/>
              </a:ext>
            </a:extLst>
          </p:cNvPr>
          <p:cNvSpPr>
            <a:spLocks noGrp="1"/>
          </p:cNvSpPr>
          <p:nvPr>
            <p:ph sz="quarter" idx="31"/>
          </p:nvPr>
        </p:nvSpPr>
        <p:spPr>
          <a:xfrm>
            <a:off x="551384" y="2132856"/>
            <a:ext cx="5112568"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4A59B460-E10E-1660-E567-B4AB0E3F3C38}"/>
              </a:ext>
            </a:extLst>
          </p:cNvPr>
          <p:cNvSpPr>
            <a:spLocks noGrp="1"/>
          </p:cNvSpPr>
          <p:nvPr>
            <p:ph type="body" sz="quarter" idx="13" hasCustomPrompt="1"/>
          </p:nvPr>
        </p:nvSpPr>
        <p:spPr>
          <a:xfrm>
            <a:off x="550863" y="266219"/>
            <a:ext cx="5111905"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96940832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Photo 3">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A565FC55-C9E0-8386-F514-48C3B7C08BBF}"/>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2E864913-7A4C-BC47-749C-8EA82C1F3460}"/>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8" name="Content Placeholder 5">
            <a:extLst>
              <a:ext uri="{FF2B5EF4-FFF2-40B4-BE49-F238E27FC236}">
                <a16:creationId xmlns:a16="http://schemas.microsoft.com/office/drawing/2014/main" id="{3DAD7E2F-319F-BE0B-BE23-06049D48435D}"/>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6760951"/>
      </p:ext>
    </p:extLst>
  </p:cSld>
  <p:clrMapOvr>
    <a:masterClrMapping/>
  </p:clrMapOvr>
  <p:extLst>
    <p:ext uri="{DCECCB84-F9BA-43D5-87BE-67443E8EF086}">
      <p15:sldGuideLst xmlns:p15="http://schemas.microsoft.com/office/powerpoint/2012/main"/>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Photo 3 Chapterbox">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DD7751A-AC4E-473A-B544-73973FAE9468}"/>
              </a:ext>
            </a:extLst>
          </p:cNvPr>
          <p:cNvSpPr>
            <a:spLocks noGrp="1"/>
          </p:cNvSpPr>
          <p:nvPr>
            <p:ph type="pic" sz="quarter" idx="19" hasCustomPrompt="1"/>
          </p:nvPr>
        </p:nvSpPr>
        <p:spPr>
          <a:xfrm>
            <a:off x="1" y="0"/>
            <a:ext cx="4242121"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7C228C6D-3BD8-F7A9-DA9D-DCE9B373CC09}"/>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1656793-2C07-1E16-6CE1-3C4AD69759DF}"/>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C166A976-F780-55C8-4310-792D90B73CC9}"/>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8" name="Text Placeholder 9">
            <a:extLst>
              <a:ext uri="{FF2B5EF4-FFF2-40B4-BE49-F238E27FC236}">
                <a16:creationId xmlns:a16="http://schemas.microsoft.com/office/drawing/2014/main" id="{CBEA6FBE-B35F-FDFB-0A0C-E6D7CB1D2878}"/>
              </a:ext>
            </a:extLst>
          </p:cNvPr>
          <p:cNvSpPr>
            <a:spLocks noGrp="1"/>
          </p:cNvSpPr>
          <p:nvPr>
            <p:ph type="body" sz="quarter" idx="22" hasCustomPrompt="1"/>
          </p:nvPr>
        </p:nvSpPr>
        <p:spPr>
          <a:xfrm>
            <a:off x="4655177" y="1634286"/>
            <a:ext cx="6984776"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9" name="Title 4">
            <a:extLst>
              <a:ext uri="{FF2B5EF4-FFF2-40B4-BE49-F238E27FC236}">
                <a16:creationId xmlns:a16="http://schemas.microsoft.com/office/drawing/2014/main" id="{A1AA51F8-C182-DAF5-4FEA-53839C3797E8}"/>
              </a:ext>
            </a:extLst>
          </p:cNvPr>
          <p:cNvSpPr>
            <a:spLocks noGrp="1"/>
          </p:cNvSpPr>
          <p:nvPr>
            <p:ph type="title"/>
          </p:nvPr>
        </p:nvSpPr>
        <p:spPr>
          <a:xfrm>
            <a:off x="4656361" y="549274"/>
            <a:ext cx="6984776" cy="930372"/>
          </a:xfrm>
        </p:spPr>
        <p:txBody>
          <a:bodyPr/>
          <a:lstStyle/>
          <a:p>
            <a:r>
              <a:rPr lang="en-US"/>
              <a:t>Click to edit Master title style</a:t>
            </a:r>
            <a:endParaRPr lang="en-US" dirty="0"/>
          </a:p>
        </p:txBody>
      </p:sp>
      <p:sp>
        <p:nvSpPr>
          <p:cNvPr id="13" name="Content Placeholder 5">
            <a:extLst>
              <a:ext uri="{FF2B5EF4-FFF2-40B4-BE49-F238E27FC236}">
                <a16:creationId xmlns:a16="http://schemas.microsoft.com/office/drawing/2014/main" id="{CEB0183E-EAE6-947E-A4B9-331A991402A1}"/>
              </a:ext>
            </a:extLst>
          </p:cNvPr>
          <p:cNvSpPr>
            <a:spLocks noGrp="1"/>
          </p:cNvSpPr>
          <p:nvPr>
            <p:ph sz="quarter" idx="31"/>
          </p:nvPr>
        </p:nvSpPr>
        <p:spPr>
          <a:xfrm>
            <a:off x="4656361" y="2132856"/>
            <a:ext cx="6984776"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hapter Placeholder 2">
            <a:extLst>
              <a:ext uri="{FF2B5EF4-FFF2-40B4-BE49-F238E27FC236}">
                <a16:creationId xmlns:a16="http://schemas.microsoft.com/office/drawing/2014/main" id="{A135B96E-A880-0991-4B6E-A591E9B65964}"/>
              </a:ext>
            </a:extLst>
          </p:cNvPr>
          <p:cNvSpPr>
            <a:spLocks noGrp="1"/>
          </p:cNvSpPr>
          <p:nvPr>
            <p:ph type="body" sz="quarter" idx="13" hasCustomPrompt="1"/>
          </p:nvPr>
        </p:nvSpPr>
        <p:spPr>
          <a:xfrm>
            <a:off x="4655840" y="266219"/>
            <a:ext cx="6983870"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3617729496"/>
      </p:ext>
    </p:extLst>
  </p:cSld>
  <p:clrMapOvr>
    <a:masterClrMapping/>
  </p:clrMapOvr>
  <p:extLst>
    <p:ext uri="{DCECCB84-F9BA-43D5-87BE-67443E8EF086}">
      <p15:sldGuideLst xmlns:p15="http://schemas.microsoft.com/office/powerpoint/2012/main"/>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Photo 4">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5AD8D628-6C3F-5725-7D6C-4D172AFCFA27}"/>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6" name="Title 4">
            <a:extLst>
              <a:ext uri="{FF2B5EF4-FFF2-40B4-BE49-F238E27FC236}">
                <a16:creationId xmlns:a16="http://schemas.microsoft.com/office/drawing/2014/main" id="{A4159BB2-FE6F-6556-D582-03780A441E3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7" name="Content Placeholder 5">
            <a:extLst>
              <a:ext uri="{FF2B5EF4-FFF2-40B4-BE49-F238E27FC236}">
                <a16:creationId xmlns:a16="http://schemas.microsoft.com/office/drawing/2014/main" id="{387C021A-14D7-948B-96C0-F734A59BFDC8}"/>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146007853"/>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Photo Chapterbox">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0"/>
            <a:ext cx="6096000" cy="6858000"/>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10" name="Date Placeholder 9">
            <a:extLst>
              <a:ext uri="{FF2B5EF4-FFF2-40B4-BE49-F238E27FC236}">
                <a16:creationId xmlns:a16="http://schemas.microsoft.com/office/drawing/2014/main" id="{F18ACBAA-5616-6B76-6F3E-019A776E4E01}"/>
              </a:ext>
            </a:extLst>
          </p:cNvPr>
          <p:cNvSpPr>
            <a:spLocks noGrp="1"/>
          </p:cNvSpPr>
          <p:nvPr>
            <p:ph type="dt" sz="half" idx="2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1" name="Footer Placeholder 10">
            <a:extLst>
              <a:ext uri="{FF2B5EF4-FFF2-40B4-BE49-F238E27FC236}">
                <a16:creationId xmlns:a16="http://schemas.microsoft.com/office/drawing/2014/main" id="{84A3242F-2D46-5913-5CA7-B4AB8C7C413D}"/>
              </a:ext>
            </a:extLst>
          </p:cNvPr>
          <p:cNvSpPr>
            <a:spLocks noGrp="1"/>
          </p:cNvSpPr>
          <p:nvPr>
            <p:ph type="ftr" sz="quarter" idx="25"/>
          </p:nvPr>
        </p:nvSpPr>
        <p:spPr/>
        <p:txBody>
          <a:bodyPr/>
          <a:lstStyle/>
          <a:p>
            <a:pPr>
              <a:spcBef>
                <a:spcPts val="1000"/>
              </a:spcBef>
              <a:buFont typeface="Arial" panose="020B0604020202020204" pitchFamily="34" charset="0"/>
              <a:buNone/>
            </a:pPr>
            <a:r>
              <a:rPr lang="en-US"/>
              <a:t>Presentation Title | Author | Date</a:t>
            </a:r>
          </a:p>
        </p:txBody>
      </p:sp>
      <p:sp>
        <p:nvSpPr>
          <p:cNvPr id="12" name="Slide Number Placeholder 11">
            <a:extLst>
              <a:ext uri="{FF2B5EF4-FFF2-40B4-BE49-F238E27FC236}">
                <a16:creationId xmlns:a16="http://schemas.microsoft.com/office/drawing/2014/main" id="{D72DABC1-51BB-C9B2-6119-ED5F9C849345}"/>
              </a:ext>
            </a:extLst>
          </p:cNvPr>
          <p:cNvSpPr>
            <a:spLocks noGrp="1"/>
          </p:cNvSpPr>
          <p:nvPr>
            <p:ph type="sldNum" sz="quarter" idx="26"/>
          </p:nvPr>
        </p:nvSpPr>
        <p:spPr/>
        <p:txBody>
          <a:bodyPr/>
          <a:lstStyle/>
          <a:p>
            <a:pPr algn="r"/>
            <a:fld id="{5D9A5160-6218-4E5A-B9E6-B93E3DAE377C}" type="slidenum">
              <a:rPr lang="en-US" smtClean="0"/>
              <a:pPr algn="r"/>
              <a:t>‹#›</a:t>
            </a:fld>
            <a:endParaRPr lang="en-US"/>
          </a:p>
        </p:txBody>
      </p:sp>
      <p:sp>
        <p:nvSpPr>
          <p:cNvPr id="3" name="Text Placeholder 9">
            <a:extLst>
              <a:ext uri="{FF2B5EF4-FFF2-40B4-BE49-F238E27FC236}">
                <a16:creationId xmlns:a16="http://schemas.microsoft.com/office/drawing/2014/main" id="{47F7FF35-2721-0BAA-75C4-6C366F98F288}"/>
              </a:ext>
            </a:extLst>
          </p:cNvPr>
          <p:cNvSpPr>
            <a:spLocks noGrp="1"/>
          </p:cNvSpPr>
          <p:nvPr>
            <p:ph type="body" sz="quarter" idx="22" hasCustomPrompt="1"/>
          </p:nvPr>
        </p:nvSpPr>
        <p:spPr>
          <a:xfrm>
            <a:off x="6598871" y="1634286"/>
            <a:ext cx="5041081" cy="307777"/>
          </a:xfrm>
          <a:prstGeom prst="rect">
            <a:avLst/>
          </a:prstGeom>
        </p:spPr>
        <p:txBody>
          <a:bodyPr vert="horz" wrap="square" lIns="0" tIns="0" rIns="0" bIns="0" rtlCol="0">
            <a:spAutoFit/>
          </a:bodyPr>
          <a:lstStyle>
            <a:lvl1pPr>
              <a:defRPr lang="en-US" sz="2000" b="1" smtClean="0">
                <a:solidFill>
                  <a:schemeClr val="tx2"/>
                </a:solidFill>
              </a:defRPr>
            </a:lvl1pPr>
          </a:lstStyle>
          <a:p>
            <a:pPr lvl="0"/>
            <a:r>
              <a:rPr lang="en-GB" dirty="0"/>
              <a:t>Click to edit Master styles</a:t>
            </a:r>
          </a:p>
        </p:txBody>
      </p:sp>
      <p:sp>
        <p:nvSpPr>
          <p:cNvPr id="7" name="Title 4">
            <a:extLst>
              <a:ext uri="{FF2B5EF4-FFF2-40B4-BE49-F238E27FC236}">
                <a16:creationId xmlns:a16="http://schemas.microsoft.com/office/drawing/2014/main" id="{40E338D3-47D6-48A9-A9A2-DE7DEE2FD7CA}"/>
              </a:ext>
            </a:extLst>
          </p:cNvPr>
          <p:cNvSpPr>
            <a:spLocks noGrp="1"/>
          </p:cNvSpPr>
          <p:nvPr>
            <p:ph type="title"/>
          </p:nvPr>
        </p:nvSpPr>
        <p:spPr>
          <a:xfrm>
            <a:off x="6600055" y="549274"/>
            <a:ext cx="5041081" cy="930372"/>
          </a:xfrm>
        </p:spPr>
        <p:txBody>
          <a:bodyPr/>
          <a:lstStyle/>
          <a:p>
            <a:r>
              <a:rPr lang="en-US"/>
              <a:t>Click to edit Master title style</a:t>
            </a:r>
            <a:endParaRPr lang="en-US" dirty="0"/>
          </a:p>
        </p:txBody>
      </p:sp>
      <p:sp>
        <p:nvSpPr>
          <p:cNvPr id="9" name="Content Placeholder 5">
            <a:extLst>
              <a:ext uri="{FF2B5EF4-FFF2-40B4-BE49-F238E27FC236}">
                <a16:creationId xmlns:a16="http://schemas.microsoft.com/office/drawing/2014/main" id="{033232B2-7C3B-2B58-B586-A9D5EB0DC635}"/>
              </a:ext>
            </a:extLst>
          </p:cNvPr>
          <p:cNvSpPr>
            <a:spLocks noGrp="1"/>
          </p:cNvSpPr>
          <p:nvPr>
            <p:ph sz="quarter" idx="31"/>
          </p:nvPr>
        </p:nvSpPr>
        <p:spPr>
          <a:xfrm>
            <a:off x="6600055" y="2132856"/>
            <a:ext cx="5041081" cy="41758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hapter Placeholder 2">
            <a:extLst>
              <a:ext uri="{FF2B5EF4-FFF2-40B4-BE49-F238E27FC236}">
                <a16:creationId xmlns:a16="http://schemas.microsoft.com/office/drawing/2014/main" id="{F68C8930-7643-1654-C79F-A429828E03BC}"/>
              </a:ext>
            </a:extLst>
          </p:cNvPr>
          <p:cNvSpPr>
            <a:spLocks noGrp="1"/>
          </p:cNvSpPr>
          <p:nvPr>
            <p:ph type="body" sz="quarter" idx="13" hasCustomPrompt="1"/>
          </p:nvPr>
        </p:nvSpPr>
        <p:spPr>
          <a:xfrm>
            <a:off x="6599282" y="266219"/>
            <a:ext cx="5040427" cy="151263"/>
          </a:xfrm>
        </p:spPr>
        <p:txBody>
          <a:bodyPr/>
          <a:lstStyle>
            <a:lvl1pPr>
              <a:defRPr sz="1000"/>
            </a:lvl1pPr>
            <a:lvl2pPr>
              <a:defRPr sz="1000"/>
            </a:lvl2pPr>
            <a:lvl3pPr>
              <a:defRPr sz="1000"/>
            </a:lvl3pPr>
            <a:lvl4pPr>
              <a:defRPr sz="900"/>
            </a:lvl4pPr>
            <a:lvl5pPr>
              <a:defRPr sz="900"/>
            </a:lvl5pPr>
          </a:lstStyle>
          <a:p>
            <a:pPr lvl="0"/>
            <a:r>
              <a:rPr lang="en-US" dirty="0"/>
              <a:t>Click to add a chapter here</a:t>
            </a:r>
          </a:p>
        </p:txBody>
      </p:sp>
    </p:spTree>
    <p:extLst>
      <p:ext uri="{BB962C8B-B14F-4D97-AF65-F5344CB8AC3E}">
        <p14:creationId xmlns:p14="http://schemas.microsoft.com/office/powerpoint/2010/main" val="2069233829"/>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Photo 6">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3AAAC9D4-CD35-41A1-A14D-B18A58A2866E}"/>
              </a:ext>
            </a:extLst>
          </p:cNvPr>
          <p:cNvSpPr>
            <a:spLocks noGrp="1"/>
          </p:cNvSpPr>
          <p:nvPr>
            <p:ph type="pic" sz="quarter" idx="18" hasCustomPrompt="1"/>
          </p:nvPr>
        </p:nvSpPr>
        <p:spPr>
          <a:xfrm>
            <a:off x="0" y="1"/>
            <a:ext cx="12191999" cy="4383654"/>
          </a:xfrm>
          <a:prstGeom prst="rect">
            <a:avLst/>
          </a:prstGeom>
          <a:solidFill>
            <a:schemeClr val="bg1">
              <a:lumMod val="95000"/>
            </a:schemeClr>
          </a:solidFill>
        </p:spPr>
        <p:txBody>
          <a:bodyPr/>
          <a:lstStyle>
            <a:lvl1pPr marL="0" marR="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solidFill>
                  <a:schemeClr val="bg2">
                    <a:lumMod val="75000"/>
                  </a:schemeClr>
                </a:solidFill>
              </a:defRPr>
            </a:lvl1pPr>
          </a:lstStyle>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lang="en-US"/>
              <a:t>Click icon to add picture and send picture to back</a:t>
            </a:r>
          </a:p>
        </p:txBody>
      </p:sp>
      <p:sp>
        <p:nvSpPr>
          <p:cNvPr id="2" name="Title 1">
            <a:extLst>
              <a:ext uri="{FF2B5EF4-FFF2-40B4-BE49-F238E27FC236}">
                <a16:creationId xmlns:a16="http://schemas.microsoft.com/office/drawing/2014/main" id="{CA1A3C3A-247E-AD3F-3C93-BDD315BB7F29}"/>
              </a:ext>
            </a:extLst>
          </p:cNvPr>
          <p:cNvSpPr>
            <a:spLocks noGrp="1"/>
          </p:cNvSpPr>
          <p:nvPr>
            <p:ph type="title"/>
          </p:nvPr>
        </p:nvSpPr>
        <p:spPr>
          <a:xfrm>
            <a:off x="550863" y="4581128"/>
            <a:ext cx="4981137" cy="785352"/>
          </a:xfrm>
        </p:spPr>
        <p:txBody>
          <a:bodyPr anchor="t"/>
          <a:lstStyle/>
          <a:p>
            <a:r>
              <a:rPr lang="en-US"/>
              <a:t>Click to edit Master title style</a:t>
            </a:r>
            <a:endParaRPr lang="de-DE" dirty="0"/>
          </a:p>
        </p:txBody>
      </p:sp>
      <p:sp>
        <p:nvSpPr>
          <p:cNvPr id="9" name="Text Placeholder 9">
            <a:extLst>
              <a:ext uri="{FF2B5EF4-FFF2-40B4-BE49-F238E27FC236}">
                <a16:creationId xmlns:a16="http://schemas.microsoft.com/office/drawing/2014/main" id="{34F1BAE4-1DA8-A534-E46A-001AE4E9CADB}"/>
              </a:ext>
            </a:extLst>
          </p:cNvPr>
          <p:cNvSpPr>
            <a:spLocks noGrp="1"/>
          </p:cNvSpPr>
          <p:nvPr>
            <p:ph type="body" sz="quarter" idx="24"/>
          </p:nvPr>
        </p:nvSpPr>
        <p:spPr>
          <a:xfrm>
            <a:off x="550863" y="5854682"/>
            <a:ext cx="5112000" cy="307777"/>
          </a:xfrm>
          <a:prstGeom prst="rect">
            <a:avLst/>
          </a:prstGeom>
        </p:spPr>
        <p:txBody>
          <a:bodyPr wrap="square" anchor="b">
            <a:spAutoFit/>
          </a:bodyPr>
          <a:lstStyle>
            <a:lvl1pPr>
              <a:defRPr sz="2000" b="0">
                <a:solidFill>
                  <a:schemeClr val="tx2"/>
                </a:solidFill>
                <a:latin typeface="+mj-lt"/>
              </a:defRPr>
            </a:lvl1pPr>
          </a:lstStyle>
          <a:p>
            <a:pPr lvl="0"/>
            <a:r>
              <a:rPr lang="en-US"/>
              <a:t>Click to edit Master text styles</a:t>
            </a:r>
          </a:p>
        </p:txBody>
      </p:sp>
      <p:sp>
        <p:nvSpPr>
          <p:cNvPr id="10" name="Content Placeholder 17">
            <a:extLst>
              <a:ext uri="{FF2B5EF4-FFF2-40B4-BE49-F238E27FC236}">
                <a16:creationId xmlns:a16="http://schemas.microsoft.com/office/drawing/2014/main" id="{60E57257-3112-054C-0B58-3B89619EC3E7}"/>
              </a:ext>
            </a:extLst>
          </p:cNvPr>
          <p:cNvSpPr>
            <a:spLocks noGrp="1"/>
          </p:cNvSpPr>
          <p:nvPr>
            <p:ph sz="quarter" idx="25"/>
          </p:nvPr>
        </p:nvSpPr>
        <p:spPr>
          <a:xfrm>
            <a:off x="6093246" y="4581128"/>
            <a:ext cx="5112000" cy="1762522"/>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a:p>
        </p:txBody>
      </p:sp>
      <p:sp>
        <p:nvSpPr>
          <p:cNvPr id="6" name="Date Placeholder 5">
            <a:extLst>
              <a:ext uri="{FF2B5EF4-FFF2-40B4-BE49-F238E27FC236}">
                <a16:creationId xmlns:a16="http://schemas.microsoft.com/office/drawing/2014/main" id="{2F70AC82-D733-3487-AE00-D177A5A43581}"/>
              </a:ext>
            </a:extLst>
          </p:cNvPr>
          <p:cNvSpPr>
            <a:spLocks noGrp="1"/>
          </p:cNvSpPr>
          <p:nvPr>
            <p:ph type="dt" sz="half" idx="26"/>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13" name="Footer Placeholder 12">
            <a:extLst>
              <a:ext uri="{FF2B5EF4-FFF2-40B4-BE49-F238E27FC236}">
                <a16:creationId xmlns:a16="http://schemas.microsoft.com/office/drawing/2014/main" id="{31E8CB07-AB40-15A0-08C7-BF54DC438B34}"/>
              </a:ext>
            </a:extLst>
          </p:cNvPr>
          <p:cNvSpPr>
            <a:spLocks noGrp="1"/>
          </p:cNvSpPr>
          <p:nvPr>
            <p:ph type="ftr" sz="quarter" idx="27"/>
          </p:nvPr>
        </p:nvSpPr>
        <p:spPr/>
        <p:txBody>
          <a:bodyPr/>
          <a:lstStyle/>
          <a:p>
            <a:pPr>
              <a:spcBef>
                <a:spcPts val="1000"/>
              </a:spcBef>
              <a:buFont typeface="Arial" panose="020B0604020202020204" pitchFamily="34" charset="0"/>
              <a:buNone/>
            </a:pPr>
            <a:r>
              <a:rPr lang="en-US"/>
              <a:t>Presentation Title | Author | Date</a:t>
            </a:r>
          </a:p>
        </p:txBody>
      </p:sp>
      <p:sp>
        <p:nvSpPr>
          <p:cNvPr id="15" name="Slide Number Placeholder 14">
            <a:extLst>
              <a:ext uri="{FF2B5EF4-FFF2-40B4-BE49-F238E27FC236}">
                <a16:creationId xmlns:a16="http://schemas.microsoft.com/office/drawing/2014/main" id="{C41FA911-A4A1-34D1-BF04-9F22140C28D1}"/>
              </a:ext>
            </a:extLst>
          </p:cNvPr>
          <p:cNvSpPr>
            <a:spLocks noGrp="1"/>
          </p:cNvSpPr>
          <p:nvPr>
            <p:ph type="sldNum" sz="quarter" idx="28"/>
          </p:nvPr>
        </p:nvSpPr>
        <p:spPr/>
        <p:txBody>
          <a:bodyPr/>
          <a:lstStyle/>
          <a:p>
            <a:pPr algn="r"/>
            <a:fld id="{5D9A5160-6218-4E5A-B9E6-B93E3DAE377C}" type="slidenum">
              <a:rPr lang="en-US" smtClean="0"/>
              <a:pPr algn="r"/>
              <a:t>‹#›</a:t>
            </a:fld>
            <a:endParaRPr lang="en-US"/>
          </a:p>
        </p:txBody>
      </p:sp>
      <p:sp>
        <p:nvSpPr>
          <p:cNvPr id="3" name="Logo Placeholder 7">
            <a:extLst>
              <a:ext uri="{FF2B5EF4-FFF2-40B4-BE49-F238E27FC236}">
                <a16:creationId xmlns:a16="http://schemas.microsoft.com/office/drawing/2014/main" id="{33B9F062-225C-9146-1129-335505116C76}"/>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7248822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ext 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lvl1pPr>
            <a:lvl2pPr>
              <a:defRPr sz="2000"/>
            </a:lvl2pPr>
            <a:lvl3pPr>
              <a:defRPr sz="2000"/>
            </a:lvl3pPr>
            <a:lvl4pPr>
              <a:defRPr sz="2000"/>
            </a:lvl4pPr>
            <a:lvl5pPr>
              <a:defRPr sz="2000"/>
            </a:lvl5pPr>
          </a:lstStyle>
          <a:p>
            <a:pPr lvl="0"/>
            <a:r>
              <a:rPr lang="en-US"/>
              <a:t>Click to edit Master text styles</a:t>
            </a:r>
          </a:p>
        </p:txBody>
      </p:sp>
      <p:sp>
        <p:nvSpPr>
          <p:cNvPr id="7" name="Date Placeholder 6">
            <a:extLst>
              <a:ext uri="{FF2B5EF4-FFF2-40B4-BE49-F238E27FC236}">
                <a16:creationId xmlns:a16="http://schemas.microsoft.com/office/drawing/2014/main" id="{1C4C92CE-41EC-4D2F-4311-92100A79FE86}"/>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8" name="Footer Placeholder 7">
            <a:extLst>
              <a:ext uri="{FF2B5EF4-FFF2-40B4-BE49-F238E27FC236}">
                <a16:creationId xmlns:a16="http://schemas.microsoft.com/office/drawing/2014/main" id="{8C0A6AFF-C176-E59D-2165-DE17D66BCAA1}"/>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9" name="Slide Number Placeholder 8">
            <a:extLst>
              <a:ext uri="{FF2B5EF4-FFF2-40B4-BE49-F238E27FC236}">
                <a16:creationId xmlns:a16="http://schemas.microsoft.com/office/drawing/2014/main" id="{22B9BB3B-51E8-595D-BE01-2881F99A8D5E}"/>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3889883552"/>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Text 2">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92A14B44-A6BB-FD7D-633A-78C683F4F269}"/>
              </a:ext>
            </a:extLst>
          </p:cNvPr>
          <p:cNvSpPr>
            <a:spLocks noGrp="1"/>
          </p:cNvSpPr>
          <p:nvPr>
            <p:ph type="pic" sz="quarter" idx="14"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5" name="Title 1">
            <a:extLst>
              <a:ext uri="{FF2B5EF4-FFF2-40B4-BE49-F238E27FC236}">
                <a16:creationId xmlns:a16="http://schemas.microsoft.com/office/drawing/2014/main" id="{8ABFE959-AAB6-76DF-7517-8AE8C424F99C}"/>
              </a:ext>
            </a:extLst>
          </p:cNvPr>
          <p:cNvSpPr>
            <a:spLocks noGrp="1"/>
          </p:cNvSpPr>
          <p:nvPr>
            <p:ph type="title"/>
          </p:nvPr>
        </p:nvSpPr>
        <p:spPr>
          <a:xfrm>
            <a:off x="2402003" y="1916112"/>
            <a:ext cx="7387993" cy="1512887"/>
          </a:xfrm>
        </p:spPr>
        <p:txBody>
          <a:bodyPr wrap="square" anchor="b">
            <a:noAutofit/>
          </a:bodyPr>
          <a:lstStyle>
            <a:lvl1pPr algn="ctr">
              <a:defRPr sz="3200">
                <a:solidFill>
                  <a:schemeClr val="bg1"/>
                </a:solidFill>
                <a:effectLst>
                  <a:outerShdw blurRad="1016000" dir="5400000" algn="ctr" rotWithShape="0">
                    <a:schemeClr val="tx1">
                      <a:alpha val="49641"/>
                    </a:schemeClr>
                  </a:outerShdw>
                </a:effectLst>
              </a:defRPr>
            </a:lvl1pPr>
          </a:lstStyle>
          <a:p>
            <a:r>
              <a:rPr lang="en-US"/>
              <a:t>Click to edit Master title style</a:t>
            </a:r>
            <a:endParaRPr lang="en-US" dirty="0"/>
          </a:p>
        </p:txBody>
      </p:sp>
      <p:sp>
        <p:nvSpPr>
          <p:cNvPr id="6" name="Text Placeholder 8">
            <a:extLst>
              <a:ext uri="{FF2B5EF4-FFF2-40B4-BE49-F238E27FC236}">
                <a16:creationId xmlns:a16="http://schemas.microsoft.com/office/drawing/2014/main" id="{B8EC071D-C9EA-D72D-472D-47AC8DAE4AFA}"/>
              </a:ext>
            </a:extLst>
          </p:cNvPr>
          <p:cNvSpPr>
            <a:spLocks noGrp="1"/>
          </p:cNvSpPr>
          <p:nvPr>
            <p:ph type="body" sz="quarter" idx="13"/>
          </p:nvPr>
        </p:nvSpPr>
        <p:spPr>
          <a:xfrm>
            <a:off x="2402003" y="4025468"/>
            <a:ext cx="7387993" cy="916420"/>
          </a:xfrm>
          <a:prstGeom prst="rect">
            <a:avLst/>
          </a:prstGeom>
        </p:spPr>
        <p:txBody>
          <a:bodyPr wrap="square">
            <a:noAutofit/>
          </a:bodyPr>
          <a:lstStyle>
            <a:lvl1pPr algn="ctr">
              <a:defRPr sz="2000">
                <a:solidFill>
                  <a:schemeClr val="bg1"/>
                </a:solidFill>
              </a:defRPr>
            </a:lvl1pPr>
            <a:lvl2pPr>
              <a:defRPr sz="2000"/>
            </a:lvl2pPr>
            <a:lvl3pPr>
              <a:defRPr sz="2000"/>
            </a:lvl3pPr>
            <a:lvl4pPr>
              <a:defRPr sz="2000"/>
            </a:lvl4pPr>
            <a:lvl5pPr>
              <a:defRPr sz="2000"/>
            </a:lvl5pPr>
          </a:lstStyle>
          <a:p>
            <a:pPr lvl="0"/>
            <a:r>
              <a:rPr lang="en-US"/>
              <a:t>Click to edit Master text styles</a:t>
            </a:r>
          </a:p>
        </p:txBody>
      </p:sp>
      <p:sp>
        <p:nvSpPr>
          <p:cNvPr id="8" name="Date Placeholder 7">
            <a:extLst>
              <a:ext uri="{FF2B5EF4-FFF2-40B4-BE49-F238E27FC236}">
                <a16:creationId xmlns:a16="http://schemas.microsoft.com/office/drawing/2014/main" id="{A113035B-9AB2-FCA1-E3D6-B54ADD883094}"/>
              </a:ext>
            </a:extLst>
          </p:cNvPr>
          <p:cNvSpPr>
            <a:spLocks noGrp="1"/>
          </p:cNvSpPr>
          <p:nvPr>
            <p:ph type="dt" sz="half" idx="15"/>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9" name="Footer Placeholder 8">
            <a:extLst>
              <a:ext uri="{FF2B5EF4-FFF2-40B4-BE49-F238E27FC236}">
                <a16:creationId xmlns:a16="http://schemas.microsoft.com/office/drawing/2014/main" id="{6C422829-3285-536E-9A1D-C1461DD7772E}"/>
              </a:ext>
            </a:extLst>
          </p:cNvPr>
          <p:cNvSpPr>
            <a:spLocks noGrp="1"/>
          </p:cNvSpPr>
          <p:nvPr>
            <p:ph type="ftr" sz="quarter" idx="16"/>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F8824F2D-932D-C110-76B1-E57FB6242005}"/>
              </a:ext>
            </a:extLst>
          </p:cNvPr>
          <p:cNvSpPr>
            <a:spLocks noGrp="1"/>
          </p:cNvSpPr>
          <p:nvPr>
            <p:ph type="sldNum" sz="quarter" idx="17"/>
          </p:nvPr>
        </p:nvSpPr>
        <p:spPr/>
        <p:txBody>
          <a:bodyPr/>
          <a:lstStyle/>
          <a:p>
            <a:pPr algn="r"/>
            <a:fld id="{5D9A5160-6218-4E5A-B9E6-B93E3DAE377C}" type="slidenum">
              <a:rPr lang="en-US" smtClean="0"/>
              <a:pPr algn="r"/>
              <a:t>‹#›</a:t>
            </a:fld>
            <a:endParaRPr lang="en-US"/>
          </a:p>
        </p:txBody>
      </p:sp>
      <p:sp>
        <p:nvSpPr>
          <p:cNvPr id="4" name="Logo Placeholder 7">
            <a:extLst>
              <a:ext uri="{FF2B5EF4-FFF2-40B4-BE49-F238E27FC236}">
                <a16:creationId xmlns:a16="http://schemas.microsoft.com/office/drawing/2014/main" id="{50BC5634-6A28-9D33-20CF-70AC9E959BE7}"/>
              </a:ext>
            </a:extLst>
          </p:cNvPr>
          <p:cNvSpPr>
            <a:spLocks noGrp="1"/>
          </p:cNvSpPr>
          <p:nvPr>
            <p:ph type="body" sz="quarter" idx="40" hasCustomPrompt="1"/>
          </p:nvPr>
        </p:nvSpPr>
        <p:spPr>
          <a:xfrm>
            <a:off x="11765626" y="128961"/>
            <a:ext cx="269046" cy="335806"/>
          </a:xfrm>
          <a:blipFill>
            <a:blip>
              <a:extLst>
                <a:ext uri="{96DAC541-7B7A-43D3-8B79-37D633B846F1}">
                  <asvg:svgBlip xmlns:asvg="http://schemas.microsoft.com/office/drawing/2016/SVG/main" r:embed="rId2"/>
                </a:ext>
              </a:extLst>
            </a:blip>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292104296"/>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clusion 1">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F50CBB0B-9D54-C4B7-F774-A406AEB759DC}"/>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endParaRPr lang="en-US" dirty="0"/>
          </a:p>
        </p:txBody>
      </p:sp>
      <p:sp>
        <p:nvSpPr>
          <p:cNvPr id="14" name="Content Placeholder 3">
            <a:extLst>
              <a:ext uri="{FF2B5EF4-FFF2-40B4-BE49-F238E27FC236}">
                <a16:creationId xmlns:a16="http://schemas.microsoft.com/office/drawing/2014/main" id="{D898CD75-E929-80D9-7E35-D845DA59F5F4}"/>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3" name="Date Placeholder 2">
            <a:extLst>
              <a:ext uri="{FF2B5EF4-FFF2-40B4-BE49-F238E27FC236}">
                <a16:creationId xmlns:a16="http://schemas.microsoft.com/office/drawing/2014/main" id="{DDEDA374-C587-779E-8AE1-6CD7F455394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1A46EF84-E452-DF73-A462-F323675455D6}"/>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70216EAB-E162-DA2D-EE00-98D4A5012C1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656323460"/>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clusion 1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550863" y="2154596"/>
            <a:ext cx="4170329" cy="2737444"/>
          </a:xfrm>
        </p:spPr>
        <p:txBody>
          <a:bodyPr anchor="t">
            <a:noAutofit/>
          </a:bodyPr>
          <a:lstStyle>
            <a:lvl1pPr>
              <a:defRPr sz="4800"/>
            </a:lvl1pPr>
          </a:lstStyle>
          <a:p>
            <a:r>
              <a:rPr lang="en-US"/>
              <a:t>Click to edit Master title style</a:t>
            </a:r>
          </a:p>
        </p:txBody>
      </p:sp>
      <p:sp>
        <p:nvSpPr>
          <p:cNvPr id="22" name="Content Placeholder 3">
            <a:extLst>
              <a:ext uri="{FF2B5EF4-FFF2-40B4-BE49-F238E27FC236}">
                <a16:creationId xmlns:a16="http://schemas.microsoft.com/office/drawing/2014/main" id="{6B455CB3-CA48-68B3-77F6-EB2C98EE7BD0}"/>
              </a:ext>
            </a:extLst>
          </p:cNvPr>
          <p:cNvSpPr>
            <a:spLocks noGrp="1"/>
          </p:cNvSpPr>
          <p:nvPr>
            <p:ph sz="quarter" idx="17"/>
          </p:nvPr>
        </p:nvSpPr>
        <p:spPr>
          <a:xfrm>
            <a:off x="6096000" y="2154597"/>
            <a:ext cx="5524500" cy="4154128"/>
          </a:xfrm>
          <a:prstGeom prst="rect">
            <a:avLst/>
          </a:prstGeom>
        </p:spPr>
        <p:txBody>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Date Placeholder 5">
            <a:extLst>
              <a:ext uri="{FF2B5EF4-FFF2-40B4-BE49-F238E27FC236}">
                <a16:creationId xmlns:a16="http://schemas.microsoft.com/office/drawing/2014/main" id="{A8F2C4DE-6A1C-4BAF-CEDB-0741A198E0C1}"/>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B5A666D7-760F-C3E7-2C45-537A38AB18BC}"/>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94953DC7-FBD0-D234-515C-B70C65FA03DD}"/>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5459D9FD-10B1-F1DE-30EA-A0D3AFDA68E8}"/>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1134933467"/>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clusion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lvl1pPr>
            <a:lvl2pPr>
              <a:defRPr sz="3200"/>
            </a:lvl2pPr>
            <a:lvl3pPr>
              <a:defRPr sz="3200"/>
            </a:lvl3pPr>
            <a:lvl4pPr>
              <a:defRPr sz="3200"/>
            </a:lvl4pPr>
            <a:lvl5pPr>
              <a:defRPr sz="3200"/>
            </a:lvl5pPr>
          </a:lstStyle>
          <a:p>
            <a:pPr lvl="0"/>
            <a:r>
              <a:rPr lang="en-US"/>
              <a:t>Click to edit Master text styles</a:t>
            </a:r>
          </a:p>
        </p:txBody>
      </p:sp>
      <p:sp>
        <p:nvSpPr>
          <p:cNvPr id="5" name="Date Placeholder 4">
            <a:extLst>
              <a:ext uri="{FF2B5EF4-FFF2-40B4-BE49-F238E27FC236}">
                <a16:creationId xmlns:a16="http://schemas.microsoft.com/office/drawing/2014/main" id="{958CA01C-7827-82F6-2479-87C946BAD318}"/>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6" name="Footer Placeholder 5">
            <a:extLst>
              <a:ext uri="{FF2B5EF4-FFF2-40B4-BE49-F238E27FC236}">
                <a16:creationId xmlns:a16="http://schemas.microsoft.com/office/drawing/2014/main" id="{F5A9AE5F-A9DC-699F-D478-39BC3367EDFE}"/>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7" name="Slide Number Placeholder 6">
            <a:extLst>
              <a:ext uri="{FF2B5EF4-FFF2-40B4-BE49-F238E27FC236}">
                <a16:creationId xmlns:a16="http://schemas.microsoft.com/office/drawing/2014/main" id="{23C200B6-39EA-19E8-344A-F12A2E6EBA26}"/>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796368605"/>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clusion 2 Photo">
    <p:spTree>
      <p:nvGrpSpPr>
        <p:cNvPr id="1" name=""/>
        <p:cNvGrpSpPr/>
        <p:nvPr/>
      </p:nvGrpSpPr>
      <p:grpSpPr>
        <a:xfrm>
          <a:off x="0" y="0"/>
          <a:ext cx="0" cy="0"/>
          <a:chOff x="0" y="0"/>
          <a:chExt cx="0" cy="0"/>
        </a:xfrm>
      </p:grpSpPr>
      <p:sp>
        <p:nvSpPr>
          <p:cNvPr id="3" name="Picture Placeholder 10">
            <a:extLst>
              <a:ext uri="{FF2B5EF4-FFF2-40B4-BE49-F238E27FC236}">
                <a16:creationId xmlns:a16="http://schemas.microsoft.com/office/drawing/2014/main" id="{B4DEBDB5-5781-B892-9D45-BC728983633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481328" y="1517904"/>
            <a:ext cx="3685032" cy="3185499"/>
          </a:xfrm>
        </p:spPr>
        <p:txBody>
          <a:bodyPr anchor="t">
            <a:noAutofit/>
          </a:bodyPr>
          <a:lstStyle>
            <a:lvl1pPr>
              <a:defRPr sz="2400">
                <a:solidFill>
                  <a:schemeClr val="bg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64F9B09F-7191-4FCF-3B0D-173D1B5BE8AA}"/>
              </a:ext>
            </a:extLst>
          </p:cNvPr>
          <p:cNvSpPr>
            <a:spLocks noGrp="1"/>
          </p:cNvSpPr>
          <p:nvPr>
            <p:ph sz="quarter" idx="17"/>
          </p:nvPr>
        </p:nvSpPr>
        <p:spPr>
          <a:xfrm>
            <a:off x="7949096" y="4882895"/>
            <a:ext cx="3671404" cy="1425829"/>
          </a:xfrm>
          <a:prstGeom prst="rect">
            <a:avLst/>
          </a:prstGeom>
        </p:spPr>
        <p:txBody>
          <a:bodyPr/>
          <a:lstStyle>
            <a:lvl1pPr>
              <a:defRPr sz="3200">
                <a:solidFill>
                  <a:schemeClr val="bg1"/>
                </a:solidFill>
              </a:defRPr>
            </a:lvl1pPr>
            <a:lvl2pPr>
              <a:defRPr sz="3200"/>
            </a:lvl2pPr>
            <a:lvl3pPr>
              <a:defRPr sz="3200"/>
            </a:lvl3pPr>
            <a:lvl4pPr>
              <a:defRPr sz="3200"/>
            </a:lvl4pPr>
            <a:lvl5pPr>
              <a:defRPr sz="3200"/>
            </a:lvl5pPr>
          </a:lstStyle>
          <a:p>
            <a:pPr lvl="0"/>
            <a:r>
              <a:rPr lang="en-US"/>
              <a:t>Click to edit Master text styles</a:t>
            </a:r>
          </a:p>
        </p:txBody>
      </p:sp>
      <p:sp>
        <p:nvSpPr>
          <p:cNvPr id="6" name="Date Placeholder 5">
            <a:extLst>
              <a:ext uri="{FF2B5EF4-FFF2-40B4-BE49-F238E27FC236}">
                <a16:creationId xmlns:a16="http://schemas.microsoft.com/office/drawing/2014/main" id="{EAED4CBA-FED0-60CF-6658-5821F1968589}"/>
              </a:ext>
            </a:extLst>
          </p:cNvPr>
          <p:cNvSpPr>
            <a:spLocks noGrp="1"/>
          </p:cNvSpPr>
          <p:nvPr>
            <p:ph type="dt" sz="half" idx="18"/>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973E460F-1F60-3564-8377-BF259B8D5F20}"/>
              </a:ext>
            </a:extLst>
          </p:cNvPr>
          <p:cNvSpPr>
            <a:spLocks noGrp="1"/>
          </p:cNvSpPr>
          <p:nvPr>
            <p:ph type="ftr" sz="quarter" idx="19"/>
          </p:nvPr>
        </p:nvSpPr>
        <p:spPr/>
        <p:txBody>
          <a:bodyPr/>
          <a:lstStyle/>
          <a:p>
            <a:pPr>
              <a:spcBef>
                <a:spcPts val="1000"/>
              </a:spcBef>
              <a:buFont typeface="Arial" panose="020B0604020202020204" pitchFamily="34" charset="0"/>
              <a:buNone/>
            </a:pPr>
            <a:r>
              <a:rPr lang="en-US"/>
              <a:t>Presentation Title | Author | Date</a:t>
            </a:r>
          </a:p>
        </p:txBody>
      </p:sp>
      <p:sp>
        <p:nvSpPr>
          <p:cNvPr id="14" name="Slide Number Placeholder 13">
            <a:extLst>
              <a:ext uri="{FF2B5EF4-FFF2-40B4-BE49-F238E27FC236}">
                <a16:creationId xmlns:a16="http://schemas.microsoft.com/office/drawing/2014/main" id="{0D493F99-C63F-0DED-2802-307160340314}"/>
              </a:ext>
            </a:extLst>
          </p:cNvPr>
          <p:cNvSpPr>
            <a:spLocks noGrp="1"/>
          </p:cNvSpPr>
          <p:nvPr>
            <p:ph type="sldNum" sz="quarter" idx="20"/>
          </p:nvPr>
        </p:nvSpPr>
        <p:spPr/>
        <p:txBody>
          <a:bodyPr/>
          <a:lstStyle/>
          <a:p>
            <a:pPr algn="r"/>
            <a:fld id="{5D9A5160-6218-4E5A-B9E6-B93E3DAE377C}" type="slidenum">
              <a:rPr lang="en-US" smtClean="0"/>
              <a:pPr algn="r"/>
              <a:t>‹#›</a:t>
            </a:fld>
            <a:endParaRPr lang="en-US"/>
          </a:p>
        </p:txBody>
      </p:sp>
      <p:sp>
        <p:nvSpPr>
          <p:cNvPr id="8" name="Logo Placeholder 7">
            <a:extLst>
              <a:ext uri="{FF2B5EF4-FFF2-40B4-BE49-F238E27FC236}">
                <a16:creationId xmlns:a16="http://schemas.microsoft.com/office/drawing/2014/main" id="{6ED7570D-FB24-0E99-F979-503094A97154}"/>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60548968"/>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clusion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0EB54-2DDF-50B7-9D98-A038DEF17892}"/>
              </a:ext>
            </a:extLst>
          </p:cNvPr>
          <p:cNvSpPr>
            <a:spLocks noGrp="1"/>
          </p:cNvSpPr>
          <p:nvPr>
            <p:ph type="title"/>
          </p:nvPr>
        </p:nvSpPr>
        <p:spPr>
          <a:xfrm>
            <a:off x="7450171" y="2154596"/>
            <a:ext cx="4170329" cy="2737444"/>
          </a:xfrm>
        </p:spPr>
        <p:txBody>
          <a:bodyPr anchor="b">
            <a:noAutofit/>
          </a:bodyPr>
          <a:lstStyle>
            <a:lvl1pPr algn="r">
              <a:defRPr sz="4800"/>
            </a:lvl1pPr>
          </a:lstStyle>
          <a:p>
            <a:r>
              <a:rPr lang="en-US"/>
              <a:t>Click to edit Master title style</a:t>
            </a:r>
          </a:p>
        </p:txBody>
      </p:sp>
      <p:sp>
        <p:nvSpPr>
          <p:cNvPr id="3" name="Date Placeholder 2">
            <a:extLst>
              <a:ext uri="{FF2B5EF4-FFF2-40B4-BE49-F238E27FC236}">
                <a16:creationId xmlns:a16="http://schemas.microsoft.com/office/drawing/2014/main" id="{AE44684F-D794-29DA-96BD-7FDCFE9BBC83}"/>
              </a:ext>
            </a:extLst>
          </p:cNvPr>
          <p:cNvSpPr>
            <a:spLocks noGrp="1"/>
          </p:cNvSpPr>
          <p:nvPr>
            <p:ph type="dt" sz="half" idx="10"/>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4" name="Footer Placeholder 3">
            <a:extLst>
              <a:ext uri="{FF2B5EF4-FFF2-40B4-BE49-F238E27FC236}">
                <a16:creationId xmlns:a16="http://schemas.microsoft.com/office/drawing/2014/main" id="{810692F0-1502-0611-DB5D-DCB4C1B2D896}"/>
              </a:ext>
            </a:extLst>
          </p:cNvPr>
          <p:cNvSpPr>
            <a:spLocks noGrp="1"/>
          </p:cNvSpPr>
          <p:nvPr>
            <p:ph type="ftr" sz="quarter" idx="11"/>
          </p:nvPr>
        </p:nvSpPr>
        <p:spPr/>
        <p:txBody>
          <a:bodyPr/>
          <a:lstStyle/>
          <a:p>
            <a:pPr>
              <a:spcBef>
                <a:spcPts val="1000"/>
              </a:spcBef>
              <a:buFont typeface="Arial" panose="020B0604020202020204" pitchFamily="34" charset="0"/>
              <a:buNone/>
            </a:pPr>
            <a:r>
              <a:rPr lang="en-US"/>
              <a:t>Presentation Title | Author | Date</a:t>
            </a:r>
          </a:p>
        </p:txBody>
      </p:sp>
      <p:sp>
        <p:nvSpPr>
          <p:cNvPr id="5" name="Slide Number Placeholder 4">
            <a:extLst>
              <a:ext uri="{FF2B5EF4-FFF2-40B4-BE49-F238E27FC236}">
                <a16:creationId xmlns:a16="http://schemas.microsoft.com/office/drawing/2014/main" id="{D9D88EBB-9A16-B41B-C8AC-2FB3BD40ECDE}"/>
              </a:ext>
            </a:extLst>
          </p:cNvPr>
          <p:cNvSpPr>
            <a:spLocks noGrp="1"/>
          </p:cNvSpPr>
          <p:nvPr>
            <p:ph type="sldNum" sz="quarter" idx="12"/>
          </p:nvPr>
        </p:nvSpPr>
        <p:spPr/>
        <p:txBody>
          <a:body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1073975675"/>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clusion 3 Photo">
    <p:spTree>
      <p:nvGrpSpPr>
        <p:cNvPr id="1" name=""/>
        <p:cNvGrpSpPr/>
        <p:nvPr/>
      </p:nvGrpSpPr>
      <p:grpSpPr>
        <a:xfrm>
          <a:off x="0" y="0"/>
          <a:ext cx="0" cy="0"/>
          <a:chOff x="0" y="0"/>
          <a:chExt cx="0" cy="0"/>
        </a:xfrm>
      </p:grpSpPr>
      <p:sp>
        <p:nvSpPr>
          <p:cNvPr id="12" name="Picture Placeholder 10">
            <a:extLst>
              <a:ext uri="{FF2B5EF4-FFF2-40B4-BE49-F238E27FC236}">
                <a16:creationId xmlns:a16="http://schemas.microsoft.com/office/drawing/2014/main" id="{1C08FB90-AF58-85B5-3914-77B3471EE049}"/>
              </a:ext>
            </a:extLst>
          </p:cNvPr>
          <p:cNvSpPr>
            <a:spLocks noGrp="1"/>
          </p:cNvSpPr>
          <p:nvPr>
            <p:ph type="pic" sz="quarter" idx="13" hasCustomPrompt="1"/>
          </p:nvPr>
        </p:nvSpPr>
        <p:spPr>
          <a:xfrm>
            <a:off x="-1" y="0"/>
            <a:ext cx="12192001" cy="6858000"/>
          </a:xfrm>
          <a:prstGeom prst="rect">
            <a:avLst/>
          </a:prstGeom>
          <a:solidFill>
            <a:schemeClr val="bg1">
              <a:lumMod val="95000"/>
            </a:schemeClr>
          </a:solidFill>
        </p:spPr>
        <p:txBody>
          <a:bodyPr vert="horz" lIns="0" tIns="0" rIns="0" bIns="0" rtlCol="0">
            <a:noAutofit/>
          </a:bodyPr>
          <a:lstStyle>
            <a:lvl1pPr>
              <a:defRPr lang="en-US">
                <a:solidFill>
                  <a:schemeClr val="bg2">
                    <a:lumMod val="75000"/>
                  </a:schemeClr>
                </a:solidFill>
              </a:defRPr>
            </a:lvl1pPr>
          </a:lstStyle>
          <a:p>
            <a:r>
              <a:rPr lang="de-DE" dirty="0"/>
              <a:t>Insert Picture and send </a:t>
            </a:r>
            <a:r>
              <a:rPr lang="de-DE" dirty="0" err="1"/>
              <a:t>to</a:t>
            </a:r>
            <a:r>
              <a:rPr lang="de-DE" dirty="0"/>
              <a:t> back</a:t>
            </a:r>
          </a:p>
        </p:txBody>
      </p:sp>
      <p:sp>
        <p:nvSpPr>
          <p:cNvPr id="21" name="Title 1">
            <a:extLst>
              <a:ext uri="{FF2B5EF4-FFF2-40B4-BE49-F238E27FC236}">
                <a16:creationId xmlns:a16="http://schemas.microsoft.com/office/drawing/2014/main" id="{28231349-D5BA-64A4-A1C7-EDC789C8DEEB}"/>
              </a:ext>
            </a:extLst>
          </p:cNvPr>
          <p:cNvSpPr>
            <a:spLocks noGrp="1"/>
          </p:cNvSpPr>
          <p:nvPr>
            <p:ph type="title"/>
          </p:nvPr>
        </p:nvSpPr>
        <p:spPr>
          <a:xfrm>
            <a:off x="7450171" y="2154596"/>
            <a:ext cx="4170329" cy="2737444"/>
          </a:xfrm>
        </p:spPr>
        <p:txBody>
          <a:bodyPr anchor="b">
            <a:noAutofit/>
          </a:bodyPr>
          <a:lstStyle>
            <a:lvl1pPr algn="r">
              <a:defRPr sz="4800">
                <a:solidFill>
                  <a:schemeClr val="bg1"/>
                </a:solidFill>
              </a:defRPr>
            </a:lvl1pPr>
          </a:lstStyle>
          <a:p>
            <a:r>
              <a:rPr lang="en-US"/>
              <a:t>Click to edit Master title style</a:t>
            </a:r>
          </a:p>
        </p:txBody>
      </p:sp>
      <p:sp>
        <p:nvSpPr>
          <p:cNvPr id="6" name="Date Placeholder 5">
            <a:extLst>
              <a:ext uri="{FF2B5EF4-FFF2-40B4-BE49-F238E27FC236}">
                <a16:creationId xmlns:a16="http://schemas.microsoft.com/office/drawing/2014/main" id="{A4A388B3-FA4E-30F1-CC6B-BEF5D50CA00B}"/>
              </a:ext>
            </a:extLst>
          </p:cNvPr>
          <p:cNvSpPr>
            <a:spLocks noGrp="1"/>
          </p:cNvSpPr>
          <p:nvPr>
            <p:ph type="dt" sz="half" idx="14"/>
          </p:nvPr>
        </p:nvSpPr>
        <p:spPr/>
        <p:txBody>
          <a:bodyPr/>
          <a:lstStyle/>
          <a:p>
            <a:pPr>
              <a:spcBef>
                <a:spcPts val="1000"/>
              </a:spcBef>
              <a:buFont typeface="Arial" panose="020B0604020202020204" pitchFamily="34" charset="0"/>
              <a:buNone/>
            </a:pPr>
            <a:r>
              <a:rPr lang="en-US"/>
              <a:t>Company Confidential © Capgemini 2026. All rights reserved.</a:t>
            </a:r>
          </a:p>
        </p:txBody>
      </p:sp>
      <p:sp>
        <p:nvSpPr>
          <p:cNvPr id="7" name="Footer Placeholder 6">
            <a:extLst>
              <a:ext uri="{FF2B5EF4-FFF2-40B4-BE49-F238E27FC236}">
                <a16:creationId xmlns:a16="http://schemas.microsoft.com/office/drawing/2014/main" id="{8AC7AD12-0DD4-D7FD-F186-59426836A189}"/>
              </a:ext>
            </a:extLst>
          </p:cNvPr>
          <p:cNvSpPr>
            <a:spLocks noGrp="1"/>
          </p:cNvSpPr>
          <p:nvPr>
            <p:ph type="ftr" sz="quarter" idx="15"/>
          </p:nvPr>
        </p:nvSpPr>
        <p:spPr/>
        <p:txBody>
          <a:bodyPr/>
          <a:lstStyle/>
          <a:p>
            <a:pPr>
              <a:spcBef>
                <a:spcPts val="1000"/>
              </a:spcBef>
              <a:buFont typeface="Arial" panose="020B0604020202020204" pitchFamily="34" charset="0"/>
              <a:buNone/>
            </a:pPr>
            <a:r>
              <a:rPr lang="en-US"/>
              <a:t>Presentation Title | Author | Date</a:t>
            </a:r>
          </a:p>
        </p:txBody>
      </p:sp>
      <p:sp>
        <p:nvSpPr>
          <p:cNvPr id="8" name="Slide Number Placeholder 7">
            <a:extLst>
              <a:ext uri="{FF2B5EF4-FFF2-40B4-BE49-F238E27FC236}">
                <a16:creationId xmlns:a16="http://schemas.microsoft.com/office/drawing/2014/main" id="{18457B4D-EEFD-198C-15F3-0A77696494B6}"/>
              </a:ext>
            </a:extLst>
          </p:cNvPr>
          <p:cNvSpPr>
            <a:spLocks noGrp="1"/>
          </p:cNvSpPr>
          <p:nvPr>
            <p:ph type="sldNum" sz="quarter" idx="16"/>
          </p:nvPr>
        </p:nvSpPr>
        <p:spPr/>
        <p:txBody>
          <a:bodyPr/>
          <a:lstStyle/>
          <a:p>
            <a:pPr algn="r"/>
            <a:fld id="{5D9A5160-6218-4E5A-B9E6-B93E3DAE377C}" type="slidenum">
              <a:rPr lang="en-US" smtClean="0"/>
              <a:pPr algn="r"/>
              <a:t>‹#›</a:t>
            </a:fld>
            <a:endParaRPr lang="en-US"/>
          </a:p>
        </p:txBody>
      </p:sp>
      <p:sp>
        <p:nvSpPr>
          <p:cNvPr id="2" name="Logo Placeholder 7">
            <a:extLst>
              <a:ext uri="{FF2B5EF4-FFF2-40B4-BE49-F238E27FC236}">
                <a16:creationId xmlns:a16="http://schemas.microsoft.com/office/drawing/2014/main" id="{84DB15FA-DBE5-94F0-C763-DAB527467EF9}"/>
              </a:ext>
            </a:extLst>
          </p:cNvPr>
          <p:cNvSpPr>
            <a:spLocks noGrp="1"/>
          </p:cNvSpPr>
          <p:nvPr>
            <p:ph type="body" sz="quarter" idx="40" hasCustomPrompt="1"/>
          </p:nvPr>
        </p:nvSpPr>
        <p:spPr>
          <a:xfrm>
            <a:off x="11765626" y="128961"/>
            <a:ext cx="269046" cy="335806"/>
          </a:xfrm>
          <a:blipFill>
            <a:blip r:embed="rId2"/>
            <a:srcRect/>
            <a:stretch>
              <a:fillRect t="12891" b="13600"/>
            </a:stretch>
          </a:blipFill>
        </p:spPr>
        <p:txBody>
          <a:bodyPr vert="horz" lIns="0" tIns="0" rIns="0" bIns="0" rtlCol="0">
            <a:noAutofit/>
          </a:bodyPr>
          <a:lstStyle>
            <a:lvl1pPr algn="l">
              <a:defRPr lang="en-US" sz="200" smtClean="0">
                <a:solidFill>
                  <a:schemeClr val="bg1">
                    <a:lumMod val="85000"/>
                  </a:schemeClr>
                </a:solidFill>
              </a:defRPr>
            </a:lvl1pPr>
            <a:lvl2pPr>
              <a:defRPr lang="en-US" smtClean="0"/>
            </a:lvl2pPr>
            <a:lvl3pPr>
              <a:defRPr lang="en-US" smtClean="0"/>
            </a:lvl3pPr>
            <a:lvl4pPr>
              <a:defRPr lang="en-US" smtClean="0"/>
            </a:lvl4pPr>
            <a:lvl5pPr>
              <a:defRPr lang="en-US"/>
            </a:lvl5pPr>
          </a:lstStyle>
          <a:p>
            <a:pPr lvl="0"/>
            <a:r>
              <a:rPr lang="en-US" dirty="0"/>
              <a:t>Spade</a:t>
            </a:r>
          </a:p>
        </p:txBody>
      </p:sp>
    </p:spTree>
    <p:extLst>
      <p:ext uri="{BB962C8B-B14F-4D97-AF65-F5344CB8AC3E}">
        <p14:creationId xmlns:p14="http://schemas.microsoft.com/office/powerpoint/2010/main" val="4184585811"/>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showMasterSp="0" preserve="1" userDrawn="1">
  <p:cSld name="End Slide 1">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BE9A7C0-1B19-CA66-4300-296F0EE9926E}"/>
              </a:ext>
            </a:extLst>
          </p:cNvPr>
          <p:cNvSpPr/>
          <p:nvPr userDrawn="1">
            <p:custDataLst>
              <p:tags r:id="rId1"/>
            </p:custDataLst>
          </p:nvPr>
        </p:nvSpPr>
        <p:spPr>
          <a:xfrm>
            <a:off x="6096000"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8" name="Rectangle 7">
            <a:extLst>
              <a:ext uri="{FF2B5EF4-FFF2-40B4-BE49-F238E27FC236}">
                <a16:creationId xmlns:a16="http://schemas.microsoft.com/office/drawing/2014/main" id="{BC47918D-2D25-E44E-317A-2C575CFA6201}"/>
              </a:ext>
            </a:extLst>
          </p:cNvPr>
          <p:cNvSpPr/>
          <p:nvPr userDrawn="1">
            <p:custDataLst>
              <p:tags r:id="rId2"/>
            </p:custDataLst>
          </p:nvPr>
        </p:nvSpPr>
        <p:spPr>
          <a:xfrm>
            <a:off x="9499996" y="854464"/>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9" name="Rectangle 8">
            <a:extLst>
              <a:ext uri="{FF2B5EF4-FFF2-40B4-BE49-F238E27FC236}">
                <a16:creationId xmlns:a16="http://schemas.microsoft.com/office/drawing/2014/main" id="{223DD2BC-6CFE-2C0D-CC83-30E20FA868FB}"/>
              </a:ext>
            </a:extLst>
          </p:cNvPr>
          <p:cNvSpPr/>
          <p:nvPr userDrawn="1">
            <p:custDataLst>
              <p:tags r:id="rId3"/>
            </p:custDataLst>
          </p:nvPr>
        </p:nvSpPr>
        <p:spPr>
          <a:xfrm>
            <a:off x="6096000"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0" name="Rectangle 9">
            <a:extLst>
              <a:ext uri="{FF2B5EF4-FFF2-40B4-BE49-F238E27FC236}">
                <a16:creationId xmlns:a16="http://schemas.microsoft.com/office/drawing/2014/main" id="{4CD48234-BC4B-8C1A-A80D-4730B8F6FA54}"/>
              </a:ext>
            </a:extLst>
          </p:cNvPr>
          <p:cNvSpPr/>
          <p:nvPr userDrawn="1">
            <p:custDataLst>
              <p:tags r:id="rId4"/>
            </p:custDataLst>
          </p:nvPr>
        </p:nvSpPr>
        <p:spPr>
          <a:xfrm>
            <a:off x="9499996" y="2118389"/>
            <a:ext cx="2240280" cy="1031051"/>
          </a:xfrm>
          <a:prstGeom prst="rect">
            <a:avLst/>
          </a:prstGeom>
        </p:spPr>
        <p:txBody>
          <a:bodyPr wrap="square" lIns="0" tIns="0" rIns="0" bIns="0">
            <a:spAutoFit/>
          </a:bodyPr>
          <a:lstStyle/>
          <a:p>
            <a:pPr>
              <a:spcAft>
                <a:spcPts val="600"/>
              </a:spcAft>
            </a:pPr>
            <a:r>
              <a:rPr lang="en-US" sz="1200" b="0" i="0" dirty="0">
                <a:solidFill>
                  <a:schemeClr val="tx1"/>
                </a:solidFill>
                <a:cs typeface="Arial"/>
              </a:rPr>
              <a:t>Name, Last Name</a:t>
            </a:r>
          </a:p>
          <a:p>
            <a:pPr>
              <a:lnSpc>
                <a:spcPts val="1200"/>
              </a:lnSpc>
            </a:pPr>
            <a:r>
              <a:rPr lang="en-US" sz="1000" b="0" i="0" dirty="0">
                <a:solidFill>
                  <a:schemeClr val="tx1"/>
                </a:solidFill>
                <a:cs typeface="Arial"/>
              </a:rPr>
              <a:t>Title/Role</a:t>
            </a:r>
          </a:p>
          <a:p>
            <a:pPr>
              <a:lnSpc>
                <a:spcPts val="1200"/>
              </a:lnSpc>
            </a:pPr>
            <a:r>
              <a:rPr lang="en-US" sz="1000" b="0" i="0" dirty="0">
                <a:solidFill>
                  <a:schemeClr val="tx1"/>
                </a:solidFill>
                <a:cs typeface="Arial"/>
              </a:rPr>
              <a:t>Capgemini Office (Optional)</a:t>
            </a:r>
          </a:p>
          <a:p>
            <a:pPr>
              <a:lnSpc>
                <a:spcPts val="1200"/>
              </a:lnSpc>
            </a:pPr>
            <a:r>
              <a:rPr lang="en-US" sz="1000" b="0" i="0" dirty="0">
                <a:solidFill>
                  <a:schemeClr val="tx1"/>
                </a:solidFill>
                <a:cs typeface="Arial"/>
              </a:rPr>
              <a:t>Address Line 1</a:t>
            </a:r>
          </a:p>
          <a:p>
            <a:pPr>
              <a:lnSpc>
                <a:spcPts val="1200"/>
              </a:lnSpc>
            </a:pPr>
            <a:r>
              <a:rPr lang="en-US" sz="1000" b="0" i="0" dirty="0">
                <a:solidFill>
                  <a:schemeClr val="tx1"/>
                </a:solidFill>
                <a:cs typeface="Arial"/>
              </a:rPr>
              <a:t>Address Line 2 </a:t>
            </a:r>
          </a:p>
          <a:p>
            <a:pPr>
              <a:lnSpc>
                <a:spcPts val="1200"/>
              </a:lnSpc>
            </a:pPr>
            <a:r>
              <a:rPr lang="en-US" sz="1000" b="0" i="0" dirty="0">
                <a:solidFill>
                  <a:schemeClr val="tx1"/>
                </a:solidFill>
                <a:cs typeface="Arial"/>
              </a:rPr>
              <a:t>Address Line 3</a:t>
            </a:r>
          </a:p>
        </p:txBody>
      </p:sp>
      <p:sp>
        <p:nvSpPr>
          <p:cNvPr id="12" name="Rectangle 11">
            <a:extLst>
              <a:ext uri="{FF2B5EF4-FFF2-40B4-BE49-F238E27FC236}">
                <a16:creationId xmlns:a16="http://schemas.microsoft.com/office/drawing/2014/main" id="{F2AB464E-5373-7E4D-F692-A0E675F2B196}"/>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grpSp>
        <p:nvGrpSpPr>
          <p:cNvPr id="13" name="Group 2">
            <a:extLst>
              <a:ext uri="{FF2B5EF4-FFF2-40B4-BE49-F238E27FC236}">
                <a16:creationId xmlns:a16="http://schemas.microsoft.com/office/drawing/2014/main" id="{05772BD3-A81C-1CF6-82C7-FB11ED473A69}"/>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14" name="Freeform: Shape 4">
              <a:extLst>
                <a:ext uri="{FF2B5EF4-FFF2-40B4-BE49-F238E27FC236}">
                  <a16:creationId xmlns:a16="http://schemas.microsoft.com/office/drawing/2014/main" id="{65F4C06B-3F4B-043B-465F-2B296AB672AA}"/>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15" name="Freeform: Shape 5">
              <a:extLst>
                <a:ext uri="{FF2B5EF4-FFF2-40B4-BE49-F238E27FC236}">
                  <a16:creationId xmlns:a16="http://schemas.microsoft.com/office/drawing/2014/main" id="{0453F664-4E3E-18BB-40D3-004FB3A82BF3}"/>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16" name="Freeform: Shape 6">
              <a:extLst>
                <a:ext uri="{FF2B5EF4-FFF2-40B4-BE49-F238E27FC236}">
                  <a16:creationId xmlns:a16="http://schemas.microsoft.com/office/drawing/2014/main" id="{3AB8D922-277A-8D02-3B17-31150F2469B1}"/>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17" name="Freeform: Shape 7">
              <a:extLst>
                <a:ext uri="{FF2B5EF4-FFF2-40B4-BE49-F238E27FC236}">
                  <a16:creationId xmlns:a16="http://schemas.microsoft.com/office/drawing/2014/main" id="{3D3851EE-A1E2-2A22-50AE-7CA5E1ABE91F}"/>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18" name="Freeform: Shape 8">
              <a:extLst>
                <a:ext uri="{FF2B5EF4-FFF2-40B4-BE49-F238E27FC236}">
                  <a16:creationId xmlns:a16="http://schemas.microsoft.com/office/drawing/2014/main" id="{5A7D9DCF-973E-E84F-5D6E-861D2543EC15}"/>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sp>
        <p:nvSpPr>
          <p:cNvPr id="46" name="Rectangle 45">
            <a:extLst>
              <a:ext uri="{FF2B5EF4-FFF2-40B4-BE49-F238E27FC236}">
                <a16:creationId xmlns:a16="http://schemas.microsoft.com/office/drawing/2014/main" id="{518C19CA-236B-538A-7BAE-5BEFF8D5CC22}"/>
              </a:ext>
            </a:extLst>
          </p:cNvPr>
          <p:cNvSpPr/>
          <p:nvPr userDrawn="1"/>
        </p:nvSpPr>
        <p:spPr>
          <a:xfrm>
            <a:off x="550863" y="2834640"/>
            <a:ext cx="4345176" cy="81026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Ubuntu" panose="020B0504030602030204" pitchFamily="34" charset="0"/>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Ubuntu" panose="020B0504030602030204" pitchFamily="34" charset="0"/>
              </a:rPr>
              <a:t>w</a:t>
            </a:r>
            <a:r>
              <a:rPr lang="en-US" sz="1050" err="1">
                <a:solidFill>
                  <a:schemeClr val="tx1"/>
                </a:solidFill>
                <a:latin typeface="Ubuntu" panose="020B0504030602030204" pitchFamily="34" charset="0"/>
              </a:rPr>
              <a:t>ww.capgemini.com</a:t>
            </a:r>
            <a:endParaRPr lang="en-US" sz="1050">
              <a:solidFill>
                <a:schemeClr val="tx1"/>
              </a:solidFill>
              <a:latin typeface="Ubuntu" panose="020B0504030602030204" pitchFamily="34" charset="0"/>
            </a:endParaRPr>
          </a:p>
        </p:txBody>
      </p:sp>
      <p:sp>
        <p:nvSpPr>
          <p:cNvPr id="47" name="Rectangle 46">
            <a:extLst>
              <a:ext uri="{FF2B5EF4-FFF2-40B4-BE49-F238E27FC236}">
                <a16:creationId xmlns:a16="http://schemas.microsoft.com/office/drawing/2014/main" id="{5177A11C-B996-1AA2-5148-35CA703F28CC}"/>
              </a:ext>
            </a:extLst>
          </p:cNvPr>
          <p:cNvSpPr/>
          <p:nvPr userDrawn="1"/>
        </p:nvSpPr>
        <p:spPr>
          <a:xfrm>
            <a:off x="550864" y="85446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
        <p:nvSpPr>
          <p:cNvPr id="2" name="Rectangle 1">
            <a:extLst>
              <a:ext uri="{FF2B5EF4-FFF2-40B4-BE49-F238E27FC236}">
                <a16:creationId xmlns:a16="http://schemas.microsoft.com/office/drawing/2014/main" id="{B4F0B3F9-CBA2-7856-C464-2561C30F55EA}"/>
              </a:ext>
            </a:extLst>
          </p:cNvPr>
          <p:cNvSpPr/>
          <p:nvPr userDrawn="1"/>
        </p:nvSpPr>
        <p:spPr>
          <a:xfrm>
            <a:off x="470430" y="3657600"/>
            <a:ext cx="4345176" cy="5543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endParaRPr lang="en-US" sz="1600">
              <a:solidFill>
                <a:schemeClr val="tx2"/>
              </a:solidFill>
              <a:latin typeface="Ubuntu" panose="020B0504030602030204" pitchFamily="34" charset="0"/>
            </a:endParaRPr>
          </a:p>
        </p:txBody>
      </p:sp>
      <p:grpSp>
        <p:nvGrpSpPr>
          <p:cNvPr id="3" name="Group 2">
            <a:extLst>
              <a:ext uri="{FF2B5EF4-FFF2-40B4-BE49-F238E27FC236}">
                <a16:creationId xmlns:a16="http://schemas.microsoft.com/office/drawing/2014/main" id="{032EA5D1-01BC-8547-E583-F4461E337B07}"/>
              </a:ext>
            </a:extLst>
          </p:cNvPr>
          <p:cNvGrpSpPr/>
          <p:nvPr userDrawn="1"/>
        </p:nvGrpSpPr>
        <p:grpSpPr>
          <a:xfrm>
            <a:off x="8904288" y="5569004"/>
            <a:ext cx="1951070" cy="335280"/>
            <a:chOff x="8904288" y="5569004"/>
            <a:chExt cx="1951070" cy="335280"/>
          </a:xfrm>
        </p:grpSpPr>
        <p:pic>
          <p:nvPicPr>
            <p:cNvPr id="4" name="Picture 3">
              <a:hlinkClick r:id="rId6"/>
              <a:extLst>
                <a:ext uri="{FF2B5EF4-FFF2-40B4-BE49-F238E27FC236}">
                  <a16:creationId xmlns:a16="http://schemas.microsoft.com/office/drawing/2014/main" id="{C1B41439-3F63-921A-4BD5-954D4B0AE65E}"/>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5" name="Picture 4">
              <a:hlinkClick r:id="rId8"/>
              <a:extLst>
                <a:ext uri="{FF2B5EF4-FFF2-40B4-BE49-F238E27FC236}">
                  <a16:creationId xmlns:a16="http://schemas.microsoft.com/office/drawing/2014/main" id="{37B0DA3B-A3DD-C023-D858-9A326B5F72BD}"/>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6" name="Picture 5">
              <a:hlinkClick r:id="rId10"/>
              <a:extLst>
                <a:ext uri="{FF2B5EF4-FFF2-40B4-BE49-F238E27FC236}">
                  <a16:creationId xmlns:a16="http://schemas.microsoft.com/office/drawing/2014/main" id="{3394EDB2-3A11-9E1B-C773-9456BC7E3880}"/>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11" name="Picture 10">
              <a:hlinkClick r:id="rId12"/>
              <a:extLst>
                <a:ext uri="{FF2B5EF4-FFF2-40B4-BE49-F238E27FC236}">
                  <a16:creationId xmlns:a16="http://schemas.microsoft.com/office/drawing/2014/main" id="{3C9E59E1-109A-2B7A-17AB-C8C07EDBA3F4}"/>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21" name="Picture 20">
              <a:hlinkClick r:id="rId14"/>
              <a:extLst>
                <a:ext uri="{FF2B5EF4-FFF2-40B4-BE49-F238E27FC236}">
                  <a16:creationId xmlns:a16="http://schemas.microsoft.com/office/drawing/2014/main" id="{9C4FF414-462F-3E96-E9B0-58F7C38DE8F7}"/>
                </a:ext>
              </a:extLst>
            </p:cNvPr>
            <p:cNvPicPr>
              <a:picLocks noChangeAspect="1"/>
            </p:cNvPicPr>
            <p:nvPr userDrawn="1"/>
          </p:nvPicPr>
          <p:blipFill rotWithShape="1">
            <a:blip r:embed="rId15"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9" name="Rectangle 18">
            <a:extLst>
              <a:ext uri="{FF2B5EF4-FFF2-40B4-BE49-F238E27FC236}">
                <a16:creationId xmlns:a16="http://schemas.microsoft.com/office/drawing/2014/main" id="{AB8926FF-D001-F0F8-2F91-96975E5F641A}"/>
              </a:ext>
            </a:extLst>
          </p:cNvPr>
          <p:cNvSpPr/>
          <p:nvPr userDrawn="1"/>
        </p:nvSpPr>
        <p:spPr>
          <a:xfrm rot="16200000">
            <a:off x="1826323"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PL" sz="1400" b="0" i="0" u="none" strike="noStrike" kern="1200" cap="none" spc="0" normalizeH="0" baseline="0" noProof="0" err="1">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4031884026"/>
      </p:ext>
    </p:extLst>
  </p:cSld>
  <p:clrMapOvr>
    <a:masterClrMapping/>
  </p:clrMapOvr>
  <p:extLst>
    <p:ext uri="{DCECCB84-F9BA-43D5-87BE-67443E8EF086}">
      <p15:sldGuideLst xmlns:p15="http://schemas.microsoft.com/office/powerpoint/2012/main"/>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reserve="1" userDrawn="1">
  <p:cSld name="End Slide 2">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E828FFA5-3FBC-D174-A267-398AD796B6A1}"/>
              </a:ext>
            </a:extLst>
          </p:cNvPr>
          <p:cNvSpPr/>
          <p:nvPr userDrawn="1"/>
        </p:nvSpPr>
        <p:spPr>
          <a:xfrm>
            <a:off x="550862"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err="1">
                <a:solidFill>
                  <a:schemeClr val="tx1"/>
                </a:solidFill>
                <a:latin typeface="+mn-lt"/>
              </a:rPr>
              <a:t>w</a:t>
            </a:r>
            <a:r>
              <a:rPr lang="en-US" sz="1050" err="1">
                <a:solidFill>
                  <a:schemeClr val="tx1"/>
                </a:solidFill>
                <a:latin typeface="+mn-lt"/>
              </a:rPr>
              <a:t>ww.capgemini.com</a:t>
            </a:r>
            <a:endParaRPr lang="en-US" sz="1050">
              <a:solidFill>
                <a:schemeClr val="tx1"/>
              </a:solidFill>
              <a:latin typeface="+mn-lt"/>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2"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p>
          </p:txBody>
        </p:sp>
      </p:grpSp>
      <p:grpSp>
        <p:nvGrpSpPr>
          <p:cNvPr id="2" name="Group 1">
            <a:extLst>
              <a:ext uri="{FF2B5EF4-FFF2-40B4-BE49-F238E27FC236}">
                <a16:creationId xmlns:a16="http://schemas.microsoft.com/office/drawing/2014/main" id="{33CF6172-FAD6-301F-3990-BA19BDCBDD10}"/>
              </a:ext>
            </a:extLst>
          </p:cNvPr>
          <p:cNvGrpSpPr/>
          <p:nvPr userDrawn="1"/>
        </p:nvGrpSpPr>
        <p:grpSpPr>
          <a:xfrm>
            <a:off x="8904288" y="5569004"/>
            <a:ext cx="1951070" cy="335280"/>
            <a:chOff x="8904288" y="5569004"/>
            <a:chExt cx="1951070" cy="335280"/>
          </a:xfrm>
        </p:grpSpPr>
        <p:pic>
          <p:nvPicPr>
            <p:cNvPr id="3" name="Picture 2">
              <a:hlinkClick r:id="rId2"/>
              <a:extLst>
                <a:ext uri="{FF2B5EF4-FFF2-40B4-BE49-F238E27FC236}">
                  <a16:creationId xmlns:a16="http://schemas.microsoft.com/office/drawing/2014/main" id="{C80B44BA-49DA-9F84-82D3-870627147924}"/>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tx1"/>
              </a:solidFill>
            </a:ln>
          </p:spPr>
        </p:pic>
        <p:pic>
          <p:nvPicPr>
            <p:cNvPr id="4" name="Picture 3">
              <a:hlinkClick r:id="rId4"/>
              <a:extLst>
                <a:ext uri="{FF2B5EF4-FFF2-40B4-BE49-F238E27FC236}">
                  <a16:creationId xmlns:a16="http://schemas.microsoft.com/office/drawing/2014/main" id="{3F910AE5-DC10-6A3E-284B-4AA4EADB83AB}"/>
                </a:ext>
              </a:extLst>
            </p:cNvPr>
            <p:cNvPicPr>
              <a:picLocks noChangeAspect="1"/>
            </p:cNvPicPr>
            <p:nvPr userDrawn="1"/>
          </p:nvPicPr>
          <p:blipFill rotWithShape="1">
            <a:blip r:embed="rId5" cstate="screen">
              <a:extLs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tx1"/>
              </a:solidFill>
            </a:ln>
          </p:spPr>
        </p:pic>
        <p:pic>
          <p:nvPicPr>
            <p:cNvPr id="5" name="Picture 4">
              <a:hlinkClick r:id="rId6"/>
              <a:extLst>
                <a:ext uri="{FF2B5EF4-FFF2-40B4-BE49-F238E27FC236}">
                  <a16:creationId xmlns:a16="http://schemas.microsoft.com/office/drawing/2014/main" id="{38FCE476-10F1-8A4F-DF82-27A04965BB65}"/>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tx1"/>
              </a:solidFill>
            </a:ln>
          </p:spPr>
        </p:pic>
        <p:pic>
          <p:nvPicPr>
            <p:cNvPr id="6" name="Picture 5">
              <a:hlinkClick r:id="rId8"/>
              <a:extLst>
                <a:ext uri="{FF2B5EF4-FFF2-40B4-BE49-F238E27FC236}">
                  <a16:creationId xmlns:a16="http://schemas.microsoft.com/office/drawing/2014/main" id="{97AF43E1-E2D3-3572-59C0-6B864F4B3F70}"/>
                </a:ext>
              </a:extLst>
            </p:cNvPr>
            <p:cNvPicPr>
              <a:picLocks noChangeAspect="1"/>
            </p:cNvPicPr>
            <p:nvPr userDrawn="1"/>
          </p:nvPicPr>
          <p:blipFill rotWithShape="1">
            <a:blip r:embed="rId9" cstate="screen">
              <a:extLs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tx1"/>
              </a:solidFill>
            </a:ln>
          </p:spPr>
        </p:pic>
        <p:pic>
          <p:nvPicPr>
            <p:cNvPr id="7" name="Picture 6">
              <a:hlinkClick r:id="rId10"/>
              <a:extLst>
                <a:ext uri="{FF2B5EF4-FFF2-40B4-BE49-F238E27FC236}">
                  <a16:creationId xmlns:a16="http://schemas.microsoft.com/office/drawing/2014/main" id="{FE9806D4-7438-2762-EAEC-92F2B68803AC}"/>
                </a:ext>
              </a:extLst>
            </p:cNvPr>
            <p:cNvPicPr>
              <a:picLocks noChangeAspect="1"/>
            </p:cNvPicPr>
            <p:nvPr userDrawn="1"/>
          </p:nvPicPr>
          <p:blipFill rotWithShape="1">
            <a:blip r:embed="rId11" cstate="screen">
              <a:extLs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tx1"/>
              </a:solidFill>
            </a:ln>
          </p:spPr>
        </p:pic>
      </p:grpSp>
      <p:sp>
        <p:nvSpPr>
          <p:cNvPr id="10" name="Rectangle 9">
            <a:extLst>
              <a:ext uri="{FF2B5EF4-FFF2-40B4-BE49-F238E27FC236}">
                <a16:creationId xmlns:a16="http://schemas.microsoft.com/office/drawing/2014/main" id="{0B26CCF1-BAF6-4FCD-3421-F3BD01B6E505}"/>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tx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tx1"/>
                </a:solidFill>
                <a:latin typeface="+mn-lt"/>
                <a:cs typeface="Arial"/>
              </a:rPr>
              <a:t>Copyright © 2026 Capgemini. All rights reserved.</a:t>
            </a:r>
          </a:p>
        </p:txBody>
      </p:sp>
      <p:sp>
        <p:nvSpPr>
          <p:cNvPr id="11" name="Rectangle 10">
            <a:extLst>
              <a:ext uri="{FF2B5EF4-FFF2-40B4-BE49-F238E27FC236}">
                <a16:creationId xmlns:a16="http://schemas.microsoft.com/office/drawing/2014/main" id="{D466A9AF-E76C-000E-9F10-562BABF34749}"/>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948082143"/>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userDrawn="1">
  <p:cSld name="End Slide 3">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1D17019-0BF4-2D81-E041-AFBAAFE615A7}"/>
              </a:ext>
            </a:extLst>
          </p:cNvPr>
          <p:cNvSpPr/>
          <p:nvPr userDrawn="1"/>
        </p:nvSpPr>
        <p:spPr>
          <a:xfrm>
            <a:off x="8146580" y="0"/>
            <a:ext cx="4045420" cy="6858000"/>
          </a:xfrm>
          <a:prstGeom prst="rect">
            <a:avLst/>
          </a:prstGeom>
          <a:solidFill>
            <a:schemeClr val="tx2"/>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43" name="Group 2">
            <a:extLst>
              <a:ext uri="{FF2B5EF4-FFF2-40B4-BE49-F238E27FC236}">
                <a16:creationId xmlns:a16="http://schemas.microsoft.com/office/drawing/2014/main" id="{CD4310B4-5ADE-C2D0-DB4C-AF69D93A1DF5}"/>
              </a:ext>
            </a:extLst>
          </p:cNvPr>
          <p:cNvGrpSpPr>
            <a:grpSpLocks noChangeAspect="1"/>
          </p:cNvGrpSpPr>
          <p:nvPr userDrawn="1"/>
        </p:nvGrpSpPr>
        <p:grpSpPr>
          <a:xfrm>
            <a:off x="550863" y="6021288"/>
            <a:ext cx="1872000" cy="420870"/>
            <a:chOff x="5094083" y="5360390"/>
            <a:chExt cx="3039349" cy="683316"/>
          </a:xfrm>
          <a:solidFill>
            <a:schemeClr val="tx2"/>
          </a:solidFill>
        </p:grpSpPr>
        <p:sp>
          <p:nvSpPr>
            <p:cNvPr id="44" name="Freeform: Shape 4">
              <a:extLst>
                <a:ext uri="{FF2B5EF4-FFF2-40B4-BE49-F238E27FC236}">
                  <a16:creationId xmlns:a16="http://schemas.microsoft.com/office/drawing/2014/main" id="{089E09DC-D2DF-E25B-B85C-6EA1D98E1CA5}"/>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5" name="Freeform: Shape 5">
              <a:extLst>
                <a:ext uri="{FF2B5EF4-FFF2-40B4-BE49-F238E27FC236}">
                  <a16:creationId xmlns:a16="http://schemas.microsoft.com/office/drawing/2014/main" id="{CFFDC692-B337-393E-311F-6135E50AC699}"/>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6" name="Freeform: Shape 6">
              <a:extLst>
                <a:ext uri="{FF2B5EF4-FFF2-40B4-BE49-F238E27FC236}">
                  <a16:creationId xmlns:a16="http://schemas.microsoft.com/office/drawing/2014/main" id="{79F624AF-8CAF-1C4F-6AF4-0D3BAB6883DE}"/>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7" name="Freeform: Shape 7">
              <a:extLst>
                <a:ext uri="{FF2B5EF4-FFF2-40B4-BE49-F238E27FC236}">
                  <a16:creationId xmlns:a16="http://schemas.microsoft.com/office/drawing/2014/main" id="{CC7B72C0-ED2F-06D1-872B-CC0A248A4A55}"/>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grpFill/>
            <a:ln w="9525" cap="flat">
              <a:noFill/>
              <a:prstDash val="solid"/>
              <a:miter/>
            </a:ln>
          </p:spPr>
          <p:txBody>
            <a:bodyPr rtlCol="0" anchor="ctr"/>
            <a:lstStyle/>
            <a:p>
              <a:endParaRPr lang="en-US" sz="1800">
                <a:solidFill>
                  <a:schemeClr val="bg1"/>
                </a:solidFill>
              </a:endParaRPr>
            </a:p>
          </p:txBody>
        </p:sp>
        <p:sp>
          <p:nvSpPr>
            <p:cNvPr id="48" name="Freeform: Shape 8">
              <a:extLst>
                <a:ext uri="{FF2B5EF4-FFF2-40B4-BE49-F238E27FC236}">
                  <a16:creationId xmlns:a16="http://schemas.microsoft.com/office/drawing/2014/main" id="{4387627B-473F-668B-D2BC-7D0705259BFC}"/>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grpFill/>
            <a:ln w="9525" cap="flat">
              <a:noFill/>
              <a:prstDash val="solid"/>
              <a:miter/>
            </a:ln>
          </p:spPr>
          <p:txBody>
            <a:bodyPr rtlCol="0" anchor="ctr"/>
            <a:lstStyle/>
            <a:p>
              <a:endParaRPr lang="en-US" sz="1800">
                <a:solidFill>
                  <a:schemeClr val="bg1"/>
                </a:solidFill>
              </a:endParaRPr>
            </a:p>
          </p:txBody>
        </p:sp>
      </p:grpSp>
      <p:sp>
        <p:nvSpPr>
          <p:cNvPr id="10" name="Rectangle 9">
            <a:extLst>
              <a:ext uri="{FF2B5EF4-FFF2-40B4-BE49-F238E27FC236}">
                <a16:creationId xmlns:a16="http://schemas.microsoft.com/office/drawing/2014/main" id="{456848E4-9E3E-BD1A-A82D-C9F95359644C}"/>
              </a:ext>
            </a:extLst>
          </p:cNvPr>
          <p:cNvSpPr/>
          <p:nvPr userDrawn="1"/>
        </p:nvSpPr>
        <p:spPr>
          <a:xfrm>
            <a:off x="550863" y="3325369"/>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US" sz="1100" b="1" i="0" kern="1200" dirty="0">
                <a:solidFill>
                  <a:schemeClr val="tx2"/>
                </a:solidFill>
                <a:latin typeface="+mn-lt"/>
                <a:ea typeface="+mn-ea"/>
                <a:cs typeface="+mn-cs"/>
              </a:rPr>
              <a:t>Make it real.</a:t>
            </a:r>
          </a:p>
          <a:p>
            <a:pPr marL="0" marR="0" lvl="0" indent="0" algn="l" defTabSz="914400" rtl="0" eaLnBrk="1" fontAlgn="auto" latinLnBrk="0" hangingPunct="1">
              <a:lnSpc>
                <a:spcPts val="1200"/>
              </a:lnSpc>
              <a:spcBef>
                <a:spcPts val="0"/>
              </a:spcBef>
              <a:spcAft>
                <a:spcPts val="0"/>
              </a:spcAft>
              <a:buClrTx/>
              <a:buSzTx/>
              <a:buFontTx/>
              <a:buNone/>
              <a:tabLst/>
              <a:defRPr/>
            </a:pPr>
            <a:r>
              <a:rPr lang="en-US" sz="1050" b="0" i="0" dirty="0">
                <a:solidFill>
                  <a:schemeClr val="tx1"/>
                </a:solidFill>
                <a:latin typeface="+mn-lt"/>
              </a:rPr>
              <a:t>w</a:t>
            </a:r>
            <a:r>
              <a:rPr lang="en-US" sz="1050" dirty="0">
                <a:solidFill>
                  <a:schemeClr val="tx1"/>
                </a:solidFill>
                <a:latin typeface="+mn-lt"/>
              </a:rPr>
              <a:t>ww.capgemini.com</a:t>
            </a:r>
          </a:p>
        </p:txBody>
      </p:sp>
      <p:sp>
        <p:nvSpPr>
          <p:cNvPr id="11" name="Rectangle 10">
            <a:extLst>
              <a:ext uri="{FF2B5EF4-FFF2-40B4-BE49-F238E27FC236}">
                <a16:creationId xmlns:a16="http://schemas.microsoft.com/office/drawing/2014/main" id="{243A1DDC-0EE3-87D7-B55C-C8336892FA90}"/>
              </a:ext>
            </a:extLst>
          </p:cNvPr>
          <p:cNvSpPr/>
          <p:nvPr userDrawn="1"/>
        </p:nvSpPr>
        <p:spPr>
          <a:xfrm rot="16200000">
            <a:off x="4627581" y="3339001"/>
            <a:ext cx="6857998" cy="180000"/>
          </a:xfrm>
          <a:prstGeom prst="rect">
            <a:avLst/>
          </a:prstGeom>
          <a:gradFill>
            <a:gsLst>
              <a:gs pos="99000">
                <a:srgbClr val="00D5D0"/>
              </a:gs>
              <a:gs pos="0">
                <a:srgbClr val="111937"/>
              </a:gs>
              <a:gs pos="30000">
                <a:srgbClr val="0057AB"/>
              </a:gs>
              <a:gs pos="70000">
                <a:srgbClr val="1DB6F3"/>
              </a:gs>
            </a:gsLst>
            <a:lin ang="0" scaled="0"/>
          </a:gra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PL" sz="1400" err="1">
              <a:solidFill>
                <a:schemeClr val="tx1"/>
              </a:solidFill>
            </a:endParaRPr>
          </a:p>
        </p:txBody>
      </p:sp>
      <p:grpSp>
        <p:nvGrpSpPr>
          <p:cNvPr id="12" name="Group 11">
            <a:extLst>
              <a:ext uri="{FF2B5EF4-FFF2-40B4-BE49-F238E27FC236}">
                <a16:creationId xmlns:a16="http://schemas.microsoft.com/office/drawing/2014/main" id="{78E9408B-4A36-9F64-5766-AC150B683248}"/>
              </a:ext>
            </a:extLst>
          </p:cNvPr>
          <p:cNvGrpSpPr/>
          <p:nvPr userDrawn="1"/>
        </p:nvGrpSpPr>
        <p:grpSpPr>
          <a:xfrm>
            <a:off x="8904288" y="5569004"/>
            <a:ext cx="1951070" cy="335280"/>
            <a:chOff x="8904288" y="5569004"/>
            <a:chExt cx="1951070" cy="335280"/>
          </a:xfrm>
        </p:grpSpPr>
        <p:pic>
          <p:nvPicPr>
            <p:cNvPr id="13" name="Picture 12">
              <a:hlinkClick r:id="rId2"/>
              <a:extLst>
                <a:ext uri="{FF2B5EF4-FFF2-40B4-BE49-F238E27FC236}">
                  <a16:creationId xmlns:a16="http://schemas.microsoft.com/office/drawing/2014/main" id="{594B397F-1305-520D-FD72-252F047C02CE}"/>
                </a:ext>
              </a:extLst>
            </p:cNvPr>
            <p:cNvPicPr>
              <a:picLocks noChangeAspect="1"/>
            </p:cNvPicPr>
            <p:nvPr userDrawn="1"/>
          </p:nvPicPr>
          <p:blipFill rotWithShape="1">
            <a:blip r:embed="rId3" cstate="screen">
              <a:lum bright="70000" contrast="-70000"/>
              <a:extLst>
                <a:ext uri="{BEBA8EAE-BF5A-486C-A8C5-ECC9F3942E4B}">
                  <a14:imgProps xmlns:a14="http://schemas.microsoft.com/office/drawing/2010/main">
                    <a14:imgLayer r:embed="rId4">
                      <a14:imgEffect>
                        <a14:artisticPhotocopy/>
                      </a14:imgEffect>
                    </a14:imgLayer>
                  </a14:imgProps>
                </a:ext>
                <a:ext uri="{28A0092B-C50C-407E-A947-70E740481C1C}">
                  <a14:useLocalDpi xmlns:a14="http://schemas.microsoft.com/office/drawing/2010/main"/>
                </a:ext>
              </a:extLst>
            </a:blip>
            <a:srcRect l="-15803" t="-15499" r="-15008" b="-15313"/>
            <a:stretch>
              <a:fillRect/>
            </a:stretch>
          </p:blipFill>
          <p:spPr>
            <a:xfrm>
              <a:off x="10520558" y="5569004"/>
              <a:ext cx="334800" cy="334800"/>
            </a:xfrm>
            <a:prstGeom prst="ellipse">
              <a:avLst/>
            </a:prstGeom>
            <a:ln>
              <a:solidFill>
                <a:schemeClr val="bg1"/>
              </a:solidFill>
            </a:ln>
          </p:spPr>
        </p:pic>
        <p:pic>
          <p:nvPicPr>
            <p:cNvPr id="14" name="Picture 13">
              <a:hlinkClick r:id="rId5"/>
              <a:extLst>
                <a:ext uri="{FF2B5EF4-FFF2-40B4-BE49-F238E27FC236}">
                  <a16:creationId xmlns:a16="http://schemas.microsoft.com/office/drawing/2014/main" id="{2B8F14F5-4F4C-8CAB-B032-78509603B748}"/>
                </a:ext>
              </a:extLst>
            </p:cNvPr>
            <p:cNvPicPr>
              <a:picLocks noChangeAspect="1"/>
            </p:cNvPicPr>
            <p:nvPr userDrawn="1"/>
          </p:nvPicPr>
          <p:blipFill rotWithShape="1">
            <a:blip r:embed="rId6" cstate="screen">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a:ext>
              </a:extLst>
            </a:blip>
            <a:srcRect l="-11970" t="-13244" r="-14518" b="-13244"/>
            <a:stretch>
              <a:fillRect/>
            </a:stretch>
          </p:blipFill>
          <p:spPr>
            <a:xfrm>
              <a:off x="10119213" y="5569004"/>
              <a:ext cx="335280" cy="335280"/>
            </a:xfrm>
            <a:prstGeom prst="ellipse">
              <a:avLst/>
            </a:prstGeom>
            <a:ln>
              <a:solidFill>
                <a:schemeClr val="bg1"/>
              </a:solidFill>
            </a:ln>
          </p:spPr>
        </p:pic>
        <p:pic>
          <p:nvPicPr>
            <p:cNvPr id="15" name="Picture 14">
              <a:hlinkClick r:id="rId8"/>
              <a:extLst>
                <a:ext uri="{FF2B5EF4-FFF2-40B4-BE49-F238E27FC236}">
                  <a16:creationId xmlns:a16="http://schemas.microsoft.com/office/drawing/2014/main" id="{2FB6738B-5AD4-93DE-628B-7F9F226AE057}"/>
                </a:ext>
              </a:extLst>
            </p:cNvPr>
            <p:cNvPicPr>
              <a:picLocks noChangeAspect="1"/>
            </p:cNvPicPr>
            <p:nvPr userDrawn="1"/>
          </p:nvPicPr>
          <p:blipFill rotWithShape="1">
            <a:blip r:embed="rId9" cstate="screen">
              <a:lum bright="70000" contrast="-70000"/>
              <a:extLst>
                <a:ext uri="{BEBA8EAE-BF5A-486C-A8C5-ECC9F3942E4B}">
                  <a14:imgProps xmlns:a14="http://schemas.microsoft.com/office/drawing/2010/main">
                    <a14:imgLayer r:embed="rId10">
                      <a14:imgEffect>
                        <a14:artisticPhotocopy/>
                      </a14:imgEffect>
                    </a14:imgLayer>
                  </a14:imgProps>
                </a:ext>
                <a:ext uri="{28A0092B-C50C-407E-A947-70E740481C1C}">
                  <a14:useLocalDpi xmlns:a14="http://schemas.microsoft.com/office/drawing/2010/main"/>
                </a:ext>
              </a:extLst>
            </a:blip>
            <a:srcRect l="-19298" t="-20188" r="-21078" b="-20188"/>
            <a:stretch>
              <a:fillRect/>
            </a:stretch>
          </p:blipFill>
          <p:spPr>
            <a:xfrm>
              <a:off x="9714238" y="5569004"/>
              <a:ext cx="335280" cy="335280"/>
            </a:xfrm>
            <a:prstGeom prst="ellipse">
              <a:avLst/>
            </a:prstGeom>
            <a:ln>
              <a:solidFill>
                <a:schemeClr val="bg1"/>
              </a:solidFill>
            </a:ln>
          </p:spPr>
        </p:pic>
        <p:pic>
          <p:nvPicPr>
            <p:cNvPr id="16" name="Picture 15">
              <a:hlinkClick r:id="rId11"/>
              <a:extLst>
                <a:ext uri="{FF2B5EF4-FFF2-40B4-BE49-F238E27FC236}">
                  <a16:creationId xmlns:a16="http://schemas.microsoft.com/office/drawing/2014/main" id="{9B12A264-9803-3563-7FDB-B00341420E93}"/>
                </a:ext>
              </a:extLst>
            </p:cNvPr>
            <p:cNvPicPr>
              <a:picLocks noChangeAspect="1"/>
            </p:cNvPicPr>
            <p:nvPr userDrawn="1"/>
          </p:nvPicPr>
          <p:blipFill rotWithShape="1">
            <a:blip r:embed="rId12" cstate="screen">
              <a:lum bright="70000" contrast="-70000"/>
              <a:extLst>
                <a:ext uri="{BEBA8EAE-BF5A-486C-A8C5-ECC9F3942E4B}">
                  <a14:imgProps xmlns:a14="http://schemas.microsoft.com/office/drawing/2010/main">
                    <a14:imgLayer r:embed="rId13">
                      <a14:imgEffect>
                        <a14:artisticPhotocopy/>
                      </a14:imgEffect>
                    </a14:imgLayer>
                  </a14:imgProps>
                </a:ext>
                <a:ext uri="{28A0092B-C50C-407E-A947-70E740481C1C}">
                  <a14:useLocalDpi xmlns:a14="http://schemas.microsoft.com/office/drawing/2010/main"/>
                </a:ext>
              </a:extLst>
            </a:blip>
            <a:srcRect l="-23025" t="-21407" r="-19995" b="-21613"/>
            <a:stretch>
              <a:fillRect/>
            </a:stretch>
          </p:blipFill>
          <p:spPr>
            <a:xfrm>
              <a:off x="8904288" y="5569004"/>
              <a:ext cx="335280" cy="335280"/>
            </a:xfrm>
            <a:prstGeom prst="ellipse">
              <a:avLst/>
            </a:prstGeom>
            <a:ln>
              <a:solidFill>
                <a:schemeClr val="bg1"/>
              </a:solidFill>
            </a:ln>
          </p:spPr>
        </p:pic>
        <p:pic>
          <p:nvPicPr>
            <p:cNvPr id="18" name="Picture 17">
              <a:hlinkClick r:id="rId14"/>
              <a:extLst>
                <a:ext uri="{FF2B5EF4-FFF2-40B4-BE49-F238E27FC236}">
                  <a16:creationId xmlns:a16="http://schemas.microsoft.com/office/drawing/2014/main" id="{55679AC9-828E-26B9-8BA5-EB55C80AF8BA}"/>
                </a:ext>
              </a:extLst>
            </p:cNvPr>
            <p:cNvPicPr>
              <a:picLocks noChangeAspect="1"/>
            </p:cNvPicPr>
            <p:nvPr userDrawn="1"/>
          </p:nvPicPr>
          <p:blipFill rotWithShape="1">
            <a:blip r:embed="rId15" cstate="screen">
              <a:lum bright="70000" contrast="-70000"/>
              <a:extLst>
                <a:ext uri="{BEBA8EAE-BF5A-486C-A8C5-ECC9F3942E4B}">
                  <a14:imgProps xmlns:a14="http://schemas.microsoft.com/office/drawing/2010/main">
                    <a14:imgLayer r:embed="rId16">
                      <a14:imgEffect>
                        <a14:artisticPhotocopy/>
                      </a14:imgEffect>
                    </a14:imgLayer>
                  </a14:imgProps>
                </a:ext>
                <a:ext uri="{28A0092B-C50C-407E-A947-70E740481C1C}">
                  <a14:useLocalDpi xmlns:a14="http://schemas.microsoft.com/office/drawing/2010/main"/>
                </a:ext>
              </a:extLst>
            </a:blip>
            <a:srcRect l="-16187" t="-16601" r="-17015" b="-16601"/>
            <a:stretch>
              <a:fillRect/>
            </a:stretch>
          </p:blipFill>
          <p:spPr>
            <a:xfrm>
              <a:off x="9309263" y="5569004"/>
              <a:ext cx="335280" cy="335280"/>
            </a:xfrm>
            <a:prstGeom prst="ellipse">
              <a:avLst/>
            </a:prstGeom>
            <a:ln>
              <a:solidFill>
                <a:schemeClr val="bg1"/>
              </a:solidFill>
            </a:ln>
          </p:spPr>
        </p:pic>
      </p:grpSp>
      <p:sp>
        <p:nvSpPr>
          <p:cNvPr id="3" name="Rectangle 2">
            <a:extLst>
              <a:ext uri="{FF2B5EF4-FFF2-40B4-BE49-F238E27FC236}">
                <a16:creationId xmlns:a16="http://schemas.microsoft.com/office/drawing/2014/main" id="{1155318A-338B-B8C0-FF10-912D1F195A64}"/>
              </a:ext>
            </a:extLst>
          </p:cNvPr>
          <p:cNvSpPr/>
          <p:nvPr userDrawn="1"/>
        </p:nvSpPr>
        <p:spPr>
          <a:xfrm>
            <a:off x="8904288" y="6053226"/>
            <a:ext cx="2879725" cy="400110"/>
          </a:xfrm>
          <a:prstGeom prst="rect">
            <a:avLst/>
          </a:prstGeom>
        </p:spPr>
        <p:txBody>
          <a:bodyPr wrap="square" lIns="0" tIns="0" rIns="0" bIns="0" anchor="b" anchorCtr="0">
            <a:spAutoFit/>
          </a:bodyPr>
          <a:lstStyle/>
          <a:p>
            <a:pPr>
              <a:spcAft>
                <a:spcPts val="600"/>
              </a:spcAft>
            </a:pPr>
            <a:r>
              <a:rPr lang="en-US" sz="700" b="0" i="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700" b="0" i="0" noProof="0" dirty="0">
                <a:solidFill>
                  <a:schemeClr val="bg1"/>
                </a:solidFill>
                <a:latin typeface="+mn-lt"/>
                <a:cs typeface="Arial"/>
              </a:rPr>
              <a:t>Copyright © 2026 Capgemini. All rights reserved.</a:t>
            </a:r>
          </a:p>
        </p:txBody>
      </p:sp>
      <p:sp>
        <p:nvSpPr>
          <p:cNvPr id="4" name="Rectangle 3">
            <a:extLst>
              <a:ext uri="{FF2B5EF4-FFF2-40B4-BE49-F238E27FC236}">
                <a16:creationId xmlns:a16="http://schemas.microsoft.com/office/drawing/2014/main" id="{B1DCB544-C864-D4C7-146D-83B61717B1E6}"/>
              </a:ext>
            </a:extLst>
          </p:cNvPr>
          <p:cNvSpPr/>
          <p:nvPr userDrawn="1"/>
        </p:nvSpPr>
        <p:spPr>
          <a:xfrm>
            <a:off x="550864" y="1574544"/>
            <a:ext cx="4248471" cy="18544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indent="0" algn="just" defTabSz="914400" rtl="0" eaLnBrk="1" fontAlgn="auto" latinLnBrk="0" hangingPunct="1">
              <a:lnSpc>
                <a:spcPct val="100000"/>
              </a:lnSpc>
              <a:spcBef>
                <a:spcPts val="0"/>
              </a:spcBef>
              <a:spcAft>
                <a:spcPts val="120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mn-lt"/>
                <a:ea typeface="+mn-ea"/>
                <a:cs typeface="+mn-cs"/>
              </a:rPr>
              <a:t>About Capgemini</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900" dirty="0">
                <a:solidFill>
                  <a:schemeClr val="tx1"/>
                </a:solidFill>
              </a:rPr>
              <a:t>Capgemini is an AI-powered global business and technology transformation partner, delivering tangible business value. We imagine the future of organizations and make it real with AI, technology and people. With our strong heritage of nearly 60 years, we are a responsible and diverse group of over 420,000 team members in more than 50 countries. We deliver end-to-end services and solutions with our deep industry expertise and strong partner ecosystem, leveraging our capabilities across strategy, technology, design, engineering and business operations. The Group reported 2025 global revenues of €22.5 billion.</a:t>
            </a:r>
          </a:p>
        </p:txBody>
      </p:sp>
    </p:spTree>
    <p:extLst>
      <p:ext uri="{BB962C8B-B14F-4D97-AF65-F5344CB8AC3E}">
        <p14:creationId xmlns:p14="http://schemas.microsoft.com/office/powerpoint/2010/main" val="27094872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image" Target="../media/image1.png"/><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72.xml"/><Relationship Id="rId18" Type="http://schemas.openxmlformats.org/officeDocument/2006/relationships/slideLayout" Target="../slideLayouts/slideLayout77.xml"/><Relationship Id="rId26" Type="http://schemas.openxmlformats.org/officeDocument/2006/relationships/slideLayout" Target="../slideLayouts/slideLayout85.xml"/><Relationship Id="rId39" Type="http://schemas.openxmlformats.org/officeDocument/2006/relationships/slideLayout" Target="../slideLayouts/slideLayout98.xml"/><Relationship Id="rId21" Type="http://schemas.openxmlformats.org/officeDocument/2006/relationships/slideLayout" Target="../slideLayouts/slideLayout80.xml"/><Relationship Id="rId34" Type="http://schemas.openxmlformats.org/officeDocument/2006/relationships/slideLayout" Target="../slideLayouts/slideLayout93.xml"/><Relationship Id="rId42" Type="http://schemas.openxmlformats.org/officeDocument/2006/relationships/slideLayout" Target="../slideLayouts/slideLayout101.xml"/><Relationship Id="rId47" Type="http://schemas.openxmlformats.org/officeDocument/2006/relationships/slideLayout" Target="../slideLayouts/slideLayout106.xml"/><Relationship Id="rId50" Type="http://schemas.openxmlformats.org/officeDocument/2006/relationships/slideLayout" Target="../slideLayouts/slideLayout109.xml"/><Relationship Id="rId55" Type="http://schemas.openxmlformats.org/officeDocument/2006/relationships/slideLayout" Target="../slideLayouts/slideLayout114.xml"/><Relationship Id="rId7" Type="http://schemas.openxmlformats.org/officeDocument/2006/relationships/slideLayout" Target="../slideLayouts/slideLayout66.xml"/><Relationship Id="rId2" Type="http://schemas.openxmlformats.org/officeDocument/2006/relationships/slideLayout" Target="../slideLayouts/slideLayout61.xml"/><Relationship Id="rId16" Type="http://schemas.openxmlformats.org/officeDocument/2006/relationships/slideLayout" Target="../slideLayouts/slideLayout75.xml"/><Relationship Id="rId29" Type="http://schemas.openxmlformats.org/officeDocument/2006/relationships/slideLayout" Target="../slideLayouts/slideLayout88.xml"/><Relationship Id="rId11" Type="http://schemas.openxmlformats.org/officeDocument/2006/relationships/slideLayout" Target="../slideLayouts/slideLayout70.xml"/><Relationship Id="rId24" Type="http://schemas.openxmlformats.org/officeDocument/2006/relationships/slideLayout" Target="../slideLayouts/slideLayout83.xml"/><Relationship Id="rId32" Type="http://schemas.openxmlformats.org/officeDocument/2006/relationships/slideLayout" Target="../slideLayouts/slideLayout91.xml"/><Relationship Id="rId37" Type="http://schemas.openxmlformats.org/officeDocument/2006/relationships/slideLayout" Target="../slideLayouts/slideLayout96.xml"/><Relationship Id="rId40" Type="http://schemas.openxmlformats.org/officeDocument/2006/relationships/slideLayout" Target="../slideLayouts/slideLayout99.xml"/><Relationship Id="rId45" Type="http://schemas.openxmlformats.org/officeDocument/2006/relationships/slideLayout" Target="../slideLayouts/slideLayout104.xml"/><Relationship Id="rId53" Type="http://schemas.openxmlformats.org/officeDocument/2006/relationships/slideLayout" Target="../slideLayouts/slideLayout112.xml"/><Relationship Id="rId58" Type="http://schemas.openxmlformats.org/officeDocument/2006/relationships/slideLayout" Target="../slideLayouts/slideLayout117.xml"/><Relationship Id="rId5" Type="http://schemas.openxmlformats.org/officeDocument/2006/relationships/slideLayout" Target="../slideLayouts/slideLayout64.xml"/><Relationship Id="rId61" Type="http://schemas.openxmlformats.org/officeDocument/2006/relationships/image" Target="../media/image1.png"/><Relationship Id="rId19" Type="http://schemas.openxmlformats.org/officeDocument/2006/relationships/slideLayout" Target="../slideLayouts/slideLayout78.xml"/><Relationship Id="rId14" Type="http://schemas.openxmlformats.org/officeDocument/2006/relationships/slideLayout" Target="../slideLayouts/slideLayout73.xml"/><Relationship Id="rId22" Type="http://schemas.openxmlformats.org/officeDocument/2006/relationships/slideLayout" Target="../slideLayouts/slideLayout81.xml"/><Relationship Id="rId27" Type="http://schemas.openxmlformats.org/officeDocument/2006/relationships/slideLayout" Target="../slideLayouts/slideLayout86.xml"/><Relationship Id="rId30" Type="http://schemas.openxmlformats.org/officeDocument/2006/relationships/slideLayout" Target="../slideLayouts/slideLayout89.xml"/><Relationship Id="rId35" Type="http://schemas.openxmlformats.org/officeDocument/2006/relationships/slideLayout" Target="../slideLayouts/slideLayout94.xml"/><Relationship Id="rId43" Type="http://schemas.openxmlformats.org/officeDocument/2006/relationships/slideLayout" Target="../slideLayouts/slideLayout102.xml"/><Relationship Id="rId48" Type="http://schemas.openxmlformats.org/officeDocument/2006/relationships/slideLayout" Target="../slideLayouts/slideLayout107.xml"/><Relationship Id="rId56" Type="http://schemas.openxmlformats.org/officeDocument/2006/relationships/slideLayout" Target="../slideLayouts/slideLayout115.xml"/><Relationship Id="rId8" Type="http://schemas.openxmlformats.org/officeDocument/2006/relationships/slideLayout" Target="../slideLayouts/slideLayout67.xml"/><Relationship Id="rId51" Type="http://schemas.openxmlformats.org/officeDocument/2006/relationships/slideLayout" Target="../slideLayouts/slideLayout110.xml"/><Relationship Id="rId3" Type="http://schemas.openxmlformats.org/officeDocument/2006/relationships/slideLayout" Target="../slideLayouts/slideLayout62.xml"/><Relationship Id="rId12" Type="http://schemas.openxmlformats.org/officeDocument/2006/relationships/slideLayout" Target="../slideLayouts/slideLayout71.xml"/><Relationship Id="rId17" Type="http://schemas.openxmlformats.org/officeDocument/2006/relationships/slideLayout" Target="../slideLayouts/slideLayout76.xml"/><Relationship Id="rId25" Type="http://schemas.openxmlformats.org/officeDocument/2006/relationships/slideLayout" Target="../slideLayouts/slideLayout84.xml"/><Relationship Id="rId33" Type="http://schemas.openxmlformats.org/officeDocument/2006/relationships/slideLayout" Target="../slideLayouts/slideLayout92.xml"/><Relationship Id="rId38" Type="http://schemas.openxmlformats.org/officeDocument/2006/relationships/slideLayout" Target="../slideLayouts/slideLayout97.xml"/><Relationship Id="rId46" Type="http://schemas.openxmlformats.org/officeDocument/2006/relationships/slideLayout" Target="../slideLayouts/slideLayout105.xml"/><Relationship Id="rId59" Type="http://schemas.openxmlformats.org/officeDocument/2006/relationships/slideLayout" Target="../slideLayouts/slideLayout118.xml"/><Relationship Id="rId20" Type="http://schemas.openxmlformats.org/officeDocument/2006/relationships/slideLayout" Target="../slideLayouts/slideLayout79.xml"/><Relationship Id="rId41" Type="http://schemas.openxmlformats.org/officeDocument/2006/relationships/slideLayout" Target="../slideLayouts/slideLayout100.xml"/><Relationship Id="rId54" Type="http://schemas.openxmlformats.org/officeDocument/2006/relationships/slideLayout" Target="../slideLayouts/slideLayout113.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5" Type="http://schemas.openxmlformats.org/officeDocument/2006/relationships/slideLayout" Target="../slideLayouts/slideLayout74.xml"/><Relationship Id="rId23" Type="http://schemas.openxmlformats.org/officeDocument/2006/relationships/slideLayout" Target="../slideLayouts/slideLayout82.xml"/><Relationship Id="rId28" Type="http://schemas.openxmlformats.org/officeDocument/2006/relationships/slideLayout" Target="../slideLayouts/slideLayout87.xml"/><Relationship Id="rId36" Type="http://schemas.openxmlformats.org/officeDocument/2006/relationships/slideLayout" Target="../slideLayouts/slideLayout95.xml"/><Relationship Id="rId49" Type="http://schemas.openxmlformats.org/officeDocument/2006/relationships/slideLayout" Target="../slideLayouts/slideLayout108.xml"/><Relationship Id="rId57" Type="http://schemas.openxmlformats.org/officeDocument/2006/relationships/slideLayout" Target="../slideLayouts/slideLayout116.xml"/><Relationship Id="rId10" Type="http://schemas.openxmlformats.org/officeDocument/2006/relationships/slideLayout" Target="../slideLayouts/slideLayout69.xml"/><Relationship Id="rId31" Type="http://schemas.openxmlformats.org/officeDocument/2006/relationships/slideLayout" Target="../slideLayouts/slideLayout90.xml"/><Relationship Id="rId44" Type="http://schemas.openxmlformats.org/officeDocument/2006/relationships/slideLayout" Target="../slideLayouts/slideLayout103.xml"/><Relationship Id="rId52" Type="http://schemas.openxmlformats.org/officeDocument/2006/relationships/slideLayout" Target="../slideLayouts/slideLayout111.xml"/><Relationship Id="rId60" Type="http://schemas.openxmlformats.org/officeDocument/2006/relationships/theme" Target="../theme/theme2.xml"/><Relationship Id="rId4" Type="http://schemas.openxmlformats.org/officeDocument/2006/relationships/slideLayout" Target="../slideLayouts/slideLayout63.xml"/><Relationship Id="rId9" Type="http://schemas.openxmlformats.org/officeDocument/2006/relationships/slideLayout" Target="../slideLayouts/slideLayout6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9.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32.xml"/><Relationship Id="rId18" Type="http://schemas.openxmlformats.org/officeDocument/2006/relationships/slideLayout" Target="../slideLayouts/slideLayout137.xml"/><Relationship Id="rId26" Type="http://schemas.openxmlformats.org/officeDocument/2006/relationships/slideLayout" Target="../slideLayouts/slideLayout145.xml"/><Relationship Id="rId39" Type="http://schemas.openxmlformats.org/officeDocument/2006/relationships/slideLayout" Target="../slideLayouts/slideLayout158.xml"/><Relationship Id="rId21" Type="http://schemas.openxmlformats.org/officeDocument/2006/relationships/slideLayout" Target="../slideLayouts/slideLayout140.xml"/><Relationship Id="rId34" Type="http://schemas.openxmlformats.org/officeDocument/2006/relationships/slideLayout" Target="../slideLayouts/slideLayout153.xml"/><Relationship Id="rId42" Type="http://schemas.openxmlformats.org/officeDocument/2006/relationships/slideLayout" Target="../slideLayouts/slideLayout161.xml"/><Relationship Id="rId47" Type="http://schemas.openxmlformats.org/officeDocument/2006/relationships/slideLayout" Target="../slideLayouts/slideLayout166.xml"/><Relationship Id="rId50" Type="http://schemas.openxmlformats.org/officeDocument/2006/relationships/slideLayout" Target="../slideLayouts/slideLayout169.xml"/><Relationship Id="rId55" Type="http://schemas.openxmlformats.org/officeDocument/2006/relationships/slideLayout" Target="../slideLayouts/slideLayout174.xml"/><Relationship Id="rId7" Type="http://schemas.openxmlformats.org/officeDocument/2006/relationships/slideLayout" Target="../slideLayouts/slideLayout126.xml"/><Relationship Id="rId2" Type="http://schemas.openxmlformats.org/officeDocument/2006/relationships/slideLayout" Target="../slideLayouts/slideLayout121.xml"/><Relationship Id="rId16" Type="http://schemas.openxmlformats.org/officeDocument/2006/relationships/slideLayout" Target="../slideLayouts/slideLayout135.xml"/><Relationship Id="rId29" Type="http://schemas.openxmlformats.org/officeDocument/2006/relationships/slideLayout" Target="../slideLayouts/slideLayout148.xml"/><Relationship Id="rId11" Type="http://schemas.openxmlformats.org/officeDocument/2006/relationships/slideLayout" Target="../slideLayouts/slideLayout130.xml"/><Relationship Id="rId24" Type="http://schemas.openxmlformats.org/officeDocument/2006/relationships/slideLayout" Target="../slideLayouts/slideLayout143.xml"/><Relationship Id="rId32" Type="http://schemas.openxmlformats.org/officeDocument/2006/relationships/slideLayout" Target="../slideLayouts/slideLayout151.xml"/><Relationship Id="rId37" Type="http://schemas.openxmlformats.org/officeDocument/2006/relationships/slideLayout" Target="../slideLayouts/slideLayout156.xml"/><Relationship Id="rId40" Type="http://schemas.openxmlformats.org/officeDocument/2006/relationships/slideLayout" Target="../slideLayouts/slideLayout159.xml"/><Relationship Id="rId45" Type="http://schemas.openxmlformats.org/officeDocument/2006/relationships/slideLayout" Target="../slideLayouts/slideLayout164.xml"/><Relationship Id="rId53" Type="http://schemas.openxmlformats.org/officeDocument/2006/relationships/slideLayout" Target="../slideLayouts/slideLayout172.xml"/><Relationship Id="rId58" Type="http://schemas.openxmlformats.org/officeDocument/2006/relationships/slideLayout" Target="../slideLayouts/slideLayout177.xml"/><Relationship Id="rId5" Type="http://schemas.openxmlformats.org/officeDocument/2006/relationships/slideLayout" Target="../slideLayouts/slideLayout124.xml"/><Relationship Id="rId61" Type="http://schemas.openxmlformats.org/officeDocument/2006/relationships/image" Target="../media/image1.png"/><Relationship Id="rId19" Type="http://schemas.openxmlformats.org/officeDocument/2006/relationships/slideLayout" Target="../slideLayouts/slideLayout138.xml"/><Relationship Id="rId14" Type="http://schemas.openxmlformats.org/officeDocument/2006/relationships/slideLayout" Target="../slideLayouts/slideLayout133.xml"/><Relationship Id="rId22" Type="http://schemas.openxmlformats.org/officeDocument/2006/relationships/slideLayout" Target="../slideLayouts/slideLayout141.xml"/><Relationship Id="rId27" Type="http://schemas.openxmlformats.org/officeDocument/2006/relationships/slideLayout" Target="../slideLayouts/slideLayout146.xml"/><Relationship Id="rId30" Type="http://schemas.openxmlformats.org/officeDocument/2006/relationships/slideLayout" Target="../slideLayouts/slideLayout149.xml"/><Relationship Id="rId35" Type="http://schemas.openxmlformats.org/officeDocument/2006/relationships/slideLayout" Target="../slideLayouts/slideLayout154.xml"/><Relationship Id="rId43" Type="http://schemas.openxmlformats.org/officeDocument/2006/relationships/slideLayout" Target="../slideLayouts/slideLayout162.xml"/><Relationship Id="rId48" Type="http://schemas.openxmlformats.org/officeDocument/2006/relationships/slideLayout" Target="../slideLayouts/slideLayout167.xml"/><Relationship Id="rId56" Type="http://schemas.openxmlformats.org/officeDocument/2006/relationships/slideLayout" Target="../slideLayouts/slideLayout175.xml"/><Relationship Id="rId8" Type="http://schemas.openxmlformats.org/officeDocument/2006/relationships/slideLayout" Target="../slideLayouts/slideLayout127.xml"/><Relationship Id="rId51" Type="http://schemas.openxmlformats.org/officeDocument/2006/relationships/slideLayout" Target="../slideLayouts/slideLayout170.xml"/><Relationship Id="rId3" Type="http://schemas.openxmlformats.org/officeDocument/2006/relationships/slideLayout" Target="../slideLayouts/slideLayout122.xml"/><Relationship Id="rId12" Type="http://schemas.openxmlformats.org/officeDocument/2006/relationships/slideLayout" Target="../slideLayouts/slideLayout131.xml"/><Relationship Id="rId17" Type="http://schemas.openxmlformats.org/officeDocument/2006/relationships/slideLayout" Target="../slideLayouts/slideLayout136.xml"/><Relationship Id="rId25" Type="http://schemas.openxmlformats.org/officeDocument/2006/relationships/slideLayout" Target="../slideLayouts/slideLayout144.xml"/><Relationship Id="rId33" Type="http://schemas.openxmlformats.org/officeDocument/2006/relationships/slideLayout" Target="../slideLayouts/slideLayout152.xml"/><Relationship Id="rId38" Type="http://schemas.openxmlformats.org/officeDocument/2006/relationships/slideLayout" Target="../slideLayouts/slideLayout157.xml"/><Relationship Id="rId46" Type="http://schemas.openxmlformats.org/officeDocument/2006/relationships/slideLayout" Target="../slideLayouts/slideLayout165.xml"/><Relationship Id="rId59" Type="http://schemas.openxmlformats.org/officeDocument/2006/relationships/slideLayout" Target="../slideLayouts/slideLayout178.xml"/><Relationship Id="rId20" Type="http://schemas.openxmlformats.org/officeDocument/2006/relationships/slideLayout" Target="../slideLayouts/slideLayout139.xml"/><Relationship Id="rId41" Type="http://schemas.openxmlformats.org/officeDocument/2006/relationships/slideLayout" Target="../slideLayouts/slideLayout160.xml"/><Relationship Id="rId54" Type="http://schemas.openxmlformats.org/officeDocument/2006/relationships/slideLayout" Target="../slideLayouts/slideLayout173.xml"/><Relationship Id="rId1" Type="http://schemas.openxmlformats.org/officeDocument/2006/relationships/slideLayout" Target="../slideLayouts/slideLayout120.xml"/><Relationship Id="rId6" Type="http://schemas.openxmlformats.org/officeDocument/2006/relationships/slideLayout" Target="../slideLayouts/slideLayout125.xml"/><Relationship Id="rId15" Type="http://schemas.openxmlformats.org/officeDocument/2006/relationships/slideLayout" Target="../slideLayouts/slideLayout134.xml"/><Relationship Id="rId23" Type="http://schemas.openxmlformats.org/officeDocument/2006/relationships/slideLayout" Target="../slideLayouts/slideLayout142.xml"/><Relationship Id="rId28" Type="http://schemas.openxmlformats.org/officeDocument/2006/relationships/slideLayout" Target="../slideLayouts/slideLayout147.xml"/><Relationship Id="rId36" Type="http://schemas.openxmlformats.org/officeDocument/2006/relationships/slideLayout" Target="../slideLayouts/slideLayout155.xml"/><Relationship Id="rId49" Type="http://schemas.openxmlformats.org/officeDocument/2006/relationships/slideLayout" Target="../slideLayouts/slideLayout168.xml"/><Relationship Id="rId57" Type="http://schemas.openxmlformats.org/officeDocument/2006/relationships/slideLayout" Target="../slideLayouts/slideLayout176.xml"/><Relationship Id="rId10" Type="http://schemas.openxmlformats.org/officeDocument/2006/relationships/slideLayout" Target="../slideLayouts/slideLayout129.xml"/><Relationship Id="rId31" Type="http://schemas.openxmlformats.org/officeDocument/2006/relationships/slideLayout" Target="../slideLayouts/slideLayout150.xml"/><Relationship Id="rId44" Type="http://schemas.openxmlformats.org/officeDocument/2006/relationships/slideLayout" Target="../slideLayouts/slideLayout163.xml"/><Relationship Id="rId52" Type="http://schemas.openxmlformats.org/officeDocument/2006/relationships/slideLayout" Target="../slideLayouts/slideLayout171.xml"/><Relationship Id="rId60" Type="http://schemas.openxmlformats.org/officeDocument/2006/relationships/theme" Target="../theme/theme4.xml"/><Relationship Id="rId4" Type="http://schemas.openxmlformats.org/officeDocument/2006/relationships/slideLayout" Target="../slideLayouts/slideLayout123.xml"/><Relationship Id="rId9" Type="http://schemas.openxmlformats.org/officeDocument/2006/relationships/slideLayout" Target="../slideLayouts/slideLayout1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GRID" hidden="1">
            <a:extLst>
              <a:ext uri="{FF2B5EF4-FFF2-40B4-BE49-F238E27FC236}">
                <a16:creationId xmlns:a16="http://schemas.microsoft.com/office/drawing/2014/main" id="{A27D0679-8D96-1186-A961-BDC17B525A6F}"/>
              </a:ext>
            </a:extLst>
          </p:cNvPr>
          <p:cNvPicPr>
            <a:picLocks noGrp="1" noRot="1" noChangeAspect="1" noMove="1" noResize="1" noEditPoints="1" noAdjustHandles="1" noChangeArrowheads="1" noChangeShapeType="1" noCrop="1"/>
          </p:cNvPicPr>
          <p:nvPr userDrawn="1"/>
        </p:nvPicPr>
        <p:blipFill>
          <a:blip r:embed="rId61" cstate="screen">
            <a:extLst>
              <a:ext uri="{28A0092B-C50C-407E-A947-70E740481C1C}">
                <a14:useLocalDpi xmlns:a14="http://schemas.microsoft.com/office/drawing/2010/main"/>
              </a:ext>
            </a:extLst>
          </a:blip>
          <a:stretch>
            <a:fillRect/>
          </a:stretch>
        </p:blipFill>
        <p:spPr>
          <a:xfrm>
            <a:off x="414971" y="388938"/>
            <a:ext cx="11369040" cy="6067248"/>
          </a:xfrm>
          <a:prstGeom prst="rect">
            <a:avLst/>
          </a:prstGeom>
        </p:spPr>
      </p:pic>
      <p:sp>
        <p:nvSpPr>
          <p:cNvPr id="4" name="Text Placeholder 1"/>
          <p:cNvSpPr>
            <a:spLocks noGrp="1"/>
          </p:cNvSpPr>
          <p:nvPr>
            <p:ph type="body" idx="1"/>
          </p:nvPr>
        </p:nvSpPr>
        <p:spPr>
          <a:xfrm>
            <a:off x="407988" y="1628800"/>
            <a:ext cx="11369040" cy="4829080"/>
          </a:xfrm>
          <a:prstGeom prst="rect">
            <a:avLst/>
          </a:prstGeom>
        </p:spPr>
        <p:txBody>
          <a:bodyPr vert="horz" lIns="0" tIns="0" rIns="0" bIns="0" rtlCol="0">
            <a:noAutofit/>
          </a:bodyPr>
          <a:lstStyle/>
          <a:p>
            <a:pPr lvl="0"/>
            <a:r>
              <a:rPr lang="fr-FR" dirty="0"/>
              <a:t>Enter </a:t>
            </a:r>
            <a:r>
              <a:rPr lang="fr-FR" dirty="0" err="1"/>
              <a:t>your</a:t>
            </a:r>
            <a:r>
              <a:rPr lang="fr-FR" dirty="0"/>
              <a:t> contents</a:t>
            </a:r>
          </a:p>
          <a:p>
            <a:pPr lvl="1"/>
            <a:r>
              <a:rPr lang="fr-FR" dirty="0"/>
              <a:t>Second </a:t>
            </a:r>
            <a:r>
              <a:rPr lang="fr-FR" dirty="0" err="1"/>
              <a:t>level</a:t>
            </a:r>
            <a:endParaRPr lang="fr-FR" dirty="0"/>
          </a:p>
          <a:p>
            <a:pPr lvl="2"/>
            <a:r>
              <a:rPr lang="fr-FR" dirty="0" err="1"/>
              <a:t>Third</a:t>
            </a:r>
            <a:r>
              <a:rPr lang="fr-FR" dirty="0"/>
              <a:t> </a:t>
            </a:r>
            <a:r>
              <a:rPr lang="fr-FR" dirty="0" err="1"/>
              <a:t>level</a:t>
            </a:r>
            <a:endParaRPr lang="fr-FR" dirty="0"/>
          </a:p>
          <a:p>
            <a:pPr lvl="3"/>
            <a:r>
              <a:rPr lang="fr-FR" dirty="0" err="1"/>
              <a:t>Fourth</a:t>
            </a:r>
            <a:r>
              <a:rPr lang="fr-FR" dirty="0"/>
              <a:t> </a:t>
            </a:r>
            <a:r>
              <a:rPr lang="fr-FR" dirty="0" err="1"/>
              <a:t>level</a:t>
            </a:r>
            <a:endParaRPr lang="fr-FR" dirty="0"/>
          </a:p>
          <a:p>
            <a:pPr lvl="4"/>
            <a:r>
              <a:rPr lang="fr-FR" dirty="0" err="1"/>
              <a:t>Fifth</a:t>
            </a:r>
            <a:r>
              <a:rPr lang="fr-FR" dirty="0"/>
              <a:t> </a:t>
            </a:r>
            <a:r>
              <a:rPr lang="fr-FR" dirty="0" err="1"/>
              <a:t>level</a:t>
            </a:r>
            <a:endParaRPr lang="en-US" dirty="0"/>
          </a:p>
        </p:txBody>
      </p:sp>
      <p:grpSp>
        <p:nvGrpSpPr>
          <p:cNvPr id="31" name="Groupe 1">
            <a:extLst>
              <a:ext uri="{FF2B5EF4-FFF2-40B4-BE49-F238E27FC236}">
                <a16:creationId xmlns:a16="http://schemas.microsoft.com/office/drawing/2014/main" id="{F31688C0-3AAB-457C-86FA-4177A059CF79}"/>
              </a:ext>
            </a:extLst>
          </p:cNvPr>
          <p:cNvGrpSpPr/>
          <p:nvPr userDrawn="1"/>
        </p:nvGrpSpPr>
        <p:grpSpPr>
          <a:xfrm>
            <a:off x="11501102" y="171573"/>
            <a:ext cx="419436" cy="388988"/>
            <a:chOff x="11501102" y="171573"/>
            <a:chExt cx="419436" cy="388988"/>
          </a:xfrm>
        </p:grpSpPr>
        <p:sp>
          <p:nvSpPr>
            <p:cNvPr id="33" name="Freeform 13">
              <a:extLst>
                <a:ext uri="{FF2B5EF4-FFF2-40B4-BE49-F238E27FC236}">
                  <a16:creationId xmlns:a16="http://schemas.microsoft.com/office/drawing/2014/main" id="{0DF4B7FE-AA65-4E55-B964-75A3DEE12DA3}"/>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34" name="Freeform 14">
              <a:extLst>
                <a:ext uri="{FF2B5EF4-FFF2-40B4-BE49-F238E27FC236}">
                  <a16:creationId xmlns:a16="http://schemas.microsoft.com/office/drawing/2014/main" id="{08DB13D7-F3B3-4CCC-9572-7C835EA669A8}"/>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414971" y="260350"/>
            <a:ext cx="11008413" cy="792163"/>
          </a:xfrm>
          <a:prstGeom prst="rect">
            <a:avLst/>
          </a:prstGeom>
        </p:spPr>
        <p:txBody>
          <a:bodyPr vert="horz" lIns="0" tIns="0" rIns="0" bIns="0" rtlCol="0" anchor="b" anchorCtr="0">
            <a:noAutofit/>
          </a:bodyPr>
          <a:lstStyle/>
          <a:p>
            <a:r>
              <a:rPr lang="fr-FR" dirty="0"/>
              <a:t>Modifiez le style du titre</a:t>
            </a:r>
            <a:endParaRPr lang="de-DE" dirty="0"/>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0979205" y="1068490"/>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dirty="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t>Capgemini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398738"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dirty="0"/>
              <a:t>	Source:	Source Text</a:t>
            </a:r>
          </a:p>
        </p:txBody>
      </p:sp>
      <p:sp>
        <p:nvSpPr>
          <p:cNvPr id="3" name="Rectangle 27">
            <a:extLst>
              <a:ext uri="{FF2B5EF4-FFF2-40B4-BE49-F238E27FC236}">
                <a16:creationId xmlns:a16="http://schemas.microsoft.com/office/drawing/2014/main" id="{62086BA9-1591-C6CD-E573-A5F8961683B1}"/>
              </a:ext>
            </a:extLst>
          </p:cNvPr>
          <p:cNvSpPr/>
          <p:nvPr userDrawn="1"/>
        </p:nvSpPr>
        <p:spPr>
          <a:xfrm>
            <a:off x="40683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chemeClr val="bg1">
                    <a:lumMod val="65000"/>
                  </a:schemeClr>
                </a:solidFill>
                <a:latin typeface="+mn-lt"/>
                <a:cs typeface="Arial" panose="020B0604020202020204" pitchFamily="34" charset="0"/>
              </a:rPr>
              <a:t>Presentation title | Author | Date</a:t>
            </a:r>
          </a:p>
        </p:txBody>
      </p:sp>
      <p:sp>
        <p:nvSpPr>
          <p:cNvPr id="6" name="Rectangle 27">
            <a:extLst>
              <a:ext uri="{FF2B5EF4-FFF2-40B4-BE49-F238E27FC236}">
                <a16:creationId xmlns:a16="http://schemas.microsoft.com/office/drawing/2014/main" id="{C7A3A5DA-5BBD-64D1-6DE2-E0F6859C58F2}"/>
              </a:ext>
            </a:extLst>
          </p:cNvPr>
          <p:cNvSpPr/>
          <p:nvPr userDrawn="1"/>
        </p:nvSpPr>
        <p:spPr>
          <a:xfrm>
            <a:off x="713182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chemeClr val="bg1">
                    <a:lumMod val="65000"/>
                  </a:schemeClr>
                </a:solidFill>
                <a:latin typeface="+mn-lt"/>
                <a:cs typeface="Arial" panose="020B0604020202020204" pitchFamily="34" charset="0"/>
              </a:rPr>
              <a:t>Public © Capgemini 2025. All rights reserved  |</a:t>
            </a:r>
          </a:p>
        </p:txBody>
      </p:sp>
      <p:sp>
        <p:nvSpPr>
          <p:cNvPr id="7" name="Rectangle 43">
            <a:extLst>
              <a:ext uri="{FF2B5EF4-FFF2-40B4-BE49-F238E27FC236}">
                <a16:creationId xmlns:a16="http://schemas.microsoft.com/office/drawing/2014/main" id="{5A64C6D2-B9B0-18AF-749A-15AAED7E4993}"/>
              </a:ext>
            </a:extLst>
          </p:cNvPr>
          <p:cNvSpPr/>
          <p:nvPr userDrawn="1"/>
        </p:nvSpPr>
        <p:spPr>
          <a:xfrm>
            <a:off x="11648878" y="6517658"/>
            <a:ext cx="229263" cy="215444"/>
          </a:xfrm>
          <a:prstGeom prst="rect">
            <a:avLst/>
          </a:prstGeom>
        </p:spPr>
        <p:txBody>
          <a:bodyPr wrap="square" lIns="0" rIns="0">
            <a:spAutoFit/>
          </a:bodyPr>
          <a:lstStyle/>
          <a:p>
            <a:pPr algn="r"/>
            <a:fld id="{0502E5A9-B53C-401E-A0E0-4A359BB0A9E5}" type="slidenum">
              <a:rPr lang="en-US" sz="800" smtClean="0">
                <a:solidFill>
                  <a:schemeClr val="bg1">
                    <a:lumMod val="65000"/>
                  </a:schemeClr>
                </a:solidFill>
                <a:latin typeface="+mn-lt"/>
                <a:cs typeface="Arial" panose="020B0604020202020204" pitchFamily="34" charset="0"/>
              </a:rPr>
              <a:pPr algn="r"/>
              <a:t>‹#›</a:t>
            </a:fld>
            <a:endParaRPr lang="en-US" sz="800" dirty="0">
              <a:solidFill>
                <a:schemeClr val="bg1">
                  <a:lumMod val="65000"/>
                </a:schemeClr>
              </a:solidFill>
              <a:latin typeface="+mn-lt"/>
              <a:cs typeface="Arial" panose="020B0604020202020204" pitchFamily="34" charset="0"/>
            </a:endParaRPr>
          </a:p>
        </p:txBody>
      </p:sp>
    </p:spTree>
    <p:extLst>
      <p:ext uri="{BB962C8B-B14F-4D97-AF65-F5344CB8AC3E}">
        <p14:creationId xmlns:p14="http://schemas.microsoft.com/office/powerpoint/2010/main" val="35263711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81" r:id="rId59"/>
  </p:sldLayoutIdLst>
  <p:hf sldNum="0" hdr="0" ftr="0" dt="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8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accent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Tx/>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Tx/>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Tx/>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663">
          <p15:clr>
            <a:srgbClr val="F26B43"/>
          </p15:clr>
        </p15:guide>
        <p15:guide id="19" orient="horz" pos="4320">
          <p15:clr>
            <a:srgbClr val="F26B43"/>
          </p15:clr>
        </p15:guide>
        <p15:guide id="20" pos="257">
          <p15:clr>
            <a:srgbClr val="F26B43"/>
          </p15:clr>
        </p15:guide>
        <p15:guide id="21" pos="3840">
          <p15:clr>
            <a:srgbClr val="F26B43"/>
          </p15:clr>
        </p15:guide>
        <p15:guide id="22" pos="7423">
          <p15:clr>
            <a:srgbClr val="F26B43"/>
          </p15:clr>
        </p15:guide>
        <p15:guide id="23" orient="horz" pos="255">
          <p15:clr>
            <a:srgbClr val="F26B43"/>
          </p15:clr>
        </p15:guide>
        <p15:guide id="24" orient="horz" pos="1026">
          <p15:clr>
            <a:srgbClr val="F26B43"/>
          </p15:clr>
        </p15:guide>
        <p15:guide id="26" orient="horz" pos="4065">
          <p15:clr>
            <a:srgbClr val="F26B43"/>
          </p15:clr>
        </p15:guide>
        <p15:guide id="27" orient="horz" pos="89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406"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solidFill>
                  <a:schemeClr val="bg1"/>
                </a:solidFill>
              </a:rPr>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bg1"/>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pic>
        <p:nvPicPr>
          <p:cNvPr id="4" name="GRID" hidden="1">
            <a:extLst>
              <a:ext uri="{FF2B5EF4-FFF2-40B4-BE49-F238E27FC236}">
                <a16:creationId xmlns:a16="http://schemas.microsoft.com/office/drawing/2014/main" id="{BFE9CEFE-AC76-53D3-2BFB-AAF1D501EAEE}"/>
              </a:ext>
            </a:extLst>
          </p:cNvPr>
          <p:cNvPicPr>
            <a:picLocks noGrp="1" noRo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10" name="Title Placeholder 4">
            <a:extLst>
              <a:ext uri="{FF2B5EF4-FFF2-40B4-BE49-F238E27FC236}">
                <a16:creationId xmlns:a16="http://schemas.microsoft.com/office/drawing/2014/main" id="{4EBDE9B6-7E8E-ECA3-7C18-8F15D7F2CDF6}"/>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GB" dirty="0"/>
              <a:t>Click to edit Master title style</a:t>
            </a:r>
            <a:endParaRPr lang="de-DE" dirty="0"/>
          </a:p>
        </p:txBody>
      </p:sp>
      <p:sp>
        <p:nvSpPr>
          <p:cNvPr id="11" name="Text Placeholder 1">
            <a:extLst>
              <a:ext uri="{FF2B5EF4-FFF2-40B4-BE49-F238E27FC236}">
                <a16:creationId xmlns:a16="http://schemas.microsoft.com/office/drawing/2014/main" id="{E1DE77AD-1B56-5F52-BDCF-20F452E15E85}"/>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L" dirty="0"/>
          </a:p>
        </p:txBody>
      </p:sp>
    </p:spTree>
    <p:extLst>
      <p:ext uri="{BB962C8B-B14F-4D97-AF65-F5344CB8AC3E}">
        <p14:creationId xmlns:p14="http://schemas.microsoft.com/office/powerpoint/2010/main" val="1805094976"/>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 id="2147483750" r:id="rId29"/>
    <p:sldLayoutId id="2147483751" r:id="rId30"/>
    <p:sldLayoutId id="2147483752" r:id="rId31"/>
    <p:sldLayoutId id="2147483753" r:id="rId32"/>
    <p:sldLayoutId id="2147483754" r:id="rId33"/>
    <p:sldLayoutId id="2147483755" r:id="rId34"/>
    <p:sldLayoutId id="2147483756" r:id="rId35"/>
    <p:sldLayoutId id="2147483757" r:id="rId36"/>
    <p:sldLayoutId id="2147483758" r:id="rId37"/>
    <p:sldLayoutId id="2147483759" r:id="rId38"/>
    <p:sldLayoutId id="2147483760" r:id="rId39"/>
    <p:sldLayoutId id="2147483761" r:id="rId40"/>
    <p:sldLayoutId id="2147483762" r:id="rId41"/>
    <p:sldLayoutId id="2147483763" r:id="rId42"/>
    <p:sldLayoutId id="2147483764" r:id="rId43"/>
    <p:sldLayoutId id="2147483765" r:id="rId44"/>
    <p:sldLayoutId id="2147483766" r:id="rId45"/>
    <p:sldLayoutId id="2147483767" r:id="rId46"/>
    <p:sldLayoutId id="2147483768" r:id="rId47"/>
    <p:sldLayoutId id="2147483769" r:id="rId48"/>
    <p:sldLayoutId id="2147483770" r:id="rId49"/>
    <p:sldLayoutId id="2147483771" r:id="rId50"/>
    <p:sldLayoutId id="2147483772" r:id="rId51"/>
    <p:sldLayoutId id="2147483773" r:id="rId52"/>
    <p:sldLayoutId id="2147483774" r:id="rId53"/>
    <p:sldLayoutId id="2147483775" r:id="rId54"/>
    <p:sldLayoutId id="2147483776" r:id="rId55"/>
    <p:sldLayoutId id="2147483777" r:id="rId56"/>
    <p:sldLayoutId id="2147483778" r:id="rId57"/>
    <p:sldLayoutId id="2147483779" r:id="rId58"/>
    <p:sldLayoutId id="2147483780"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bg1"/>
          </a:solidFill>
          <a:latin typeface="+mn-lt"/>
          <a:ea typeface="+mn-ea"/>
          <a:cs typeface="+mn-cs"/>
        </a:defRPr>
      </a:lvl1pPr>
      <a:lvl2pPr marL="180975" indent="-180975" algn="l" defTabSz="914400" rtl="0" eaLnBrk="1" latinLnBrk="0" hangingPunct="1">
        <a:lnSpc>
          <a:spcPct val="100000"/>
        </a:lnSpc>
        <a:spcBef>
          <a:spcPts val="600"/>
        </a:spcBef>
        <a:buClr>
          <a:schemeClr val="bg1"/>
        </a:buClr>
        <a:buFont typeface="Arial" panose="020B0604020202020204" pitchFamily="34" charset="0"/>
        <a:buChar char="•"/>
        <a:defRPr sz="1400" kern="1200">
          <a:solidFill>
            <a:schemeClr val="bg1"/>
          </a:solidFill>
          <a:latin typeface="+mn-lt"/>
          <a:ea typeface="+mn-ea"/>
          <a:cs typeface="+mn-cs"/>
        </a:defRPr>
      </a:lvl2pPr>
      <a:lvl3pPr marL="360000" indent="-180000" algn="l" defTabSz="914400" rtl="0" eaLnBrk="1" latinLnBrk="0" hangingPunct="1">
        <a:lnSpc>
          <a:spcPct val="100000"/>
        </a:lnSpc>
        <a:spcBef>
          <a:spcPts val="600"/>
        </a:spcBef>
        <a:buClr>
          <a:schemeClr val="bg1"/>
        </a:buClr>
        <a:buFont typeface="System Font Regular"/>
        <a:buChar char="-"/>
        <a:defRPr sz="1400" kern="1200">
          <a:solidFill>
            <a:schemeClr val="bg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200" kern="1200">
          <a:solidFill>
            <a:schemeClr val="bg1"/>
          </a:solidFill>
          <a:latin typeface="+mn-lt"/>
          <a:ea typeface="+mn-ea"/>
          <a:cs typeface="+mn-cs"/>
        </a:defRPr>
      </a:lvl4pPr>
      <a:lvl5pPr marL="719138" indent="-180975" algn="l" defTabSz="914400" rtl="0" eaLnBrk="1" latinLnBrk="0" hangingPunct="1">
        <a:lnSpc>
          <a:spcPct val="100000"/>
        </a:lnSpc>
        <a:spcBef>
          <a:spcPts val="600"/>
        </a:spcBef>
        <a:buClr>
          <a:schemeClr val="accent2"/>
        </a:buClr>
        <a:buFont typeface="System Font Regular"/>
        <a:buChar char="-"/>
        <a:defRPr sz="12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9068871"/>
      </p:ext>
    </p:extLst>
  </p:cSld>
  <p:clrMap bg1="lt1" tx1="dk1" bg2="lt2" tx2="dk2" accent1="accent1" accent2="accent2" accent3="accent3" accent4="accent4" accent5="accent5" accent6="accent6" hlink="hlink" folHlink="folHlink"/>
  <p:sldLayoutIdLst>
    <p:sldLayoutId id="2147483783"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GRID" hidden="1">
            <a:extLst>
              <a:ext uri="{FF2B5EF4-FFF2-40B4-BE49-F238E27FC236}">
                <a16:creationId xmlns:a16="http://schemas.microsoft.com/office/drawing/2014/main" id="{4C453AFD-72EA-BCED-EF09-6E1F49029575}"/>
              </a:ext>
            </a:extLst>
          </p:cNvPr>
          <p:cNvPicPr>
            <a:picLocks noGrp="1" noRot="1" noChangeAspect="1" noMove="1" noResize="1" noEditPoints="1" noAdjustHandles="1" noChangeArrowheads="1" noChangeShapeType="1" noCrop="1"/>
          </p:cNvPicPr>
          <p:nvPr userDrawn="1"/>
        </p:nvPicPr>
        <p:blipFill>
          <a:blip r:embed="rId61">
            <a:extLst>
              <a:ext uri="{28A0092B-C50C-407E-A947-70E740481C1C}">
                <a14:useLocalDpi xmlns:a14="http://schemas.microsoft.com/office/drawing/2010/main"/>
              </a:ext>
            </a:extLst>
          </a:blip>
          <a:stretch>
            <a:fillRect/>
          </a:stretch>
        </p:blipFill>
        <p:spPr>
          <a:xfrm>
            <a:off x="550863" y="560562"/>
            <a:ext cx="11089753" cy="5748164"/>
          </a:xfrm>
          <a:prstGeom prst="rect">
            <a:avLst/>
          </a:prstGeom>
        </p:spPr>
      </p:pic>
      <p:sp>
        <p:nvSpPr>
          <p:cNvPr id="35"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809927" y="6650661"/>
            <a:ext cx="1831210" cy="123111"/>
          </a:xfrm>
          <a:prstGeom prst="rect">
            <a:avLst/>
          </a:prstGeom>
        </p:spPr>
        <p:txBody>
          <a:bodyPr wrap="none" lIns="0" tIns="0" rIns="0" bIns="0" anchor="ctr" anchorCtr="0">
            <a:noAutofit/>
          </a:bodyPr>
          <a:lstStyle>
            <a:lvl1pPr algn="r">
              <a:defRPr lang="de-DE" sz="800" smtClean="0">
                <a:solidFill>
                  <a:schemeClr val="bg1">
                    <a:lumMod val="65000"/>
                  </a:schemeClr>
                </a:solidFill>
                <a:latin typeface="+mn-lt"/>
              </a:defRPr>
            </a:lvl1pPr>
          </a:lstStyle>
          <a:p>
            <a:pPr>
              <a:spcBef>
                <a:spcPts val="1000"/>
              </a:spcBef>
            </a:pPr>
            <a:r>
              <a:rPr lang="en-US" kern="0">
                <a:solidFill>
                  <a:srgbClr val="FFFFFF">
                    <a:lumMod val="65000"/>
                  </a:srgbClr>
                </a:solidFill>
              </a:rPr>
              <a:t>Company Confidential © Capgemini 2026. All rights reserved.</a:t>
            </a:r>
            <a:endParaRPr lang="en-US" dirty="0"/>
          </a:p>
        </p:txBody>
      </p:sp>
      <p:sp>
        <p:nvSpPr>
          <p:cNvPr id="38"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778341" y="6650661"/>
            <a:ext cx="232665" cy="123111"/>
          </a:xfrm>
          <a:prstGeom prst="rect">
            <a:avLst/>
          </a:prstGeom>
        </p:spPr>
        <p:txBody>
          <a:bodyPr wrap="square" lIns="0" tIns="0" rIns="0" bIns="0" anchor="ctr" anchorCtr="0">
            <a:spAutoFit/>
          </a:bodyPr>
          <a:lstStyle>
            <a:lvl1pPr>
              <a:defRPr lang="de-DE" sz="800" b="0" i="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a:p>
        </p:txBody>
      </p:sp>
      <p:sp>
        <p:nvSpPr>
          <p:cNvPr id="5" name="Title Placeholder 4">
            <a:extLst>
              <a:ext uri="{FF2B5EF4-FFF2-40B4-BE49-F238E27FC236}">
                <a16:creationId xmlns:a16="http://schemas.microsoft.com/office/drawing/2014/main" id="{D28F27D4-FFE2-4FAB-BA1B-9D013846C4B7}"/>
              </a:ext>
            </a:extLst>
          </p:cNvPr>
          <p:cNvSpPr>
            <a:spLocks noGrp="1"/>
          </p:cNvSpPr>
          <p:nvPr>
            <p:ph type="title"/>
          </p:nvPr>
        </p:nvSpPr>
        <p:spPr>
          <a:xfrm>
            <a:off x="551384" y="549274"/>
            <a:ext cx="11090938" cy="930372"/>
          </a:xfrm>
          <a:prstGeom prst="rect">
            <a:avLst/>
          </a:prstGeom>
        </p:spPr>
        <p:txBody>
          <a:bodyPr vert="horz" lIns="0" tIns="0" rIns="0" bIns="126000" rtlCol="0" anchor="b" anchorCtr="0">
            <a:noAutofit/>
          </a:bodyPr>
          <a:lstStyle/>
          <a:p>
            <a:pPr lvl="0"/>
            <a:r>
              <a:rPr lang="en-US"/>
              <a:t>Click to edit Master title style</a:t>
            </a:r>
            <a:endParaRPr lang="de-DE" dirty="0"/>
          </a:p>
        </p:txBody>
      </p:sp>
      <p:sp>
        <p:nvSpPr>
          <p:cNvPr id="19"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a:t>Presentation Title | Author | Date</a:t>
            </a:r>
          </a:p>
        </p:txBody>
      </p:sp>
      <p:sp>
        <p:nvSpPr>
          <p:cNvPr id="20" name="Stickerbox" hidden="1">
            <a:extLst>
              <a:ext uri="{FF2B5EF4-FFF2-40B4-BE49-F238E27FC236}">
                <a16:creationId xmlns:a16="http://schemas.microsoft.com/office/drawing/2014/main" id="{D03A9799-ACDC-4925-8EE1-5C65CCCBD0FA}"/>
              </a:ext>
            </a:extLst>
          </p:cNvPr>
          <p:cNvSpPr>
            <a:spLocks noChangeArrowheads="1"/>
          </p:cNvSpPr>
          <p:nvPr userDrawn="1"/>
        </p:nvSpPr>
        <p:spPr bwMode="gray">
          <a:xfrm>
            <a:off x="11114363" y="1124744"/>
            <a:ext cx="804808" cy="402775"/>
          </a:xfrm>
          <a:prstGeom prst="rect">
            <a:avLst/>
          </a:prstGeom>
          <a:solidFill>
            <a:schemeClr val="accent2"/>
          </a:solidFill>
          <a:ln w="10795">
            <a:noFill/>
            <a:round/>
            <a:headEnd/>
            <a:tailEnd/>
          </a:ln>
          <a:effectLst/>
        </p:spPr>
        <p:txBody>
          <a:bodyPr vert="horz" wrap="none" lIns="108000" tIns="108000" rIns="108000" bIns="10800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all" spc="0" normalizeH="0" baseline="0" noProof="0">
                <a:ln>
                  <a:noFill/>
                </a:ln>
                <a:solidFill>
                  <a:srgbClr val="FFFFFF">
                    <a:lumMod val="100000"/>
                  </a:srgbClr>
                </a:solidFill>
                <a:effectLst/>
                <a:uLnTx/>
                <a:uFillTx/>
                <a:latin typeface="Ubuntu"/>
                <a:ea typeface="+mn-ea"/>
                <a:cs typeface="+mn-cs"/>
              </a:rPr>
              <a:t>Sticker</a:t>
            </a:r>
          </a:p>
        </p:txBody>
      </p:sp>
      <p:sp>
        <p:nvSpPr>
          <p:cNvPr id="22" name="CapgeminiBox" hidden="1">
            <a:extLst>
              <a:ext uri="{FF2B5EF4-FFF2-40B4-BE49-F238E27FC236}">
                <a16:creationId xmlns:a16="http://schemas.microsoft.com/office/drawing/2014/main" id="{7C293A1E-B461-4AFE-976D-6EE38B2AFEB4}"/>
              </a:ext>
            </a:extLst>
          </p:cNvPr>
          <p:cNvSpPr txBox="1">
            <a:spLocks/>
          </p:cNvSpPr>
          <p:nvPr userDrawn="1"/>
        </p:nvSpPr>
        <p:spPr>
          <a:xfrm>
            <a:off x="9592" y="0"/>
            <a:ext cx="1837661" cy="260350"/>
          </a:xfrm>
          <a:prstGeom prst="rect">
            <a:avLst/>
          </a:prstGeom>
        </p:spPr>
        <p:txBody>
          <a:bodyPr vert="horz" lIns="0" tIns="0" rIns="18000" bIns="0" rtlCol="0">
            <a:normAutofit fontScale="92500"/>
          </a:bodyPr>
          <a:lstStyle>
            <a:lvl1pPr marL="0" indent="0" algn="l" defTabSz="914400" rtl="0" eaLnBrk="1" latinLnBrk="0" hangingPunct="1">
              <a:lnSpc>
                <a:spcPct val="100000"/>
              </a:lnSpc>
              <a:spcBef>
                <a:spcPts val="600"/>
              </a:spcBef>
              <a:buFont typeface="Arial" panose="020B0604020202020204" pitchFamily="34" charset="0"/>
              <a:buNone/>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1"/>
              </a:buClr>
              <a:buFont typeface="Wingdings" panose="05000000000000000000" pitchFamily="2" charset="2"/>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tx1"/>
              </a:buClr>
              <a:buFont typeface="Verdana" panose="020B060403050404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a:t>Capgemini </a:t>
            </a:r>
            <a:r>
              <a:rPr lang="fr-FR" err="1"/>
              <a:t>Invent</a:t>
            </a:r>
            <a:r>
              <a:rPr lang="fr-FR"/>
              <a:t> v10.0</a:t>
            </a:r>
          </a:p>
        </p:txBody>
      </p:sp>
      <p:sp>
        <p:nvSpPr>
          <p:cNvPr id="29" name="FootnoteAndSource" hidden="1">
            <a:extLst>
              <a:ext uri="{FF2B5EF4-FFF2-40B4-BE49-F238E27FC236}">
                <a16:creationId xmlns:a16="http://schemas.microsoft.com/office/drawing/2014/main" id="{96E9BC24-418C-4CE4-8E81-3AF9AB04DEAA}"/>
              </a:ext>
            </a:extLst>
          </p:cNvPr>
          <p:cNvSpPr txBox="1"/>
          <p:nvPr userDrawn="1"/>
        </p:nvSpPr>
        <p:spPr>
          <a:xfrm>
            <a:off x="545323" y="6304130"/>
            <a:ext cx="11340000" cy="162096"/>
          </a:xfrm>
          <a:prstGeom prst="rect">
            <a:avLst/>
          </a:prstGeom>
          <a:noFill/>
        </p:spPr>
        <p:txBody>
          <a:bodyPr vert="horz" wrap="square" lIns="0" tIns="25400" rIns="0" bIns="25400" rtlCol="0" anchor="b" anchorCtr="0">
            <a:spAutoFit/>
          </a:bodyPr>
          <a:lstStyle>
            <a:defPPr>
              <a:defRPr lang="pt-PT"/>
            </a:defPPr>
            <a:lvl1pPr marL="429768" indent="-429768">
              <a:lnSpc>
                <a:spcPct val="90000"/>
              </a:lnSpc>
              <a:tabLst>
                <a:tab pos="347472" algn="r"/>
              </a:tabLst>
              <a:defRPr sz="800"/>
            </a:lvl1pPr>
          </a:lstStyle>
          <a:p>
            <a:pPr marL="429768" indent="-429768" defTabSz="914400">
              <a:lnSpc>
                <a:spcPct val="90000"/>
              </a:lnSpc>
              <a:tabLst>
                <a:tab pos="347472" algn="r"/>
              </a:tabLst>
            </a:pPr>
            <a:r>
              <a:rPr lang="de-DE" sz="800"/>
              <a:t>	Source:	Source Text</a:t>
            </a:r>
          </a:p>
        </p:txBody>
      </p:sp>
      <p:grpSp>
        <p:nvGrpSpPr>
          <p:cNvPr id="3" name="Group 37">
            <a:extLst>
              <a:ext uri="{FF2B5EF4-FFF2-40B4-BE49-F238E27FC236}">
                <a16:creationId xmlns:a16="http://schemas.microsoft.com/office/drawing/2014/main" id="{9962DC9F-19EF-0160-1ECB-38EA543386E4}"/>
              </a:ext>
            </a:extLst>
          </p:cNvPr>
          <p:cNvGrpSpPr/>
          <p:nvPr userDrawn="1"/>
        </p:nvGrpSpPr>
        <p:grpSpPr>
          <a:xfrm>
            <a:off x="11770322" y="176700"/>
            <a:ext cx="260230" cy="240782"/>
            <a:chOff x="5481638" y="2859088"/>
            <a:chExt cx="1231900" cy="1139825"/>
          </a:xfrm>
          <a:solidFill>
            <a:schemeClr val="tx2"/>
          </a:solidFill>
        </p:grpSpPr>
        <p:sp>
          <p:nvSpPr>
            <p:cNvPr id="6" name="Freeform 320">
              <a:extLst>
                <a:ext uri="{FF2B5EF4-FFF2-40B4-BE49-F238E27FC236}">
                  <a16:creationId xmlns:a16="http://schemas.microsoft.com/office/drawing/2014/main" id="{9EB66FFA-57EA-AE57-615D-D19F28A47239}"/>
                </a:ext>
              </a:extLst>
            </p:cNvPr>
            <p:cNvSpPr>
              <a:spLocks/>
            </p:cNvSpPr>
            <p:nvPr/>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sp>
          <p:nvSpPr>
            <p:cNvPr id="7" name="Freeform 321">
              <a:extLst>
                <a:ext uri="{FF2B5EF4-FFF2-40B4-BE49-F238E27FC236}">
                  <a16:creationId xmlns:a16="http://schemas.microsoft.com/office/drawing/2014/main" id="{FF39CD59-7E45-33C5-FA77-E50FFA28B646}"/>
                </a:ext>
              </a:extLst>
            </p:cNvPr>
            <p:cNvSpPr>
              <a:spLocks/>
            </p:cNvSpPr>
            <p:nvPr/>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solidFill>
                  <a:schemeClr val="tx2"/>
                </a:solidFill>
              </a:endParaRPr>
            </a:p>
          </p:txBody>
        </p:sp>
      </p:grpSp>
      <p:sp>
        <p:nvSpPr>
          <p:cNvPr id="2" name="Text Placeholder 1">
            <a:extLst>
              <a:ext uri="{FF2B5EF4-FFF2-40B4-BE49-F238E27FC236}">
                <a16:creationId xmlns:a16="http://schemas.microsoft.com/office/drawing/2014/main" id="{156439DF-44D6-437D-43F8-6C05612D6564}"/>
              </a:ext>
            </a:extLst>
          </p:cNvPr>
          <p:cNvSpPr>
            <a:spLocks noGrp="1"/>
          </p:cNvSpPr>
          <p:nvPr>
            <p:ph type="body" idx="1"/>
          </p:nvPr>
        </p:nvSpPr>
        <p:spPr>
          <a:xfrm>
            <a:off x="551384" y="1628800"/>
            <a:ext cx="11090938" cy="46686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L" dirty="0"/>
          </a:p>
        </p:txBody>
      </p:sp>
    </p:spTree>
    <p:extLst>
      <p:ext uri="{BB962C8B-B14F-4D97-AF65-F5344CB8AC3E}">
        <p14:creationId xmlns:p14="http://schemas.microsoft.com/office/powerpoint/2010/main" val="2796707242"/>
      </p:ext>
    </p:extLst>
  </p:cSld>
  <p:clrMap bg1="lt1" tx1="dk1" bg2="lt2" tx2="dk2" accent1="accent1" accent2="accent2" accent3="accent3" accent4="accent4" accent5="accent5" accent6="accent6" hlink="hlink" folHlink="folHlink"/>
  <p:sldLayoutIdLst>
    <p:sldLayoutId id="2147483785"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6" r:id="rId12"/>
    <p:sldLayoutId id="2147483797" r:id="rId13"/>
    <p:sldLayoutId id="2147483798" r:id="rId14"/>
    <p:sldLayoutId id="2147483799" r:id="rId15"/>
    <p:sldLayoutId id="2147483800" r:id="rId16"/>
    <p:sldLayoutId id="2147483801" r:id="rId17"/>
    <p:sldLayoutId id="2147483802" r:id="rId18"/>
    <p:sldLayoutId id="2147483803" r:id="rId19"/>
    <p:sldLayoutId id="2147483804" r:id="rId20"/>
    <p:sldLayoutId id="2147483805" r:id="rId21"/>
    <p:sldLayoutId id="2147483806" r:id="rId22"/>
    <p:sldLayoutId id="2147483807" r:id="rId23"/>
    <p:sldLayoutId id="2147483808" r:id="rId24"/>
    <p:sldLayoutId id="2147483809" r:id="rId25"/>
    <p:sldLayoutId id="2147483810" r:id="rId26"/>
    <p:sldLayoutId id="2147483811" r:id="rId27"/>
    <p:sldLayoutId id="2147483812" r:id="rId28"/>
    <p:sldLayoutId id="2147483813" r:id="rId29"/>
    <p:sldLayoutId id="2147483814" r:id="rId30"/>
    <p:sldLayoutId id="2147483815" r:id="rId31"/>
    <p:sldLayoutId id="2147483816" r:id="rId32"/>
    <p:sldLayoutId id="2147483817" r:id="rId33"/>
    <p:sldLayoutId id="2147483818" r:id="rId34"/>
    <p:sldLayoutId id="2147483819" r:id="rId35"/>
    <p:sldLayoutId id="2147483820" r:id="rId36"/>
    <p:sldLayoutId id="2147483821" r:id="rId37"/>
    <p:sldLayoutId id="2147483822" r:id="rId38"/>
    <p:sldLayoutId id="2147483823" r:id="rId39"/>
    <p:sldLayoutId id="2147483824" r:id="rId40"/>
    <p:sldLayoutId id="2147483825" r:id="rId41"/>
    <p:sldLayoutId id="2147483826" r:id="rId42"/>
    <p:sldLayoutId id="2147483827" r:id="rId43"/>
    <p:sldLayoutId id="2147483828" r:id="rId44"/>
    <p:sldLayoutId id="2147483829" r:id="rId45"/>
    <p:sldLayoutId id="2147483830" r:id="rId46"/>
    <p:sldLayoutId id="2147483831" r:id="rId47"/>
    <p:sldLayoutId id="2147483832" r:id="rId48"/>
    <p:sldLayoutId id="2147483833" r:id="rId49"/>
    <p:sldLayoutId id="2147483834" r:id="rId50"/>
    <p:sldLayoutId id="2147483835" r:id="rId51"/>
    <p:sldLayoutId id="2147483836" r:id="rId52"/>
    <p:sldLayoutId id="2147483837" r:id="rId53"/>
    <p:sldLayoutId id="2147483838" r:id="rId54"/>
    <p:sldLayoutId id="2147483839" r:id="rId55"/>
    <p:sldLayoutId id="2147483840" r:id="rId56"/>
    <p:sldLayoutId id="2147483841" r:id="rId57"/>
    <p:sldLayoutId id="2147483842" r:id="rId58"/>
    <p:sldLayoutId id="2147483843" r:id="rId59"/>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de-DE" sz="3200" b="0" i="0" u="none" strike="noStrike" kern="1200" cap="none" spc="0" normalizeH="0" baseline="0" noProof="0" dirty="0">
          <a:ln>
            <a:noFill/>
          </a:ln>
          <a:solidFill>
            <a:schemeClr val="tx1"/>
          </a:solidFill>
          <a:effectLst/>
          <a:uLnTx/>
          <a:uFillTx/>
          <a:latin typeface="+mj-lt"/>
          <a:ea typeface="+mj-ea"/>
          <a:cs typeface="+mj-cs"/>
        </a:defRPr>
      </a:lvl1pPr>
    </p:titleStyle>
    <p:bodyStyle>
      <a:lvl1pPr marL="0" marR="0" indent="0" algn="l" defTabSz="914400" rtl="0" eaLnBrk="1" fontAlgn="auto" latinLnBrk="0" hangingPunct="1">
        <a:lnSpc>
          <a:spcPct val="100000"/>
        </a:lnSpc>
        <a:spcBef>
          <a:spcPts val="18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600"/>
        </a:spcBef>
        <a:buClr>
          <a:schemeClr val="tx2"/>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600"/>
        </a:spcBef>
        <a:buClr>
          <a:schemeClr val="accent2"/>
        </a:buClr>
        <a:buFont typeface="Arial" panose="020B0604020202020204" pitchFamily="34" charset="0"/>
        <a:buChar char="•"/>
        <a:tabLst/>
        <a:defRPr sz="1400" kern="1200">
          <a:solidFill>
            <a:schemeClr val="tx1"/>
          </a:solidFill>
          <a:latin typeface="+mn-lt"/>
          <a:ea typeface="+mn-ea"/>
          <a:cs typeface="+mn-cs"/>
        </a:defRPr>
      </a:lvl4pPr>
      <a:lvl5pPr marL="719138" indent="-180975" algn="l" defTabSz="914400" rtl="0" eaLnBrk="1" latinLnBrk="0" hangingPunct="1">
        <a:lnSpc>
          <a:spcPct val="100000"/>
        </a:lnSpc>
        <a:spcBef>
          <a:spcPts val="600"/>
        </a:spcBef>
        <a:buClr>
          <a:schemeClr val="tx2"/>
        </a:buClr>
        <a:buFont typeface="System Font Regular"/>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8" orient="horz" pos="709">
          <p15:clr>
            <a:srgbClr val="F26B43"/>
          </p15:clr>
        </p15:guide>
        <p15:guide id="19" orient="horz" pos="4065">
          <p15:clr>
            <a:srgbClr val="F26B43"/>
          </p15:clr>
        </p15:guide>
        <p15:guide id="20" pos="347">
          <p15:clr>
            <a:srgbClr val="F26B43"/>
          </p15:clr>
        </p15:guide>
        <p15:guide id="21" pos="3840">
          <p15:clr>
            <a:srgbClr val="F26B43"/>
          </p15:clr>
        </p15:guide>
        <p15:guide id="22" pos="7333">
          <p15:clr>
            <a:srgbClr val="F26B43"/>
          </p15:clr>
        </p15:guide>
        <p15:guide id="23" orient="horz" pos="164">
          <p15:clr>
            <a:srgbClr val="F26B43"/>
          </p15:clr>
        </p15:guide>
        <p15:guide id="24" orient="horz" pos="1026">
          <p15:clr>
            <a:srgbClr val="F26B43"/>
          </p15:clr>
        </p15:guide>
        <p15:guide id="25" orient="horz" pos="34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am.gettyimages.com/capgemini/photo-library" TargetMode="External"/><Relationship Id="rId2" Type="http://schemas.openxmlformats.org/officeDocument/2006/relationships/image" Target="../media/image25.jpeg"/><Relationship Id="rId1" Type="http://schemas.openxmlformats.org/officeDocument/2006/relationships/slideLayout" Target="../slideLayouts/slideLayout59.xml"/><Relationship Id="rId6" Type="http://schemas.openxmlformats.org/officeDocument/2006/relationships/hyperlink" Target="https://stock.adobe.com/" TargetMode="External"/><Relationship Id="rId5" Type="http://schemas.openxmlformats.org/officeDocument/2006/relationships/hyperlink" Target="https://www.shutterstock.com/" TargetMode="External"/><Relationship Id="rId4" Type="http://schemas.openxmlformats.org/officeDocument/2006/relationships/hyperlink" Target="https://www.gettyimages.co.uk/"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11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9.xml"/></Relationships>
</file>

<file path=ppt/slides/_rels/slide7.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19.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svg"/><Relationship Id="rId1" Type="http://schemas.openxmlformats.org/officeDocument/2006/relationships/slideLayout" Target="../slideLayouts/slideLayout48.xml"/><Relationship Id="rId4" Type="http://schemas.openxmlformats.org/officeDocument/2006/relationships/image" Target="../media/image44.svg"/></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4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ADFCC-8C04-5E9C-C263-DEF1A5DEE2C8}"/>
            </a:ext>
          </a:extLst>
        </p:cNvPr>
        <p:cNvGrpSpPr/>
        <p:nvPr/>
      </p:nvGrpSpPr>
      <p:grpSpPr>
        <a:xfrm>
          <a:off x="0" y="0"/>
          <a:ext cx="0" cy="0"/>
          <a:chOff x="0" y="0"/>
          <a:chExt cx="0" cy="0"/>
        </a:xfrm>
      </p:grpSpPr>
      <p:pic>
        <p:nvPicPr>
          <p:cNvPr id="21" name="Picture Placeholder 20" descr="Abstract blurred lights">
            <a:extLst>
              <a:ext uri="{FF2B5EF4-FFF2-40B4-BE49-F238E27FC236}">
                <a16:creationId xmlns:a16="http://schemas.microsoft.com/office/drawing/2014/main" id="{96D65739-56B0-C049-889B-E790F7C9ACCE}"/>
              </a:ext>
              <a:ext uri="{C183D7F6-B498-43B3-948B-1728B52AA6E4}">
                <adec:decorative xmlns:adec="http://schemas.microsoft.com/office/drawing/2017/decorative" val="0"/>
              </a:ext>
            </a:extLst>
          </p:cNvPr>
          <p:cNvPicPr>
            <a:picLocks noGrp="1" noChangeAspect="1"/>
          </p:cNvPicPr>
          <p:nvPr>
            <p:ph type="pic" sz="quarter" idx="13"/>
          </p:nvPr>
        </p:nvPicPr>
        <p:blipFill>
          <a:blip r:embed="rId2" cstate="screen">
            <a:extLst>
              <a:ext uri="{28A0092B-C50C-407E-A947-70E740481C1C}">
                <a14:useLocalDpi xmlns:a14="http://schemas.microsoft.com/office/drawing/2010/main"/>
              </a:ext>
            </a:extLst>
          </a:blip>
          <a:srcRect/>
          <a:stretch/>
        </p:blipFill>
        <p:spPr>
          <a:xfrm>
            <a:off x="180001" y="0"/>
            <a:ext cx="12011999" cy="6858000"/>
          </a:xfrm>
        </p:spPr>
      </p:pic>
      <p:sp>
        <p:nvSpPr>
          <p:cNvPr id="16" name="Title 15">
            <a:extLst>
              <a:ext uri="{FF2B5EF4-FFF2-40B4-BE49-F238E27FC236}">
                <a16:creationId xmlns:a16="http://schemas.microsoft.com/office/drawing/2014/main" id="{48D5BCFE-0BB6-7EB3-1AD7-51B0EEC674BC}"/>
              </a:ext>
            </a:extLst>
          </p:cNvPr>
          <p:cNvSpPr>
            <a:spLocks noGrp="1"/>
          </p:cNvSpPr>
          <p:nvPr>
            <p:ph type="title"/>
          </p:nvPr>
        </p:nvSpPr>
        <p:spPr>
          <a:xfrm>
            <a:off x="1214394" y="3226665"/>
            <a:ext cx="6578080" cy="1872208"/>
          </a:xfrm>
        </p:spPr>
        <p:txBody>
          <a:bodyPr/>
          <a:lstStyle/>
          <a:p>
            <a:pPr lvl="0"/>
            <a:r>
              <a:rPr lang="en-US" dirty="0"/>
              <a:t>Sentiment Analyzer Model</a:t>
            </a:r>
            <a:endParaRPr lang="en-US" sz="7200" dirty="0">
              <a:latin typeface="Ubuntu Light" panose="020B0304030602030204" pitchFamily="34" charset="0"/>
            </a:endParaRPr>
          </a:p>
        </p:txBody>
      </p:sp>
      <p:sp>
        <p:nvSpPr>
          <p:cNvPr id="12" name="Text Placeholder 11">
            <a:extLst>
              <a:ext uri="{FF2B5EF4-FFF2-40B4-BE49-F238E27FC236}">
                <a16:creationId xmlns:a16="http://schemas.microsoft.com/office/drawing/2014/main" id="{C2C519EB-A9E6-ECA3-40F7-D34844931E7D}"/>
              </a:ext>
            </a:extLst>
          </p:cNvPr>
          <p:cNvSpPr>
            <a:spLocks noGrp="1"/>
          </p:cNvSpPr>
          <p:nvPr>
            <p:ph type="body" sz="quarter" idx="15"/>
          </p:nvPr>
        </p:nvSpPr>
        <p:spPr/>
        <p:txBody>
          <a:bodyPr/>
          <a:lstStyle/>
          <a:p>
            <a:endParaRPr lang="en-US" dirty="0">
              <a:solidFill>
                <a:srgbClr val="FFFFFF"/>
              </a:solidFill>
              <a:latin typeface="Ubuntu" panose="020B0504030602030204" pitchFamily="34" charset="0"/>
            </a:endParaRPr>
          </a:p>
          <a:p>
            <a:endParaRPr lang="en-US" dirty="0"/>
          </a:p>
        </p:txBody>
      </p:sp>
      <p:grpSp>
        <p:nvGrpSpPr>
          <p:cNvPr id="2" name="Group 2" descr="Capgemini logo">
            <a:extLst>
              <a:ext uri="{FF2B5EF4-FFF2-40B4-BE49-F238E27FC236}">
                <a16:creationId xmlns:a16="http://schemas.microsoft.com/office/drawing/2014/main" id="{6C6A9DED-140F-29CD-55C0-F2591FE5D21B}"/>
              </a:ext>
              <a:ext uri="{C183D7F6-B498-43B3-948B-1728B52AA6E4}">
                <adec:decorative xmlns:adec="http://schemas.microsoft.com/office/drawing/2017/decorative" val="0"/>
              </a:ext>
            </a:extLst>
          </p:cNvPr>
          <p:cNvGrpSpPr>
            <a:grpSpLocks noChangeAspect="1"/>
          </p:cNvGrpSpPr>
          <p:nvPr/>
        </p:nvGrpSpPr>
        <p:grpSpPr>
          <a:xfrm>
            <a:off x="9925757" y="6118100"/>
            <a:ext cx="1872000" cy="420870"/>
            <a:chOff x="5094083" y="5360390"/>
            <a:chExt cx="3039349" cy="683316"/>
          </a:xfrm>
        </p:grpSpPr>
        <p:sp>
          <p:nvSpPr>
            <p:cNvPr id="6" name="Freeform: Shape 4">
              <a:extLst>
                <a:ext uri="{FF2B5EF4-FFF2-40B4-BE49-F238E27FC236}">
                  <a16:creationId xmlns:a16="http://schemas.microsoft.com/office/drawing/2014/main" id="{C3413FD8-2FAC-83E9-2A3A-3EF4151EED30}"/>
                </a:ext>
              </a:extLst>
            </p:cNvPr>
            <p:cNvSpPr/>
            <p:nvPr/>
          </p:nvSpPr>
          <p:spPr>
            <a:xfrm>
              <a:off x="5094083" y="5369283"/>
              <a:ext cx="2467942" cy="674423"/>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7" name="Freeform: Shape 5">
              <a:extLst>
                <a:ext uri="{FF2B5EF4-FFF2-40B4-BE49-F238E27FC236}">
                  <a16:creationId xmlns:a16="http://schemas.microsoft.com/office/drawing/2014/main" id="{83D694C4-D77F-8359-8F95-0588167E77BF}"/>
                </a:ext>
              </a:extLst>
            </p:cNvPr>
            <p:cNvSpPr/>
            <p:nvPr/>
          </p:nvSpPr>
          <p:spPr>
            <a:xfrm>
              <a:off x="6953539" y="5402609"/>
              <a:ext cx="74112" cy="81524"/>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8" name="Freeform: Shape 6">
              <a:extLst>
                <a:ext uri="{FF2B5EF4-FFF2-40B4-BE49-F238E27FC236}">
                  <a16:creationId xmlns:a16="http://schemas.microsoft.com/office/drawing/2014/main" id="{EC253FEF-4086-4F84-CD61-F7827A50C663}"/>
                </a:ext>
              </a:extLst>
            </p:cNvPr>
            <p:cNvSpPr/>
            <p:nvPr/>
          </p:nvSpPr>
          <p:spPr>
            <a:xfrm>
              <a:off x="7436776" y="5416688"/>
              <a:ext cx="74112" cy="74112"/>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9" name="Freeform: Shape 7">
              <a:extLst>
                <a:ext uri="{FF2B5EF4-FFF2-40B4-BE49-F238E27FC236}">
                  <a16:creationId xmlns:a16="http://schemas.microsoft.com/office/drawing/2014/main" id="{7E45C780-FEA0-12CB-0D24-FC520E2FBE62}"/>
                </a:ext>
              </a:extLst>
            </p:cNvPr>
            <p:cNvSpPr/>
            <p:nvPr/>
          </p:nvSpPr>
          <p:spPr>
            <a:xfrm>
              <a:off x="7591670" y="5360390"/>
              <a:ext cx="526198" cy="452086"/>
            </a:xfrm>
            <a:custGeom>
              <a:avLst/>
              <a:gdLst>
                <a:gd name="connsiteX0" fmla="*/ 553879 w 676275"/>
                <a:gd name="connsiteY0" fmla="*/ 254794 h 581025"/>
                <a:gd name="connsiteX1" fmla="*/ 451009 w 676275"/>
                <a:gd name="connsiteY1" fmla="*/ 342424 h 581025"/>
                <a:gd name="connsiteX2" fmla="*/ 375761 w 676275"/>
                <a:gd name="connsiteY2" fmla="*/ 469106 h 581025"/>
                <a:gd name="connsiteX3" fmla="*/ 273844 w 676275"/>
                <a:gd name="connsiteY3" fmla="*/ 561499 h 581025"/>
                <a:gd name="connsiteX4" fmla="*/ 132874 w 676275"/>
                <a:gd name="connsiteY4" fmla="*/ 569119 h 581025"/>
                <a:gd name="connsiteX5" fmla="*/ 7144 w 676275"/>
                <a:gd name="connsiteY5" fmla="*/ 383381 h 581025"/>
                <a:gd name="connsiteX6" fmla="*/ 371951 w 676275"/>
                <a:gd name="connsiteY6" fmla="*/ 7144 h 581025"/>
                <a:gd name="connsiteX7" fmla="*/ 371951 w 676275"/>
                <a:gd name="connsiteY7" fmla="*/ 7144 h 581025"/>
                <a:gd name="connsiteX8" fmla="*/ 371951 w 676275"/>
                <a:gd name="connsiteY8" fmla="*/ 7144 h 581025"/>
                <a:gd name="connsiteX9" fmla="*/ 388144 w 676275"/>
                <a:gd name="connsiteY9" fmla="*/ 13811 h 581025"/>
                <a:gd name="connsiteX10" fmla="*/ 571024 w 676275"/>
                <a:gd name="connsiteY10" fmla="*/ 127159 h 581025"/>
                <a:gd name="connsiteX11" fmla="*/ 675799 w 676275"/>
                <a:gd name="connsiteY11" fmla="*/ 287179 h 581025"/>
                <a:gd name="connsiteX12" fmla="*/ 553879 w 676275"/>
                <a:gd name="connsiteY12" fmla="*/ 254794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76275" h="581025">
                  <a:moveTo>
                    <a:pt x="553879" y="254794"/>
                  </a:moveTo>
                  <a:cubicBezTo>
                    <a:pt x="507206" y="265271"/>
                    <a:pt x="475774" y="304324"/>
                    <a:pt x="451009" y="342424"/>
                  </a:cubicBezTo>
                  <a:cubicBezTo>
                    <a:pt x="424339" y="383381"/>
                    <a:pt x="403384" y="428149"/>
                    <a:pt x="375761" y="469106"/>
                  </a:cubicBezTo>
                  <a:cubicBezTo>
                    <a:pt x="349091" y="507206"/>
                    <a:pt x="316706" y="542449"/>
                    <a:pt x="273844" y="561499"/>
                  </a:cubicBezTo>
                  <a:cubicBezTo>
                    <a:pt x="229076" y="581501"/>
                    <a:pt x="179546" y="584359"/>
                    <a:pt x="132874" y="569119"/>
                  </a:cubicBezTo>
                  <a:cubicBezTo>
                    <a:pt x="58579" y="538639"/>
                    <a:pt x="7144" y="464344"/>
                    <a:pt x="7144" y="383381"/>
                  </a:cubicBezTo>
                  <a:cubicBezTo>
                    <a:pt x="7144" y="177641"/>
                    <a:pt x="290036" y="105251"/>
                    <a:pt x="371951" y="7144"/>
                  </a:cubicBezTo>
                  <a:cubicBezTo>
                    <a:pt x="371951" y="7144"/>
                    <a:pt x="371951" y="7144"/>
                    <a:pt x="371951" y="7144"/>
                  </a:cubicBezTo>
                  <a:lnTo>
                    <a:pt x="371951" y="7144"/>
                  </a:lnTo>
                  <a:cubicBezTo>
                    <a:pt x="377666" y="9049"/>
                    <a:pt x="382429" y="11906"/>
                    <a:pt x="388144" y="13811"/>
                  </a:cubicBezTo>
                  <a:cubicBezTo>
                    <a:pt x="454819" y="41434"/>
                    <a:pt x="517684" y="78581"/>
                    <a:pt x="571024" y="127159"/>
                  </a:cubicBezTo>
                  <a:cubicBezTo>
                    <a:pt x="620554" y="172879"/>
                    <a:pt x="657701" y="226219"/>
                    <a:pt x="675799" y="287179"/>
                  </a:cubicBezTo>
                  <a:cubicBezTo>
                    <a:pt x="646271" y="255746"/>
                    <a:pt x="595789" y="244316"/>
                    <a:pt x="553879" y="254794"/>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sp>
          <p:nvSpPr>
            <p:cNvPr id="10" name="Freeform: Shape 8">
              <a:extLst>
                <a:ext uri="{FF2B5EF4-FFF2-40B4-BE49-F238E27FC236}">
                  <a16:creationId xmlns:a16="http://schemas.microsoft.com/office/drawing/2014/main" id="{92EBCD22-E0C4-8E7D-C2A7-064E6BC5638D}"/>
                </a:ext>
              </a:extLst>
            </p:cNvPr>
            <p:cNvSpPr/>
            <p:nvPr/>
          </p:nvSpPr>
          <p:spPr>
            <a:xfrm>
              <a:off x="7777693" y="5570011"/>
              <a:ext cx="355739" cy="289038"/>
            </a:xfrm>
            <a:custGeom>
              <a:avLst/>
              <a:gdLst>
                <a:gd name="connsiteX0" fmla="*/ 443389 w 457200"/>
                <a:gd name="connsiteY0" fmla="*/ 151121 h 371475"/>
                <a:gd name="connsiteX1" fmla="*/ 340519 w 457200"/>
                <a:gd name="connsiteY1" fmla="*/ 250181 h 371475"/>
                <a:gd name="connsiteX2" fmla="*/ 193834 w 457200"/>
                <a:gd name="connsiteY2" fmla="*/ 204461 h 371475"/>
                <a:gd name="connsiteX3" fmla="*/ 299561 w 457200"/>
                <a:gd name="connsiteY3" fmla="*/ 298759 h 371475"/>
                <a:gd name="connsiteX4" fmla="*/ 161449 w 457200"/>
                <a:gd name="connsiteY4" fmla="*/ 360671 h 371475"/>
                <a:gd name="connsiteX5" fmla="*/ 79534 w 457200"/>
                <a:gd name="connsiteY5" fmla="*/ 367339 h 371475"/>
                <a:gd name="connsiteX6" fmla="*/ 7144 w 457200"/>
                <a:gd name="connsiteY6" fmla="*/ 348289 h 371475"/>
                <a:gd name="connsiteX7" fmla="*/ 120491 w 457200"/>
                <a:gd name="connsiteY7" fmla="*/ 276851 h 371475"/>
                <a:gd name="connsiteX8" fmla="*/ 188119 w 457200"/>
                <a:gd name="connsiteY8" fmla="*/ 175886 h 371475"/>
                <a:gd name="connsiteX9" fmla="*/ 250031 w 457200"/>
                <a:gd name="connsiteY9" fmla="*/ 64444 h 371475"/>
                <a:gd name="connsiteX10" fmla="*/ 339566 w 457200"/>
                <a:gd name="connsiteY10" fmla="*/ 7294 h 371475"/>
                <a:gd name="connsiteX11" fmla="*/ 438626 w 457200"/>
                <a:gd name="connsiteY11" fmla="*/ 58729 h 371475"/>
                <a:gd name="connsiteX12" fmla="*/ 443389 w 457200"/>
                <a:gd name="connsiteY12" fmla="*/ 15112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7200" h="371475">
                  <a:moveTo>
                    <a:pt x="443389" y="151121"/>
                  </a:moveTo>
                  <a:cubicBezTo>
                    <a:pt x="428149" y="198746"/>
                    <a:pt x="389096" y="236846"/>
                    <a:pt x="340519" y="250181"/>
                  </a:cubicBezTo>
                  <a:cubicBezTo>
                    <a:pt x="285274" y="265421"/>
                    <a:pt x="230029" y="249229"/>
                    <a:pt x="193834" y="204461"/>
                  </a:cubicBezTo>
                  <a:cubicBezTo>
                    <a:pt x="197644" y="261611"/>
                    <a:pt x="243364" y="299711"/>
                    <a:pt x="299561" y="298759"/>
                  </a:cubicBezTo>
                  <a:cubicBezTo>
                    <a:pt x="263366" y="334954"/>
                    <a:pt x="210026" y="352099"/>
                    <a:pt x="161449" y="360671"/>
                  </a:cubicBezTo>
                  <a:cubicBezTo>
                    <a:pt x="134779" y="365434"/>
                    <a:pt x="107156" y="368291"/>
                    <a:pt x="79534" y="367339"/>
                  </a:cubicBezTo>
                  <a:cubicBezTo>
                    <a:pt x="55721" y="366386"/>
                    <a:pt x="27146" y="363529"/>
                    <a:pt x="7144" y="348289"/>
                  </a:cubicBezTo>
                  <a:cubicBezTo>
                    <a:pt x="50959" y="334954"/>
                    <a:pt x="90011" y="310189"/>
                    <a:pt x="120491" y="276851"/>
                  </a:cubicBezTo>
                  <a:cubicBezTo>
                    <a:pt x="148114" y="246371"/>
                    <a:pt x="169069" y="211129"/>
                    <a:pt x="188119" y="175886"/>
                  </a:cubicBezTo>
                  <a:cubicBezTo>
                    <a:pt x="208121" y="138739"/>
                    <a:pt x="225266" y="98734"/>
                    <a:pt x="250031" y="64444"/>
                  </a:cubicBezTo>
                  <a:cubicBezTo>
                    <a:pt x="271939" y="33964"/>
                    <a:pt x="300514" y="9199"/>
                    <a:pt x="339566" y="7294"/>
                  </a:cubicBezTo>
                  <a:cubicBezTo>
                    <a:pt x="379571" y="5389"/>
                    <a:pt x="419576" y="21581"/>
                    <a:pt x="438626" y="58729"/>
                  </a:cubicBezTo>
                  <a:cubicBezTo>
                    <a:pt x="453866" y="88256"/>
                    <a:pt x="452914" y="120641"/>
                    <a:pt x="443389" y="151121"/>
                  </a:cubicBezTo>
                  <a:close/>
                </a:path>
              </a:pathLst>
            </a:custGeom>
            <a:solidFill>
              <a:srgbClr val="FFFFFF"/>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6F6F6"/>
                </a:solidFill>
                <a:effectLst/>
                <a:uLnTx/>
                <a:uFillTx/>
                <a:latin typeface="Ubuntu"/>
                <a:ea typeface="+mn-ea"/>
                <a:cs typeface="+mn-cs"/>
              </a:endParaRPr>
            </a:p>
          </p:txBody>
        </p:sp>
      </p:grpSp>
      <p:sp>
        <p:nvSpPr>
          <p:cNvPr id="4" name="Speech Bubble: Rectangle with Corners Rounded 4">
            <a:extLst>
              <a:ext uri="{FF2B5EF4-FFF2-40B4-BE49-F238E27FC236}">
                <a16:creationId xmlns:a16="http://schemas.microsoft.com/office/drawing/2014/main" id="{41B29930-9D88-CCCE-1F63-1A85FC7C7AC2}"/>
              </a:ext>
              <a:ext uri="{C183D7F6-B498-43B3-948B-1728B52AA6E4}">
                <adec:decorative xmlns:adec="http://schemas.microsoft.com/office/drawing/2017/decorative" val="1"/>
              </a:ext>
            </a:extLst>
          </p:cNvPr>
          <p:cNvSpPr/>
          <p:nvPr/>
        </p:nvSpPr>
        <p:spPr>
          <a:xfrm>
            <a:off x="15225203" y="168676"/>
            <a:ext cx="646609" cy="4536489"/>
          </a:xfrm>
          <a:prstGeom prst="rect">
            <a:avLst/>
          </a:prstGeom>
          <a:solidFill>
            <a:srgbClr val="FFFF00"/>
          </a:solidFill>
          <a:ln w="12700" cap="flat" cmpd="sng" algn="ctr">
            <a:noFill/>
            <a:prstDash val="solid"/>
            <a:miter lim="800000"/>
          </a:ln>
          <a:effectLst/>
        </p:spPr>
        <p:txBody>
          <a:bodyPr lIns="180000" tIns="180000" rIns="180000" rtlCol="0" anchor="t"/>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Ubuntu"/>
                <a:ea typeface="+mn-ea"/>
                <a:cs typeface="+mn-cs"/>
              </a:rPr>
              <a:t>Cover design</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These slide designs and messages are </a:t>
            </a:r>
            <a:r>
              <a:rPr kumimoji="0" lang="en-US" sz="1000" b="1" i="0" u="none" strike="noStrike" kern="1200" cap="none" spc="0" normalizeH="0" baseline="0" noProof="0" dirty="0">
                <a:ln>
                  <a:noFill/>
                </a:ln>
                <a:solidFill>
                  <a:srgbClr val="000000"/>
                </a:solidFill>
                <a:effectLst/>
                <a:uLnTx/>
                <a:uFillTx/>
                <a:latin typeface="Ubuntu"/>
                <a:ea typeface="+mn-ea"/>
                <a:cs typeface="+mn-cs"/>
              </a:rPr>
              <a:t>inspirational only</a:t>
            </a:r>
            <a:r>
              <a:rPr kumimoji="0" lang="en-US" sz="1000" b="0" i="0" u="none" strike="noStrike" kern="1200" cap="none" spc="0" normalizeH="0" baseline="0" noProof="0" dirty="0">
                <a:ln>
                  <a:noFill/>
                </a:ln>
                <a:solidFill>
                  <a:srgbClr val="000000"/>
                </a:solidFill>
                <a:effectLst/>
                <a:uLnTx/>
                <a:uFillTx/>
                <a:latin typeface="Ubuntu"/>
                <a:ea typeface="+mn-ea"/>
                <a:cs typeface="+mn-cs"/>
              </a:rPr>
              <a:t>. Please modify text boxes and positioning as needed based on the message and overall composition. Always consider the legibility and contrast of copy and content for maximum usability.</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Any and all photography in these designs is given as an example. While you can use them, it’s better to </a:t>
            </a:r>
            <a:r>
              <a:rPr kumimoji="0" lang="en-US" sz="1000" b="1" i="0" u="none" strike="noStrike" kern="1200" cap="none" spc="0" normalizeH="0" baseline="0" noProof="0" dirty="0">
                <a:ln>
                  <a:noFill/>
                </a:ln>
                <a:solidFill>
                  <a:srgbClr val="000000"/>
                </a:solidFill>
                <a:effectLst/>
                <a:uLnTx/>
                <a:uFillTx/>
                <a:latin typeface="Ubuntu"/>
                <a:ea typeface="+mn-ea"/>
                <a:cs typeface="+mn-cs"/>
              </a:rPr>
              <a:t>change the photography</a:t>
            </a:r>
            <a:r>
              <a:rPr kumimoji="0" lang="en-US" sz="1000" b="0" i="0" u="none" strike="noStrike" kern="1200" cap="none" spc="0" normalizeH="0" baseline="0" noProof="0" dirty="0">
                <a:ln>
                  <a:noFill/>
                </a:ln>
                <a:solidFill>
                  <a:srgbClr val="000000"/>
                </a:solidFill>
                <a:effectLst/>
                <a:uLnTx/>
                <a:uFillTx/>
                <a:latin typeface="Ubuntu"/>
                <a:ea typeface="+mn-ea"/>
                <a:cs typeface="+mn-cs"/>
              </a:rPr>
              <a:t> to match your content.</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To do so, right click on the picture or placeholder to change/insert a photo. </a:t>
            </a:r>
          </a:p>
          <a:p>
            <a:pPr marL="0" marR="0" lvl="0" indent="0" algn="l" defTabSz="914400" rtl="0" eaLnBrk="1" fontAlgn="auto" latinLnBrk="0" hangingPunct="1">
              <a:lnSpc>
                <a:spcPct val="100000"/>
              </a:lnSpc>
              <a:spcBef>
                <a:spcPts val="600"/>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rPr>
              <a:t>Where to find photography:</a:t>
            </a: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3">
                  <a:extLst>
                    <a:ext uri="{A12FA001-AC4F-418D-AE19-62706E023703}">
                      <ahyp:hlinkClr xmlns:ahyp="http://schemas.microsoft.com/office/drawing/2018/hyperlinkcolor" val="tx"/>
                    </a:ext>
                  </a:extLst>
                </a:hlinkClick>
              </a:rPr>
              <a:t>Photo library</a:t>
            </a:r>
            <a:endParaRPr kumimoji="0" lang="en-US" sz="1000" b="0" i="0" u="none" strike="noStrike" kern="1200" cap="none" spc="0" normalizeH="0" baseline="0" noProof="0" dirty="0">
              <a:ln>
                <a:noFill/>
              </a:ln>
              <a:solidFill>
                <a:srgbClr val="000000"/>
              </a:solidFill>
              <a:effectLst/>
              <a:uLnTx/>
              <a:uFillTx/>
              <a:latin typeface="Ubuntu"/>
              <a:ea typeface="+mn-ea"/>
              <a:cs typeface="+mn-cs"/>
            </a:endParaRPr>
          </a:p>
          <a:p>
            <a:pPr marL="180975" marR="0" lvl="0" indent="-180975" algn="l" defTabSz="914400" rtl="0" eaLnBrk="1" fontAlgn="auto" latinLnBrk="0" hangingPunct="1">
              <a:lnSpc>
                <a:spcPct val="100000"/>
              </a:lnSpc>
              <a:spcBef>
                <a:spcPts val="600"/>
              </a:spcBef>
              <a:spcAft>
                <a:spcPts val="0"/>
              </a:spcAft>
              <a:buClr>
                <a:srgbClr val="0057AB"/>
              </a:buClr>
              <a:buSzTx/>
              <a:buFont typeface="Arial" panose="020B0604020202020204" pitchFamily="34" charset="0"/>
              <a:buChar char="•"/>
              <a:tabLst/>
              <a:defRPr/>
            </a:pP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4">
                  <a:extLst>
                    <a:ext uri="{A12FA001-AC4F-418D-AE19-62706E023703}">
                      <ahyp:hlinkClr xmlns:ahyp="http://schemas.microsoft.com/office/drawing/2018/hyperlinkcolor" val="tx"/>
                    </a:ext>
                  </a:extLst>
                </a:hlinkClick>
              </a:rPr>
              <a:t>Getty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(Recommended),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5">
                  <a:extLst>
                    <a:ext uri="{A12FA001-AC4F-418D-AE19-62706E023703}">
                      <ahyp:hlinkClr xmlns:ahyp="http://schemas.microsoft.com/office/drawing/2018/hyperlinkcolor" val="tx"/>
                    </a:ext>
                  </a:extLst>
                </a:hlinkClick>
              </a:rPr>
              <a:t>Shutterstock</a:t>
            </a:r>
            <a:r>
              <a:rPr kumimoji="0" lang="en-US" sz="1000" b="0" i="0" u="none" strike="noStrike" kern="1200" cap="none" spc="0" normalizeH="0" baseline="0" noProof="0" dirty="0">
                <a:ln>
                  <a:noFill/>
                </a:ln>
                <a:solidFill>
                  <a:srgbClr val="000000"/>
                </a:solidFill>
                <a:effectLst/>
                <a:uLnTx/>
                <a:uFillTx/>
                <a:latin typeface="Ubuntu"/>
                <a:ea typeface="+mn-ea"/>
                <a:cs typeface="+mn-cs"/>
              </a:rPr>
              <a:t>, </a:t>
            </a:r>
            <a:r>
              <a:rPr kumimoji="0" lang="en-US" sz="1000" b="0" i="0" u="none" strike="noStrike" kern="1200" cap="none" spc="0" normalizeH="0" baseline="0" noProof="0" dirty="0">
                <a:ln>
                  <a:noFill/>
                </a:ln>
                <a:solidFill>
                  <a:srgbClr val="000000"/>
                </a:solidFill>
                <a:effectLst/>
                <a:uLnTx/>
                <a:uFillTx/>
                <a:latin typeface="Ubuntu"/>
                <a:ea typeface="+mn-ea"/>
                <a:cs typeface="+mn-cs"/>
                <a:hlinkClick r:id="rId6">
                  <a:extLst>
                    <a:ext uri="{A12FA001-AC4F-418D-AE19-62706E023703}">
                      <ahyp:hlinkClr xmlns:ahyp="http://schemas.microsoft.com/office/drawing/2018/hyperlinkcolor" val="tx"/>
                    </a:ext>
                  </a:extLst>
                </a:hlinkClick>
              </a:rPr>
              <a:t>Adobe images</a:t>
            </a:r>
            <a:r>
              <a:rPr kumimoji="0" lang="en-US" sz="1000" b="0" i="0" u="none" strike="noStrike" kern="1200" cap="none" spc="0" normalizeH="0" baseline="0" noProof="0" dirty="0">
                <a:ln>
                  <a:noFill/>
                </a:ln>
                <a:solidFill>
                  <a:srgbClr val="000000"/>
                </a:solidFill>
                <a:effectLst/>
                <a:uLnTx/>
                <a:uFillTx/>
                <a:latin typeface="Ubuntu"/>
                <a:ea typeface="+mn-ea"/>
                <a:cs typeface="+mn-cs"/>
              </a:rPr>
              <a:t> (check with your M&amp;C design team):</a:t>
            </a:r>
          </a:p>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Ubuntu"/>
                <a:ea typeface="+mn-ea"/>
                <a:cs typeface="+mn-cs"/>
              </a:rPr>
              <a:t>Further cover examples and inspiration </a:t>
            </a:r>
            <a:r>
              <a:rPr kumimoji="0" lang="en-US" sz="1000" b="0" i="0" u="none" strike="noStrike" kern="1200" cap="none" spc="0" normalizeH="0" baseline="0" noProof="0" dirty="0">
                <a:ln>
                  <a:noFill/>
                </a:ln>
                <a:solidFill>
                  <a:srgbClr val="000000"/>
                </a:solidFill>
                <a:effectLst/>
                <a:uLnTx/>
                <a:uFillTx/>
                <a:latin typeface="Ubuntu"/>
                <a:ea typeface="+mn-ea"/>
                <a:cs typeface="+mn-cs"/>
              </a:rPr>
              <a:t>are available in Extras file in your </a:t>
            </a:r>
            <a:r>
              <a:rPr kumimoji="0" lang="en-US" sz="1000" b="0" i="0" u="none" strike="noStrike" kern="1200" cap="none" spc="0" normalizeH="0" baseline="0" noProof="0" dirty="0" err="1">
                <a:ln>
                  <a:noFill/>
                </a:ln>
                <a:solidFill>
                  <a:srgbClr val="000000"/>
                </a:solidFill>
                <a:effectLst/>
                <a:uLnTx/>
                <a:uFillTx/>
                <a:latin typeface="Ubuntu"/>
                <a:ea typeface="+mn-ea"/>
                <a:cs typeface="+mn-cs"/>
              </a:rPr>
              <a:t>Powerpoint</a:t>
            </a:r>
            <a:br>
              <a:rPr kumimoji="0" lang="en-US" sz="1000" b="0" i="0" u="none" strike="noStrike" kern="1200" cap="none" spc="0" normalizeH="0" baseline="0" noProof="0" dirty="0">
                <a:ln>
                  <a:noFill/>
                </a:ln>
                <a:solidFill>
                  <a:srgbClr val="000000"/>
                </a:solidFill>
                <a:effectLst/>
                <a:uLnTx/>
                <a:uFillTx/>
                <a:latin typeface="Ubuntu"/>
                <a:ea typeface="+mn-ea"/>
                <a:cs typeface="+mn-cs"/>
              </a:rPr>
            </a:br>
            <a:r>
              <a:rPr kumimoji="0" lang="en-US" sz="1000" b="0" i="0" u="none" strike="noStrike" kern="1200" cap="none" spc="0" normalizeH="0" baseline="0" noProof="0" dirty="0">
                <a:ln>
                  <a:noFill/>
                </a:ln>
                <a:solidFill>
                  <a:srgbClr val="000000"/>
                </a:solidFill>
                <a:effectLst/>
                <a:uLnTx/>
                <a:uFillTx/>
                <a:latin typeface="Ubuntu"/>
                <a:ea typeface="+mn-ea"/>
                <a:cs typeface="+mn-cs"/>
              </a:rPr>
              <a:t> -&gt; File -&gt; New from template…</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Tree>
    <p:extLst>
      <p:ext uri="{BB962C8B-B14F-4D97-AF65-F5344CB8AC3E}">
        <p14:creationId xmlns:p14="http://schemas.microsoft.com/office/powerpoint/2010/main" val="1382088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60D4B-AAEB-76BC-C178-6E10863FB8F6}"/>
            </a:ext>
          </a:extLst>
        </p:cNvPr>
        <p:cNvGrpSpPr/>
        <p:nvPr/>
      </p:nvGrpSpPr>
      <p:grpSpPr>
        <a:xfrm>
          <a:off x="0" y="0"/>
          <a:ext cx="0" cy="0"/>
          <a:chOff x="0" y="0"/>
          <a:chExt cx="0" cy="0"/>
        </a:xfrm>
      </p:grpSpPr>
      <p:sp>
        <p:nvSpPr>
          <p:cNvPr id="35" name="Date Placeholder 34">
            <a:extLst>
              <a:ext uri="{FF2B5EF4-FFF2-40B4-BE49-F238E27FC236}">
                <a16:creationId xmlns:a16="http://schemas.microsoft.com/office/drawing/2014/main" id="{943CB3BC-6175-8865-1181-8462FF056A2E}"/>
              </a:ext>
            </a:extLst>
          </p:cNvPr>
          <p:cNvSpPr>
            <a:spLocks noGrp="1"/>
          </p:cNvSpPr>
          <p:nvPr>
            <p:ph type="dt" sz="half" idx="45"/>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endParaRPr>
          </a:p>
        </p:txBody>
      </p:sp>
      <p:sp>
        <p:nvSpPr>
          <p:cNvPr id="36" name="Footer Placeholder 35">
            <a:extLst>
              <a:ext uri="{FF2B5EF4-FFF2-40B4-BE49-F238E27FC236}">
                <a16:creationId xmlns:a16="http://schemas.microsoft.com/office/drawing/2014/main" id="{24C2BA1E-020F-61DD-7B10-C808C5A9BC47}"/>
              </a:ext>
            </a:extLst>
          </p:cNvPr>
          <p:cNvSpPr>
            <a:spLocks noGrp="1"/>
          </p:cNvSpPr>
          <p:nvPr>
            <p:ph type="ftr" sz="quarter" idx="46"/>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rPr>
              <a:t>Presentation Title | Author | Date</a:t>
            </a:r>
          </a:p>
        </p:txBody>
      </p:sp>
      <p:sp>
        <p:nvSpPr>
          <p:cNvPr id="37" name="Slide Number Placeholder 36">
            <a:extLst>
              <a:ext uri="{FF2B5EF4-FFF2-40B4-BE49-F238E27FC236}">
                <a16:creationId xmlns:a16="http://schemas.microsoft.com/office/drawing/2014/main" id="{CA08F0A0-8662-9132-1F1E-07AB59F18665}"/>
              </a:ext>
            </a:extLst>
          </p:cNvPr>
          <p:cNvSpPr>
            <a:spLocks noGrp="1"/>
          </p:cNvSpPr>
          <p:nvPr>
            <p:ph type="sldNum" sz="quarter" idx="4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Arial" panose="020B0604020202020204" pitchFamily="34" charset="0"/>
            </a:endParaRPr>
          </a:p>
        </p:txBody>
      </p:sp>
      <p:sp>
        <p:nvSpPr>
          <p:cNvPr id="40" name="Text Placeholder 14">
            <a:extLst>
              <a:ext uri="{FF2B5EF4-FFF2-40B4-BE49-F238E27FC236}">
                <a16:creationId xmlns:a16="http://schemas.microsoft.com/office/drawing/2014/main" id="{60198DE7-A3FC-44B5-4A74-2ED44741DDC0}"/>
              </a:ext>
            </a:extLst>
          </p:cNvPr>
          <p:cNvSpPr>
            <a:spLocks noGrp="1"/>
          </p:cNvSpPr>
          <p:nvPr>
            <p:ph type="body" sz="quarter" idx="22"/>
          </p:nvPr>
        </p:nvSpPr>
        <p:spPr>
          <a:xfrm>
            <a:off x="550863" y="2225997"/>
            <a:ext cx="3546475" cy="307777"/>
          </a:xfrm>
        </p:spPr>
        <p:txBody>
          <a:bodyPr lIns="0" tIns="0" rIns="0" bIns="0"/>
          <a:lstStyle/>
          <a:p>
            <a:r>
              <a:rPr lang="en-US" dirty="0">
                <a:solidFill>
                  <a:schemeClr val="accent4"/>
                </a:solidFill>
              </a:rPr>
              <a:t>PROBLEM STATEMENT</a:t>
            </a:r>
          </a:p>
        </p:txBody>
      </p:sp>
      <p:sp>
        <p:nvSpPr>
          <p:cNvPr id="43" name="Text Placeholder 60">
            <a:extLst>
              <a:ext uri="{FF2B5EF4-FFF2-40B4-BE49-F238E27FC236}">
                <a16:creationId xmlns:a16="http://schemas.microsoft.com/office/drawing/2014/main" id="{14A1404F-17B8-D97D-9917-4FC3415938D9}"/>
              </a:ext>
            </a:extLst>
          </p:cNvPr>
          <p:cNvSpPr>
            <a:spLocks noGrp="1"/>
          </p:cNvSpPr>
          <p:nvPr>
            <p:ph type="body" sz="quarter" idx="35"/>
          </p:nvPr>
        </p:nvSpPr>
        <p:spPr>
          <a:xfrm>
            <a:off x="4324350" y="2225998"/>
            <a:ext cx="3546475" cy="437932"/>
          </a:xfrm>
        </p:spPr>
        <p:txBody>
          <a:bodyPr lIns="0" tIns="0" rIns="0" bIns="0"/>
          <a:lstStyle/>
          <a:p>
            <a:r>
              <a:rPr lang="en-US" dirty="0">
                <a:solidFill>
                  <a:schemeClr val="accent5"/>
                </a:solidFill>
              </a:rPr>
              <a:t>WHY IT MATTERS</a:t>
            </a:r>
          </a:p>
          <a:p>
            <a:endParaRPr lang="en-US" dirty="0">
              <a:solidFill>
                <a:schemeClr val="accent5"/>
              </a:solidFill>
            </a:endParaRPr>
          </a:p>
          <a:p>
            <a:endParaRPr lang="en-US" dirty="0">
              <a:solidFill>
                <a:schemeClr val="accent5"/>
              </a:solidFill>
            </a:endParaRPr>
          </a:p>
        </p:txBody>
      </p:sp>
      <p:sp>
        <p:nvSpPr>
          <p:cNvPr id="45" name="Text Placeholder 62">
            <a:extLst>
              <a:ext uri="{FF2B5EF4-FFF2-40B4-BE49-F238E27FC236}">
                <a16:creationId xmlns:a16="http://schemas.microsoft.com/office/drawing/2014/main" id="{B3FF0420-D7CD-1186-1D1D-75154008D26C}"/>
              </a:ext>
            </a:extLst>
          </p:cNvPr>
          <p:cNvSpPr>
            <a:spLocks noGrp="1"/>
          </p:cNvSpPr>
          <p:nvPr>
            <p:ph type="body" sz="quarter" idx="36"/>
          </p:nvPr>
        </p:nvSpPr>
        <p:spPr>
          <a:xfrm>
            <a:off x="8097838" y="2225997"/>
            <a:ext cx="3509962" cy="1154162"/>
          </a:xfrm>
        </p:spPr>
        <p:txBody>
          <a:bodyPr lIns="0" tIns="0" rIns="0" bIns="0"/>
          <a:lstStyle/>
          <a:p>
            <a:r>
              <a:rPr lang="en-US" dirty="0">
                <a:solidFill>
                  <a:schemeClr val="accent6"/>
                </a:solidFill>
              </a:rPr>
              <a:t>SOLUTION: SENTIMENT ANALYZER</a:t>
            </a:r>
          </a:p>
          <a:p>
            <a:endParaRPr lang="en-US" dirty="0">
              <a:solidFill>
                <a:schemeClr val="accent6"/>
              </a:solidFill>
            </a:endParaRPr>
          </a:p>
        </p:txBody>
      </p:sp>
      <p:sp>
        <p:nvSpPr>
          <p:cNvPr id="42" name="Content Placeholder 15">
            <a:extLst>
              <a:ext uri="{FF2B5EF4-FFF2-40B4-BE49-F238E27FC236}">
                <a16:creationId xmlns:a16="http://schemas.microsoft.com/office/drawing/2014/main" id="{447CEF95-BC9B-5BF8-82CD-90F5709D1CF6}"/>
              </a:ext>
            </a:extLst>
          </p:cNvPr>
          <p:cNvSpPr>
            <a:spLocks noGrp="1"/>
          </p:cNvSpPr>
          <p:nvPr>
            <p:ph sz="quarter" idx="37"/>
          </p:nvPr>
        </p:nvSpPr>
        <p:spPr>
          <a:xfrm>
            <a:off x="550863" y="3068961"/>
            <a:ext cx="3544887" cy="2538518"/>
          </a:xfrm>
        </p:spPr>
        <p:txBody>
          <a:bodyPr lIns="0" tIns="0" rIns="0" bIns="0"/>
          <a:lstStyle/>
          <a:p>
            <a:r>
              <a:rPr lang="en-US" dirty="0"/>
              <a:t>Organizations are losing revenue due to unanalyzed feedback</a:t>
            </a:r>
          </a:p>
          <a:p>
            <a:pPr marL="285750" indent="-285750">
              <a:buFont typeface="Arial" panose="020B0604020202020204" pitchFamily="34" charset="0"/>
              <a:buChar char="•"/>
            </a:pPr>
            <a:r>
              <a:rPr lang="en-US" dirty="0"/>
              <a:t>95% of consumers read reviews               before buying</a:t>
            </a:r>
          </a:p>
          <a:p>
            <a:pPr marL="285750" indent="-285750">
              <a:buFont typeface="Arial" panose="020B0604020202020204" pitchFamily="34" charset="0"/>
              <a:buChar char="•"/>
            </a:pPr>
            <a:r>
              <a:rPr lang="en-US" dirty="0"/>
              <a:t>86% customers will pay more for better experience</a:t>
            </a:r>
          </a:p>
          <a:p>
            <a:pPr marL="285750" indent="-285750">
              <a:buFont typeface="Arial" panose="020B0604020202020204" pitchFamily="34" charset="0"/>
              <a:buChar char="•"/>
            </a:pPr>
            <a:r>
              <a:rPr lang="en-US" dirty="0"/>
              <a:t>$136.8B lost annually due to customer switching , often driven by unresolved  negative feedback</a:t>
            </a:r>
          </a:p>
          <a:p>
            <a:pPr marL="285750" indent="-285750">
              <a:buFont typeface="Arial" panose="020B0604020202020204" pitchFamily="34" charset="0"/>
              <a:buChar char="•"/>
            </a:pPr>
            <a:endParaRPr lang="en-IN" dirty="0"/>
          </a:p>
          <a:p>
            <a:endParaRPr lang="en-US" dirty="0"/>
          </a:p>
          <a:p>
            <a:endParaRPr lang="en-US" dirty="0"/>
          </a:p>
          <a:p>
            <a:endParaRPr lang="en-US" dirty="0"/>
          </a:p>
        </p:txBody>
      </p:sp>
      <p:sp>
        <p:nvSpPr>
          <p:cNvPr id="46" name="Content Placeholder 63">
            <a:extLst>
              <a:ext uri="{FF2B5EF4-FFF2-40B4-BE49-F238E27FC236}">
                <a16:creationId xmlns:a16="http://schemas.microsoft.com/office/drawing/2014/main" id="{258FCAF8-1AE3-B392-2C0A-99B0E759BD52}"/>
              </a:ext>
            </a:extLst>
          </p:cNvPr>
          <p:cNvSpPr>
            <a:spLocks noGrp="1"/>
          </p:cNvSpPr>
          <p:nvPr>
            <p:ph sz="quarter" idx="44"/>
          </p:nvPr>
        </p:nvSpPr>
        <p:spPr>
          <a:xfrm>
            <a:off x="8062913" y="3000012"/>
            <a:ext cx="3544887" cy="3308713"/>
          </a:xfrm>
        </p:spPr>
        <p:txBody>
          <a:bodyPr lIns="0" tIns="0" rIns="0" bIns="0"/>
          <a:lstStyle/>
          <a:p>
            <a:r>
              <a:rPr lang="en-US" dirty="0"/>
              <a:t>Sentiment Analyzer converts feedback  into actionable insights </a:t>
            </a:r>
          </a:p>
          <a:p>
            <a:pPr marL="285750" indent="-285750">
              <a:buFont typeface="Arial" panose="020B0604020202020204" pitchFamily="34" charset="0"/>
              <a:buChar char="•"/>
            </a:pPr>
            <a:r>
              <a:rPr lang="en-US" dirty="0"/>
              <a:t>Identifies positive/negative/neutral sentiment at scale in real time</a:t>
            </a:r>
          </a:p>
          <a:p>
            <a:pPr marL="285750" indent="-285750">
              <a:buFont typeface="Arial" panose="020B0604020202020204" pitchFamily="34" charset="0"/>
              <a:buChar char="•"/>
            </a:pPr>
            <a:r>
              <a:rPr lang="en-US" dirty="0"/>
              <a:t>Helps businesses detect issues early , identify key themes which customers are talking about and improve CX decisions faster</a:t>
            </a:r>
          </a:p>
          <a:p>
            <a:pPr marL="285750" indent="-285750">
              <a:buFont typeface="Arial" panose="020B0604020202020204" pitchFamily="34" charset="0"/>
              <a:buChar char="•"/>
            </a:pPr>
            <a:r>
              <a:rPr lang="en-US" dirty="0"/>
              <a:t>Provides Leadership recommendations based on the output obtained. </a:t>
            </a:r>
          </a:p>
          <a:p>
            <a:endParaRPr lang="en-US" dirty="0"/>
          </a:p>
          <a:p>
            <a:endParaRPr lang="en-US" dirty="0"/>
          </a:p>
          <a:p>
            <a:endParaRPr lang="en-US" dirty="0"/>
          </a:p>
        </p:txBody>
      </p:sp>
      <p:sp>
        <p:nvSpPr>
          <p:cNvPr id="27" name="Title 26">
            <a:extLst>
              <a:ext uri="{FF2B5EF4-FFF2-40B4-BE49-F238E27FC236}">
                <a16:creationId xmlns:a16="http://schemas.microsoft.com/office/drawing/2014/main" id="{4EB21FC3-5B0A-A45A-0CB7-58A460AF77CE}"/>
              </a:ext>
            </a:extLst>
          </p:cNvPr>
          <p:cNvSpPr>
            <a:spLocks noGrp="1"/>
          </p:cNvSpPr>
          <p:nvPr>
            <p:ph type="title"/>
          </p:nvPr>
        </p:nvSpPr>
        <p:spPr/>
        <p:txBody>
          <a:bodyPr/>
          <a:lstStyle/>
          <a:p>
            <a:r>
              <a:rPr lang="en-US" dirty="0"/>
              <a:t>Business Need for Sentiment Analysis</a:t>
            </a:r>
            <a:br>
              <a:rPr lang="en-US" dirty="0"/>
            </a:br>
            <a:endParaRPr lang="en-US" dirty="0"/>
          </a:p>
        </p:txBody>
      </p:sp>
      <p:cxnSp>
        <p:nvCxnSpPr>
          <p:cNvPr id="5" name="Straight Connector 4">
            <a:extLst>
              <a:ext uri="{FF2B5EF4-FFF2-40B4-BE49-F238E27FC236}">
                <a16:creationId xmlns:a16="http://schemas.microsoft.com/office/drawing/2014/main" id="{770FA212-63A1-55A8-0872-735AFDCFF83B}"/>
              </a:ext>
              <a:ext uri="{C183D7F6-B498-43B3-948B-1728B52AA6E4}">
                <adec:decorative xmlns:adec="http://schemas.microsoft.com/office/drawing/2017/decorative" val="1"/>
              </a:ext>
            </a:extLst>
          </p:cNvPr>
          <p:cNvCxnSpPr>
            <a:cxnSpLocks/>
          </p:cNvCxnSpPr>
          <p:nvPr/>
        </p:nvCxnSpPr>
        <p:spPr>
          <a:xfrm>
            <a:off x="550863" y="2029200"/>
            <a:ext cx="3546475" cy="0"/>
          </a:xfrm>
          <a:prstGeom prst="line">
            <a:avLst/>
          </a:prstGeom>
          <a:ln w="76200">
            <a:solidFill>
              <a:srgbClr val="00D5D0"/>
            </a:solidFill>
          </a:ln>
        </p:spPr>
        <p:style>
          <a:lnRef idx="1">
            <a:schemeClr val="accent1"/>
          </a:lnRef>
          <a:fillRef idx="0">
            <a:schemeClr val="accent1"/>
          </a:fillRef>
          <a:effectRef idx="0">
            <a:schemeClr val="accent1"/>
          </a:effectRef>
          <a:fontRef idx="minor">
            <a:schemeClr val="tx1"/>
          </a:fontRef>
        </p:style>
      </p:cxnSp>
      <p:cxnSp>
        <p:nvCxnSpPr>
          <p:cNvPr id="6" name="Straight Connector 4">
            <a:extLst>
              <a:ext uri="{FF2B5EF4-FFF2-40B4-BE49-F238E27FC236}">
                <a16:creationId xmlns:a16="http://schemas.microsoft.com/office/drawing/2014/main" id="{C33CE34D-2B18-D977-DF2D-B934727AC9ED}"/>
              </a:ext>
              <a:ext uri="{C183D7F6-B498-43B3-948B-1728B52AA6E4}">
                <adec:decorative xmlns:adec="http://schemas.microsoft.com/office/drawing/2017/decorative" val="1"/>
              </a:ext>
            </a:extLst>
          </p:cNvPr>
          <p:cNvCxnSpPr>
            <a:cxnSpLocks/>
          </p:cNvCxnSpPr>
          <p:nvPr/>
        </p:nvCxnSpPr>
        <p:spPr>
          <a:xfrm>
            <a:off x="4322763" y="2029200"/>
            <a:ext cx="3546237" cy="0"/>
          </a:xfrm>
          <a:prstGeom prst="line">
            <a:avLst/>
          </a:prstGeom>
          <a:ln w="76200">
            <a:solidFill>
              <a:srgbClr val="FEB100"/>
            </a:solidFill>
          </a:ln>
        </p:spPr>
        <p:style>
          <a:lnRef idx="1">
            <a:schemeClr val="accent1"/>
          </a:lnRef>
          <a:fillRef idx="0">
            <a:schemeClr val="accent1"/>
          </a:fillRef>
          <a:effectRef idx="0">
            <a:schemeClr val="accent1"/>
          </a:effectRef>
          <a:fontRef idx="minor">
            <a:schemeClr val="tx1"/>
          </a:fontRef>
        </p:style>
      </p:cxnSp>
      <p:cxnSp>
        <p:nvCxnSpPr>
          <p:cNvPr id="7" name="Straight Connector 4">
            <a:extLst>
              <a:ext uri="{FF2B5EF4-FFF2-40B4-BE49-F238E27FC236}">
                <a16:creationId xmlns:a16="http://schemas.microsoft.com/office/drawing/2014/main" id="{DF8277BE-2B9E-47E0-6004-A09F363EE338}"/>
              </a:ext>
              <a:ext uri="{C183D7F6-B498-43B3-948B-1728B52AA6E4}">
                <adec:decorative xmlns:adec="http://schemas.microsoft.com/office/drawing/2017/decorative" val="1"/>
              </a:ext>
            </a:extLst>
          </p:cNvPr>
          <p:cNvCxnSpPr>
            <a:cxnSpLocks/>
          </p:cNvCxnSpPr>
          <p:nvPr/>
        </p:nvCxnSpPr>
        <p:spPr>
          <a:xfrm>
            <a:off x="8081757" y="2029200"/>
            <a:ext cx="3546000" cy="0"/>
          </a:xfrm>
          <a:prstGeom prst="line">
            <a:avLst/>
          </a:prstGeom>
          <a:ln w="76200">
            <a:solidFill>
              <a:srgbClr val="FF816E"/>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EDAFA10-E7A0-33B5-9DE7-FCCBE57FC5F8}"/>
              </a:ext>
            </a:extLst>
          </p:cNvPr>
          <p:cNvSpPr txBox="1"/>
          <p:nvPr/>
        </p:nvSpPr>
        <p:spPr>
          <a:xfrm>
            <a:off x="4223792" y="2569125"/>
            <a:ext cx="3546475" cy="3541612"/>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Ubuntu"/>
              <a:ea typeface="+mn-ea"/>
              <a:cs typeface="+mn-cs"/>
            </a:endParaRPr>
          </a:p>
          <a:p>
            <a:pPr marL="0" marR="0" lvl="0" indent="0" algn="l" defTabSz="914400" rtl="0" eaLnBrk="1" fontAlgn="auto" latinLnBrk="0" hangingPunct="1">
              <a:lnSpc>
                <a:spcPct val="100000"/>
              </a:lnSpc>
              <a:spcBef>
                <a:spcPct val="0"/>
              </a:spcBef>
              <a:spcAft>
                <a:spcPts val="0"/>
              </a:spcAft>
              <a:buClrTx/>
              <a:buSzTx/>
              <a:buFontTx/>
              <a:buNone/>
              <a:tabLst/>
              <a:defRPr/>
            </a:pPr>
            <a:endParaRPr lang="en-US" sz="1400" dirty="0">
              <a:solidFill>
                <a:srgbClr val="FFFFFF"/>
              </a:solidFill>
              <a:latin typeface="Ubuntu"/>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Feedback is everywhere , but not     effectively used </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Ubuntu"/>
              <a:ea typeface="+mn-ea"/>
              <a:cs typeface="+mn-cs"/>
            </a:endParaRPr>
          </a:p>
          <a:p>
            <a:pPr marL="285750" marR="0" lvl="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72% of companies collect customer feedback but struggle to act on it</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Ubuntu"/>
              <a:ea typeface="+mn-ea"/>
              <a:cs typeface="+mn-cs"/>
            </a:endParaRPr>
          </a:p>
          <a:p>
            <a:pPr marL="285750" marR="0" lvl="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lang="en-US" sz="1400" dirty="0">
                <a:solidFill>
                  <a:srgbClr val="FFFFFF"/>
                </a:solidFill>
                <a:latin typeface="Ubuntu"/>
              </a:rPr>
              <a:t>AI powered sentiment analysis reduces manual leadership decision making and reporting turnaround time from weeks to minutes</a:t>
            </a:r>
          </a:p>
          <a:p>
            <a:pPr marR="0" lvl="0" algn="l" defTabSz="914400" rtl="0" eaLnBrk="1" fontAlgn="auto" latinLnBrk="0" hangingPunct="1">
              <a:lnSpc>
                <a:spcPct val="100000"/>
              </a:lnSpc>
              <a:spcBef>
                <a:spcPct val="0"/>
              </a:spcBef>
              <a:spcAft>
                <a:spcPts val="0"/>
              </a:spcAft>
              <a:buClrTx/>
              <a:buSzTx/>
              <a:tabLst/>
              <a:defRPr/>
            </a:pPr>
            <a:endParaRPr kumimoji="0" lang="en-US" sz="1400" b="0" i="0" u="none" strike="noStrike" kern="1200" cap="none" spc="0" normalizeH="0" baseline="0" noProof="0" dirty="0">
              <a:ln>
                <a:noFill/>
              </a:ln>
              <a:solidFill>
                <a:srgbClr val="FFFFFF"/>
              </a:solidFill>
              <a:effectLst/>
              <a:uLnTx/>
              <a:uFillTx/>
              <a:latin typeface="Ubuntu"/>
              <a:ea typeface="+mn-ea"/>
              <a:cs typeface="+mn-cs"/>
            </a:endParaRPr>
          </a:p>
          <a:p>
            <a:pPr marL="285750" marR="0" lvl="0" indent="-2857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FFFFFF"/>
                </a:solidFill>
                <a:effectLst/>
                <a:uLnTx/>
                <a:uFillTx/>
                <a:latin typeface="Ubuntu"/>
                <a:ea typeface="+mn-ea"/>
                <a:cs typeface="+mn-cs"/>
              </a:rPr>
              <a:t>76% of customers switch to competitors after negative experiences and dissatisfaction </a:t>
            </a:r>
          </a:p>
        </p:txBody>
      </p:sp>
    </p:spTree>
    <p:extLst>
      <p:ext uri="{BB962C8B-B14F-4D97-AF65-F5344CB8AC3E}">
        <p14:creationId xmlns:p14="http://schemas.microsoft.com/office/powerpoint/2010/main" val="10553021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87680" y="243840"/>
            <a:ext cx="11216640" cy="670560"/>
          </a:xfrm>
          <a:prstGeom prst="rect">
            <a:avLst/>
          </a:prstGeom>
          <a:noFill/>
          <a:ln/>
        </p:spPr>
        <p:txBody>
          <a:bodyPr wrap="square" rtlCol="0" anchor="ctr"/>
          <a:lstStyle/>
          <a:p>
            <a:pPr defTabSz="1219170"/>
            <a:r>
              <a:rPr lang="en-US" sz="3467" b="1" dirty="0">
                <a:solidFill>
                  <a:srgbClr val="FFFFFF"/>
                </a:solidFill>
                <a:latin typeface="Calibri" pitchFamily="34" charset="0"/>
                <a:ea typeface="Calibri" pitchFamily="34" charset="-122"/>
                <a:cs typeface="Calibri" pitchFamily="34" charset="-120"/>
              </a:rPr>
              <a:t>Data Scope &amp; Sentiment Methodology</a:t>
            </a:r>
            <a:endParaRPr lang="en-US" sz="3467" dirty="0">
              <a:solidFill>
                <a:prstClr val="black"/>
              </a:solidFill>
              <a:latin typeface="Calibri" panose="020F0502020204030204"/>
            </a:endParaRPr>
          </a:p>
        </p:txBody>
      </p:sp>
      <p:sp>
        <p:nvSpPr>
          <p:cNvPr id="3" name="Text 1"/>
          <p:cNvSpPr/>
          <p:nvPr/>
        </p:nvSpPr>
        <p:spPr>
          <a:xfrm>
            <a:off x="487680" y="877824"/>
            <a:ext cx="11216640" cy="365760"/>
          </a:xfrm>
          <a:prstGeom prst="rect">
            <a:avLst/>
          </a:prstGeom>
          <a:noFill/>
          <a:ln/>
        </p:spPr>
        <p:txBody>
          <a:bodyPr wrap="square" rtlCol="0" anchor="ctr"/>
          <a:lstStyle/>
          <a:p>
            <a:pPr defTabSz="1219170"/>
            <a:r>
              <a:rPr lang="en-US" sz="1600" i="1" dirty="0">
                <a:solidFill>
                  <a:srgbClr val="4DD9C0"/>
                </a:solidFill>
                <a:latin typeface="Calibri" pitchFamily="34" charset="0"/>
                <a:ea typeface="Calibri" pitchFamily="34" charset="-122"/>
                <a:cs typeface="Calibri" pitchFamily="34" charset="-120"/>
              </a:rPr>
              <a:t>AI-powered NLP pipeline for multi-domain feedback analysis</a:t>
            </a:r>
            <a:endParaRPr lang="en-US" sz="1600" dirty="0">
              <a:solidFill>
                <a:prstClr val="black"/>
              </a:solidFill>
              <a:latin typeface="Calibri" panose="020F0502020204030204"/>
            </a:endParaRPr>
          </a:p>
        </p:txBody>
      </p:sp>
      <p:sp>
        <p:nvSpPr>
          <p:cNvPr id="4" name="Shape 2"/>
          <p:cNvSpPr/>
          <p:nvPr/>
        </p:nvSpPr>
        <p:spPr>
          <a:xfrm>
            <a:off x="487680" y="1219200"/>
            <a:ext cx="5364480" cy="30480"/>
          </a:xfrm>
          <a:prstGeom prst="rect">
            <a:avLst/>
          </a:prstGeom>
          <a:solidFill>
            <a:srgbClr val="4DD9C0"/>
          </a:solidFill>
          <a:ln w="12700">
            <a:solidFill>
              <a:srgbClr val="4DD9C0"/>
            </a:solidFill>
            <a:prstDash val="solid"/>
          </a:ln>
        </p:spPr>
        <p:txBody>
          <a:bodyPr/>
          <a:lstStyle/>
          <a:p>
            <a:endParaRPr lang="en-IN"/>
          </a:p>
        </p:txBody>
      </p:sp>
      <p:sp>
        <p:nvSpPr>
          <p:cNvPr id="5" name="Shape 3"/>
          <p:cNvSpPr/>
          <p:nvPr/>
        </p:nvSpPr>
        <p:spPr>
          <a:xfrm>
            <a:off x="426720" y="1402080"/>
            <a:ext cx="5242560" cy="792480"/>
          </a:xfrm>
          <a:prstGeom prst="rect">
            <a:avLst/>
          </a:prstGeom>
          <a:solidFill>
            <a:srgbClr val="162244"/>
          </a:solidFill>
          <a:ln w="6350">
            <a:solidFill>
              <a:srgbClr val="1E3A6E"/>
            </a:solidFill>
            <a:prstDash val="solid"/>
          </a:ln>
        </p:spPr>
        <p:txBody>
          <a:bodyPr/>
          <a:lstStyle/>
          <a:p>
            <a:endParaRPr lang="en-IN"/>
          </a:p>
        </p:txBody>
      </p:sp>
      <p:sp>
        <p:nvSpPr>
          <p:cNvPr id="6" name="Shape 4"/>
          <p:cNvSpPr/>
          <p:nvPr/>
        </p:nvSpPr>
        <p:spPr>
          <a:xfrm>
            <a:off x="426720" y="1402080"/>
            <a:ext cx="73152" cy="792480"/>
          </a:xfrm>
          <a:prstGeom prst="rect">
            <a:avLst/>
          </a:prstGeom>
          <a:solidFill>
            <a:srgbClr val="4DD9C0"/>
          </a:solidFill>
          <a:ln w="12700">
            <a:solidFill>
              <a:srgbClr val="4DD9C0"/>
            </a:solidFill>
            <a:prstDash val="solid"/>
          </a:ln>
        </p:spPr>
        <p:txBody>
          <a:bodyPr/>
          <a:lstStyle/>
          <a:p>
            <a:endParaRPr lang="en-IN"/>
          </a:p>
        </p:txBody>
      </p:sp>
      <p:pic>
        <p:nvPicPr>
          <p:cNvPr id="7" name="Image 0" descr="preencoded.png"/>
          <p:cNvPicPr>
            <a:picLocks noChangeAspect="1"/>
          </p:cNvPicPr>
          <p:nvPr/>
        </p:nvPicPr>
        <p:blipFill>
          <a:blip r:embed="rId3"/>
          <a:stretch>
            <a:fillRect/>
          </a:stretch>
        </p:blipFill>
        <p:spPr>
          <a:xfrm>
            <a:off x="609600" y="1499616"/>
            <a:ext cx="548640" cy="548640"/>
          </a:xfrm>
          <a:prstGeom prst="rect">
            <a:avLst/>
          </a:prstGeom>
        </p:spPr>
      </p:pic>
      <p:sp>
        <p:nvSpPr>
          <p:cNvPr id="8" name="Text 5"/>
          <p:cNvSpPr/>
          <p:nvPr/>
        </p:nvSpPr>
        <p:spPr>
          <a:xfrm>
            <a:off x="1280160" y="1450848"/>
            <a:ext cx="4267200" cy="341376"/>
          </a:xfrm>
          <a:prstGeom prst="rect">
            <a:avLst/>
          </a:prstGeom>
          <a:noFill/>
          <a:ln/>
        </p:spPr>
        <p:txBody>
          <a:bodyPr wrap="square" rtlCol="0" anchor="b"/>
          <a:lstStyle/>
          <a:p>
            <a:pPr defTabSz="1219170"/>
            <a:r>
              <a:rPr lang="en-US" sz="1467" b="1" dirty="0">
                <a:solidFill>
                  <a:srgbClr val="FFFFFF"/>
                </a:solidFill>
                <a:latin typeface="Calibri" pitchFamily="34" charset="0"/>
                <a:ea typeface="Calibri" pitchFamily="34" charset="-122"/>
                <a:cs typeface="Calibri" pitchFamily="34" charset="-120"/>
              </a:rPr>
              <a:t>Multi-Source Text Data</a:t>
            </a:r>
            <a:endParaRPr lang="en-US" sz="1467" dirty="0">
              <a:solidFill>
                <a:prstClr val="black"/>
              </a:solidFill>
              <a:latin typeface="Calibri" panose="020F0502020204030204"/>
            </a:endParaRPr>
          </a:p>
        </p:txBody>
      </p:sp>
      <p:sp>
        <p:nvSpPr>
          <p:cNvPr id="9" name="Text 6"/>
          <p:cNvSpPr/>
          <p:nvPr/>
        </p:nvSpPr>
        <p:spPr>
          <a:xfrm>
            <a:off x="1280160" y="1792224"/>
            <a:ext cx="4267200" cy="304800"/>
          </a:xfrm>
          <a:prstGeom prst="rect">
            <a:avLst/>
          </a:prstGeom>
          <a:noFill/>
          <a:ln/>
        </p:spPr>
        <p:txBody>
          <a:bodyPr wrap="square" rtlCol="0" anchor="t"/>
          <a:lstStyle/>
          <a:p>
            <a:pPr defTabSz="1219170"/>
            <a:r>
              <a:rPr lang="en-US" sz="1200" dirty="0">
                <a:solidFill>
                  <a:srgbClr val="7B9CC8"/>
                </a:solidFill>
                <a:latin typeface="Calibri" pitchFamily="34" charset="0"/>
                <a:ea typeface="Calibri" pitchFamily="34" charset="-122"/>
                <a:cs typeface="Calibri" pitchFamily="34" charset="-120"/>
              </a:rPr>
              <a:t>Surveys, exits, onboarding, candidates</a:t>
            </a:r>
            <a:endParaRPr lang="en-US" sz="1200" dirty="0">
              <a:solidFill>
                <a:prstClr val="black"/>
              </a:solidFill>
              <a:latin typeface="Calibri" panose="020F0502020204030204"/>
            </a:endParaRPr>
          </a:p>
        </p:txBody>
      </p:sp>
      <p:sp>
        <p:nvSpPr>
          <p:cNvPr id="10" name="Shape 7"/>
          <p:cNvSpPr/>
          <p:nvPr/>
        </p:nvSpPr>
        <p:spPr>
          <a:xfrm>
            <a:off x="426720" y="2353056"/>
            <a:ext cx="5242560" cy="792480"/>
          </a:xfrm>
          <a:prstGeom prst="rect">
            <a:avLst/>
          </a:prstGeom>
          <a:solidFill>
            <a:srgbClr val="162244"/>
          </a:solidFill>
          <a:ln w="6350">
            <a:solidFill>
              <a:srgbClr val="1E3A6E"/>
            </a:solidFill>
            <a:prstDash val="solid"/>
          </a:ln>
        </p:spPr>
        <p:txBody>
          <a:bodyPr/>
          <a:lstStyle/>
          <a:p>
            <a:endParaRPr lang="en-IN"/>
          </a:p>
        </p:txBody>
      </p:sp>
      <p:sp>
        <p:nvSpPr>
          <p:cNvPr id="11" name="Shape 8"/>
          <p:cNvSpPr/>
          <p:nvPr/>
        </p:nvSpPr>
        <p:spPr>
          <a:xfrm>
            <a:off x="426720" y="2353056"/>
            <a:ext cx="73152" cy="792480"/>
          </a:xfrm>
          <a:prstGeom prst="rect">
            <a:avLst/>
          </a:prstGeom>
          <a:solidFill>
            <a:srgbClr val="4DD9C0"/>
          </a:solidFill>
          <a:ln w="12700">
            <a:solidFill>
              <a:srgbClr val="4DD9C0"/>
            </a:solidFill>
            <a:prstDash val="solid"/>
          </a:ln>
        </p:spPr>
        <p:txBody>
          <a:bodyPr/>
          <a:lstStyle/>
          <a:p>
            <a:endParaRPr lang="en-IN"/>
          </a:p>
        </p:txBody>
      </p:sp>
      <p:pic>
        <p:nvPicPr>
          <p:cNvPr id="12" name="Image 1" descr="preencoded.png"/>
          <p:cNvPicPr>
            <a:picLocks noChangeAspect="1"/>
          </p:cNvPicPr>
          <p:nvPr/>
        </p:nvPicPr>
        <p:blipFill>
          <a:blip r:embed="rId4"/>
          <a:stretch>
            <a:fillRect/>
          </a:stretch>
        </p:blipFill>
        <p:spPr>
          <a:xfrm>
            <a:off x="609600" y="2450592"/>
            <a:ext cx="548640" cy="548640"/>
          </a:xfrm>
          <a:prstGeom prst="rect">
            <a:avLst/>
          </a:prstGeom>
        </p:spPr>
      </p:pic>
      <p:sp>
        <p:nvSpPr>
          <p:cNvPr id="13" name="Text 9"/>
          <p:cNvSpPr/>
          <p:nvPr/>
        </p:nvSpPr>
        <p:spPr>
          <a:xfrm>
            <a:off x="1280160" y="2401824"/>
            <a:ext cx="4267200" cy="341376"/>
          </a:xfrm>
          <a:prstGeom prst="rect">
            <a:avLst/>
          </a:prstGeom>
          <a:noFill/>
          <a:ln/>
        </p:spPr>
        <p:txBody>
          <a:bodyPr wrap="square" rtlCol="0" anchor="b"/>
          <a:lstStyle/>
          <a:p>
            <a:pPr defTabSz="1219170"/>
            <a:r>
              <a:rPr lang="en-US" sz="1467" b="1" dirty="0">
                <a:solidFill>
                  <a:srgbClr val="FFFFFF"/>
                </a:solidFill>
                <a:latin typeface="Calibri" pitchFamily="34" charset="0"/>
                <a:ea typeface="Calibri" pitchFamily="34" charset="-122"/>
                <a:cs typeface="Calibri" pitchFamily="34" charset="-120"/>
              </a:rPr>
              <a:t>Standardized Pre-Processing</a:t>
            </a:r>
            <a:endParaRPr lang="en-US" sz="1467" dirty="0">
              <a:solidFill>
                <a:prstClr val="black"/>
              </a:solidFill>
              <a:latin typeface="Calibri" panose="020F0502020204030204"/>
            </a:endParaRPr>
          </a:p>
        </p:txBody>
      </p:sp>
      <p:sp>
        <p:nvSpPr>
          <p:cNvPr id="14" name="Text 10"/>
          <p:cNvSpPr/>
          <p:nvPr/>
        </p:nvSpPr>
        <p:spPr>
          <a:xfrm>
            <a:off x="1280160" y="2743200"/>
            <a:ext cx="4267200" cy="304800"/>
          </a:xfrm>
          <a:prstGeom prst="rect">
            <a:avLst/>
          </a:prstGeom>
          <a:noFill/>
          <a:ln/>
        </p:spPr>
        <p:txBody>
          <a:bodyPr wrap="square" rtlCol="0" anchor="t"/>
          <a:lstStyle/>
          <a:p>
            <a:pPr defTabSz="1219170"/>
            <a:r>
              <a:rPr lang="en-US" sz="1200" dirty="0">
                <a:solidFill>
                  <a:srgbClr val="7B9CC8"/>
                </a:solidFill>
                <a:latin typeface="Calibri" pitchFamily="34" charset="0"/>
                <a:ea typeface="Calibri" pitchFamily="34" charset="-122"/>
                <a:cs typeface="Calibri" pitchFamily="34" charset="-120"/>
              </a:rPr>
              <a:t>Cleaning, normalization, de-duplication</a:t>
            </a:r>
            <a:endParaRPr lang="en-US" sz="1200" dirty="0">
              <a:solidFill>
                <a:prstClr val="black"/>
              </a:solidFill>
              <a:latin typeface="Calibri" panose="020F0502020204030204"/>
            </a:endParaRPr>
          </a:p>
        </p:txBody>
      </p:sp>
      <p:sp>
        <p:nvSpPr>
          <p:cNvPr id="15" name="Shape 11"/>
          <p:cNvSpPr/>
          <p:nvPr/>
        </p:nvSpPr>
        <p:spPr>
          <a:xfrm>
            <a:off x="426720" y="3304032"/>
            <a:ext cx="5242560" cy="792480"/>
          </a:xfrm>
          <a:prstGeom prst="rect">
            <a:avLst/>
          </a:prstGeom>
          <a:solidFill>
            <a:srgbClr val="162244"/>
          </a:solidFill>
          <a:ln w="6350">
            <a:solidFill>
              <a:srgbClr val="1E3A6E"/>
            </a:solidFill>
            <a:prstDash val="solid"/>
          </a:ln>
        </p:spPr>
        <p:txBody>
          <a:bodyPr/>
          <a:lstStyle/>
          <a:p>
            <a:endParaRPr lang="en-IN"/>
          </a:p>
        </p:txBody>
      </p:sp>
      <p:sp>
        <p:nvSpPr>
          <p:cNvPr id="16" name="Shape 12"/>
          <p:cNvSpPr/>
          <p:nvPr/>
        </p:nvSpPr>
        <p:spPr>
          <a:xfrm>
            <a:off x="426720" y="3304032"/>
            <a:ext cx="73152" cy="792480"/>
          </a:xfrm>
          <a:prstGeom prst="rect">
            <a:avLst/>
          </a:prstGeom>
          <a:solidFill>
            <a:srgbClr val="4DD9C0"/>
          </a:solidFill>
          <a:ln w="12700">
            <a:solidFill>
              <a:srgbClr val="4DD9C0"/>
            </a:solidFill>
            <a:prstDash val="solid"/>
          </a:ln>
        </p:spPr>
        <p:txBody>
          <a:bodyPr/>
          <a:lstStyle/>
          <a:p>
            <a:endParaRPr lang="en-IN"/>
          </a:p>
        </p:txBody>
      </p:sp>
      <p:pic>
        <p:nvPicPr>
          <p:cNvPr id="17" name="Image 2" descr="preencoded.png"/>
          <p:cNvPicPr>
            <a:picLocks noChangeAspect="1"/>
          </p:cNvPicPr>
          <p:nvPr/>
        </p:nvPicPr>
        <p:blipFill>
          <a:blip r:embed="rId5"/>
          <a:stretch>
            <a:fillRect/>
          </a:stretch>
        </p:blipFill>
        <p:spPr>
          <a:xfrm>
            <a:off x="609600" y="3401568"/>
            <a:ext cx="548640" cy="548640"/>
          </a:xfrm>
          <a:prstGeom prst="rect">
            <a:avLst/>
          </a:prstGeom>
        </p:spPr>
      </p:pic>
      <p:sp>
        <p:nvSpPr>
          <p:cNvPr id="18" name="Text 13"/>
          <p:cNvSpPr/>
          <p:nvPr/>
        </p:nvSpPr>
        <p:spPr>
          <a:xfrm>
            <a:off x="1280160" y="3352800"/>
            <a:ext cx="4267200" cy="341376"/>
          </a:xfrm>
          <a:prstGeom prst="rect">
            <a:avLst/>
          </a:prstGeom>
          <a:noFill/>
          <a:ln/>
        </p:spPr>
        <p:txBody>
          <a:bodyPr wrap="square" rtlCol="0" anchor="b"/>
          <a:lstStyle/>
          <a:p>
            <a:pPr defTabSz="1219170"/>
            <a:r>
              <a:rPr lang="en-US" sz="1467" b="1" dirty="0">
                <a:solidFill>
                  <a:srgbClr val="FFFFFF"/>
                </a:solidFill>
                <a:latin typeface="Calibri" pitchFamily="34" charset="0"/>
                <a:ea typeface="Calibri" pitchFamily="34" charset="-122"/>
                <a:cs typeface="Calibri" pitchFamily="34" charset="-120"/>
              </a:rPr>
              <a:t>AI-Driven Sentiment Scoring</a:t>
            </a:r>
            <a:endParaRPr lang="en-US" sz="1467" dirty="0">
              <a:solidFill>
                <a:prstClr val="black"/>
              </a:solidFill>
              <a:latin typeface="Calibri" panose="020F0502020204030204"/>
            </a:endParaRPr>
          </a:p>
        </p:txBody>
      </p:sp>
      <p:sp>
        <p:nvSpPr>
          <p:cNvPr id="19" name="Text 14"/>
          <p:cNvSpPr/>
          <p:nvPr/>
        </p:nvSpPr>
        <p:spPr>
          <a:xfrm>
            <a:off x="1280160" y="3694176"/>
            <a:ext cx="4267200" cy="304800"/>
          </a:xfrm>
          <a:prstGeom prst="rect">
            <a:avLst/>
          </a:prstGeom>
          <a:noFill/>
          <a:ln/>
        </p:spPr>
        <p:txBody>
          <a:bodyPr wrap="square" rtlCol="0" anchor="t"/>
          <a:lstStyle/>
          <a:p>
            <a:pPr defTabSz="1219170"/>
            <a:r>
              <a:rPr lang="en-US" sz="1200" dirty="0">
                <a:solidFill>
                  <a:srgbClr val="7B9CC8"/>
                </a:solidFill>
                <a:latin typeface="Calibri" pitchFamily="34" charset="0"/>
                <a:ea typeface="Calibri" pitchFamily="34" charset="-122"/>
                <a:cs typeface="Calibri" pitchFamily="34" charset="-120"/>
              </a:rPr>
              <a:t>Transformer NLP: </a:t>
            </a:r>
            <a:r>
              <a:rPr lang="en-US" sz="1200" dirty="0">
                <a:solidFill>
                  <a:schemeClr val="accent1">
                    <a:lumMod val="60000"/>
                    <a:lumOff val="40000"/>
                  </a:schemeClr>
                </a:solidFill>
                <a:latin typeface="Calibri" pitchFamily="34" charset="0"/>
                <a:ea typeface="Calibri" pitchFamily="34" charset="-122"/>
                <a:cs typeface="Calibri" pitchFamily="34" charset="-120"/>
              </a:rPr>
              <a:t>Positive</a:t>
            </a:r>
            <a:r>
              <a:rPr lang="en-US" sz="1200" dirty="0">
                <a:solidFill>
                  <a:srgbClr val="7B9CC8"/>
                </a:solidFill>
                <a:latin typeface="Calibri" pitchFamily="34" charset="0"/>
                <a:ea typeface="Calibri" pitchFamily="34" charset="-122"/>
                <a:cs typeface="Calibri" pitchFamily="34" charset="-120"/>
              </a:rPr>
              <a:t> / Neutral / Negative</a:t>
            </a:r>
            <a:endParaRPr lang="en-US" sz="1200" dirty="0">
              <a:solidFill>
                <a:prstClr val="black"/>
              </a:solidFill>
              <a:latin typeface="Calibri" panose="020F0502020204030204"/>
            </a:endParaRPr>
          </a:p>
        </p:txBody>
      </p:sp>
      <p:sp>
        <p:nvSpPr>
          <p:cNvPr id="20" name="Shape 15"/>
          <p:cNvSpPr/>
          <p:nvPr/>
        </p:nvSpPr>
        <p:spPr>
          <a:xfrm>
            <a:off x="426720" y="4255008"/>
            <a:ext cx="5242560" cy="792480"/>
          </a:xfrm>
          <a:prstGeom prst="rect">
            <a:avLst/>
          </a:prstGeom>
          <a:solidFill>
            <a:srgbClr val="162244"/>
          </a:solidFill>
          <a:ln w="6350">
            <a:solidFill>
              <a:srgbClr val="1E3A6E"/>
            </a:solidFill>
            <a:prstDash val="solid"/>
          </a:ln>
        </p:spPr>
        <p:txBody>
          <a:bodyPr/>
          <a:lstStyle/>
          <a:p>
            <a:endParaRPr lang="en-IN"/>
          </a:p>
        </p:txBody>
      </p:sp>
      <p:sp>
        <p:nvSpPr>
          <p:cNvPr id="21" name="Shape 16"/>
          <p:cNvSpPr/>
          <p:nvPr/>
        </p:nvSpPr>
        <p:spPr>
          <a:xfrm>
            <a:off x="426720" y="4255008"/>
            <a:ext cx="73152" cy="792480"/>
          </a:xfrm>
          <a:prstGeom prst="rect">
            <a:avLst/>
          </a:prstGeom>
          <a:solidFill>
            <a:srgbClr val="4DD9C0"/>
          </a:solidFill>
          <a:ln w="12700">
            <a:solidFill>
              <a:srgbClr val="4DD9C0"/>
            </a:solidFill>
            <a:prstDash val="solid"/>
          </a:ln>
        </p:spPr>
        <p:txBody>
          <a:bodyPr/>
          <a:lstStyle/>
          <a:p>
            <a:endParaRPr lang="en-IN"/>
          </a:p>
        </p:txBody>
      </p:sp>
      <p:pic>
        <p:nvPicPr>
          <p:cNvPr id="22" name="Image 3" descr="preencoded.png"/>
          <p:cNvPicPr>
            <a:picLocks noChangeAspect="1"/>
          </p:cNvPicPr>
          <p:nvPr/>
        </p:nvPicPr>
        <p:blipFill>
          <a:blip r:embed="rId6"/>
          <a:stretch>
            <a:fillRect/>
          </a:stretch>
        </p:blipFill>
        <p:spPr>
          <a:xfrm>
            <a:off x="609600" y="4352544"/>
            <a:ext cx="548640" cy="548640"/>
          </a:xfrm>
          <a:prstGeom prst="rect">
            <a:avLst/>
          </a:prstGeom>
        </p:spPr>
      </p:pic>
      <p:sp>
        <p:nvSpPr>
          <p:cNvPr id="23" name="Text 17"/>
          <p:cNvSpPr/>
          <p:nvPr/>
        </p:nvSpPr>
        <p:spPr>
          <a:xfrm>
            <a:off x="1280160" y="4303776"/>
            <a:ext cx="4267200" cy="341376"/>
          </a:xfrm>
          <a:prstGeom prst="rect">
            <a:avLst/>
          </a:prstGeom>
          <a:noFill/>
          <a:ln/>
        </p:spPr>
        <p:txBody>
          <a:bodyPr wrap="square" rtlCol="0" anchor="b"/>
          <a:lstStyle/>
          <a:p>
            <a:pPr defTabSz="1219170"/>
            <a:r>
              <a:rPr lang="en-US" sz="1467" b="1" dirty="0">
                <a:solidFill>
                  <a:srgbClr val="FFFFFF"/>
                </a:solidFill>
                <a:latin typeface="Calibri" pitchFamily="34" charset="0"/>
                <a:ea typeface="Calibri" pitchFamily="34" charset="-122"/>
                <a:cs typeface="Calibri" pitchFamily="34" charset="-120"/>
              </a:rPr>
              <a:t>Context-Aware Logic</a:t>
            </a:r>
            <a:endParaRPr lang="en-US" sz="1467" dirty="0">
              <a:solidFill>
                <a:prstClr val="black"/>
              </a:solidFill>
              <a:latin typeface="Calibri" panose="020F0502020204030204"/>
            </a:endParaRPr>
          </a:p>
        </p:txBody>
      </p:sp>
      <p:sp>
        <p:nvSpPr>
          <p:cNvPr id="24" name="Text 18"/>
          <p:cNvSpPr/>
          <p:nvPr/>
        </p:nvSpPr>
        <p:spPr>
          <a:xfrm>
            <a:off x="1280160" y="4645152"/>
            <a:ext cx="4267200" cy="304800"/>
          </a:xfrm>
          <a:prstGeom prst="rect">
            <a:avLst/>
          </a:prstGeom>
          <a:noFill/>
          <a:ln/>
        </p:spPr>
        <p:txBody>
          <a:bodyPr wrap="square" rtlCol="0" anchor="t"/>
          <a:lstStyle/>
          <a:p>
            <a:pPr defTabSz="1219170"/>
            <a:r>
              <a:rPr lang="en-US" sz="1200" dirty="0">
                <a:solidFill>
                  <a:srgbClr val="7B9CC8"/>
                </a:solidFill>
                <a:latin typeface="Calibri" pitchFamily="34" charset="0"/>
                <a:ea typeface="Calibri" pitchFamily="34" charset="-122"/>
                <a:cs typeface="Calibri" pitchFamily="34" charset="-120"/>
              </a:rPr>
              <a:t>Contrast phrases handled for accuracy</a:t>
            </a:r>
            <a:endParaRPr lang="en-US" sz="1200" dirty="0">
              <a:solidFill>
                <a:prstClr val="black"/>
              </a:solidFill>
              <a:latin typeface="Calibri" panose="020F0502020204030204"/>
            </a:endParaRPr>
          </a:p>
        </p:txBody>
      </p:sp>
      <p:sp>
        <p:nvSpPr>
          <p:cNvPr id="25" name="Shape 19"/>
          <p:cNvSpPr/>
          <p:nvPr/>
        </p:nvSpPr>
        <p:spPr>
          <a:xfrm>
            <a:off x="426720" y="5205984"/>
            <a:ext cx="5242560" cy="792480"/>
          </a:xfrm>
          <a:prstGeom prst="rect">
            <a:avLst/>
          </a:prstGeom>
          <a:solidFill>
            <a:srgbClr val="162244"/>
          </a:solidFill>
          <a:ln w="6350">
            <a:solidFill>
              <a:srgbClr val="1E3A6E"/>
            </a:solidFill>
            <a:prstDash val="solid"/>
          </a:ln>
        </p:spPr>
        <p:txBody>
          <a:bodyPr/>
          <a:lstStyle/>
          <a:p>
            <a:endParaRPr lang="en-IN"/>
          </a:p>
        </p:txBody>
      </p:sp>
      <p:sp>
        <p:nvSpPr>
          <p:cNvPr id="26" name="Shape 20"/>
          <p:cNvSpPr/>
          <p:nvPr/>
        </p:nvSpPr>
        <p:spPr>
          <a:xfrm>
            <a:off x="426720" y="5205984"/>
            <a:ext cx="73152" cy="792480"/>
          </a:xfrm>
          <a:prstGeom prst="rect">
            <a:avLst/>
          </a:prstGeom>
          <a:solidFill>
            <a:srgbClr val="4DD9C0"/>
          </a:solidFill>
          <a:ln w="12700">
            <a:solidFill>
              <a:srgbClr val="4DD9C0"/>
            </a:solidFill>
            <a:prstDash val="solid"/>
          </a:ln>
        </p:spPr>
        <p:txBody>
          <a:bodyPr/>
          <a:lstStyle/>
          <a:p>
            <a:endParaRPr lang="en-IN"/>
          </a:p>
        </p:txBody>
      </p:sp>
      <p:pic>
        <p:nvPicPr>
          <p:cNvPr id="27" name="Image 4" descr="preencoded.png"/>
          <p:cNvPicPr>
            <a:picLocks noChangeAspect="1"/>
          </p:cNvPicPr>
          <p:nvPr/>
        </p:nvPicPr>
        <p:blipFill>
          <a:blip r:embed="rId7"/>
          <a:stretch>
            <a:fillRect/>
          </a:stretch>
        </p:blipFill>
        <p:spPr>
          <a:xfrm>
            <a:off x="609600" y="5303520"/>
            <a:ext cx="548640" cy="548640"/>
          </a:xfrm>
          <a:prstGeom prst="rect">
            <a:avLst/>
          </a:prstGeom>
        </p:spPr>
      </p:pic>
      <p:sp>
        <p:nvSpPr>
          <p:cNvPr id="28" name="Text 21"/>
          <p:cNvSpPr/>
          <p:nvPr/>
        </p:nvSpPr>
        <p:spPr>
          <a:xfrm>
            <a:off x="1280160" y="5254752"/>
            <a:ext cx="4267200" cy="341376"/>
          </a:xfrm>
          <a:prstGeom prst="rect">
            <a:avLst/>
          </a:prstGeom>
          <a:noFill/>
          <a:ln/>
        </p:spPr>
        <p:txBody>
          <a:bodyPr wrap="square" rtlCol="0" anchor="b"/>
          <a:lstStyle/>
          <a:p>
            <a:pPr defTabSz="1219170"/>
            <a:r>
              <a:rPr lang="en-US" sz="1467" b="1" dirty="0">
                <a:solidFill>
                  <a:srgbClr val="FFFFFF"/>
                </a:solidFill>
                <a:latin typeface="Calibri" pitchFamily="34" charset="0"/>
                <a:ea typeface="Calibri" pitchFamily="34" charset="-122"/>
                <a:cs typeface="Calibri" pitchFamily="34" charset="-120"/>
              </a:rPr>
              <a:t>Insight-to-Action Outputs</a:t>
            </a:r>
            <a:endParaRPr lang="en-US" sz="1467" dirty="0">
              <a:solidFill>
                <a:prstClr val="black"/>
              </a:solidFill>
              <a:latin typeface="Calibri" panose="020F0502020204030204"/>
            </a:endParaRPr>
          </a:p>
        </p:txBody>
      </p:sp>
      <p:sp>
        <p:nvSpPr>
          <p:cNvPr id="29" name="Text 22"/>
          <p:cNvSpPr/>
          <p:nvPr/>
        </p:nvSpPr>
        <p:spPr>
          <a:xfrm>
            <a:off x="1280160" y="5596128"/>
            <a:ext cx="4267200" cy="304800"/>
          </a:xfrm>
          <a:prstGeom prst="rect">
            <a:avLst/>
          </a:prstGeom>
          <a:noFill/>
          <a:ln/>
        </p:spPr>
        <p:txBody>
          <a:bodyPr wrap="square" rtlCol="0" anchor="t"/>
          <a:lstStyle/>
          <a:p>
            <a:pPr defTabSz="1219170"/>
            <a:r>
              <a:rPr lang="en-US" sz="1200" dirty="0">
                <a:solidFill>
                  <a:srgbClr val="7B9CC8"/>
                </a:solidFill>
                <a:latin typeface="Calibri" pitchFamily="34" charset="0"/>
                <a:ea typeface="Calibri" pitchFamily="34" charset="-122"/>
                <a:cs typeface="Calibri" pitchFamily="34" charset="-120"/>
              </a:rPr>
              <a:t>Aggregated insights for priority decisions</a:t>
            </a:r>
            <a:endParaRPr lang="en-US" sz="1200" dirty="0">
              <a:solidFill>
                <a:prstClr val="black"/>
              </a:solidFill>
              <a:latin typeface="Calibri" panose="020F0502020204030204"/>
            </a:endParaRPr>
          </a:p>
        </p:txBody>
      </p:sp>
      <p:sp>
        <p:nvSpPr>
          <p:cNvPr id="30" name="Text 23"/>
          <p:cNvSpPr/>
          <p:nvPr/>
        </p:nvSpPr>
        <p:spPr>
          <a:xfrm>
            <a:off x="6035040" y="1341120"/>
            <a:ext cx="5730240" cy="304800"/>
          </a:xfrm>
          <a:prstGeom prst="rect">
            <a:avLst/>
          </a:prstGeom>
          <a:noFill/>
          <a:ln/>
        </p:spPr>
        <p:txBody>
          <a:bodyPr wrap="square" rtlCol="0" anchor="ctr"/>
          <a:lstStyle/>
          <a:p>
            <a:pPr defTabSz="1219170"/>
            <a:r>
              <a:rPr lang="en-US" sz="1200" b="1" kern="0" spc="267" dirty="0">
                <a:solidFill>
                  <a:srgbClr val="4DD9C0"/>
                </a:solidFill>
                <a:latin typeface="Calibri" pitchFamily="34" charset="0"/>
                <a:ea typeface="Calibri" pitchFamily="34" charset="-122"/>
                <a:cs typeface="Calibri" pitchFamily="34" charset="-120"/>
              </a:rPr>
              <a:t>SENTIMENT ANALYSIS MATRIX</a:t>
            </a:r>
            <a:endParaRPr lang="en-US" sz="1200" dirty="0">
              <a:solidFill>
                <a:prstClr val="black"/>
              </a:solidFill>
              <a:latin typeface="Calibri" panose="020F0502020204030204"/>
            </a:endParaRPr>
          </a:p>
        </p:txBody>
      </p:sp>
      <p:graphicFrame>
        <p:nvGraphicFramePr>
          <p:cNvPr id="31" name="Table 0"/>
          <p:cNvGraphicFramePr>
            <a:graphicFrameLocks noGrp="1"/>
          </p:cNvGraphicFramePr>
          <p:nvPr>
            <p:extLst>
              <p:ext uri="{D42A27DB-BD31-4B8C-83A1-F6EECF244321}">
                <p14:modId xmlns:p14="http://schemas.microsoft.com/office/powerpoint/2010/main" val="3787102879"/>
              </p:ext>
            </p:extLst>
          </p:nvPr>
        </p:nvGraphicFramePr>
        <p:xfrm>
          <a:off x="6035040" y="1682496"/>
          <a:ext cx="5730240" cy="2340864"/>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85216">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Input Type</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A306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NLP Method</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A306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Special Rules</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A3060"/>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Output</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A3060"/>
                    </a:solidFill>
                  </a:tcPr>
                </a:tc>
                <a:extLst>
                  <a:ext uri="{0D108BD9-81ED-4DB2-BD59-A6C34878D82A}">
                    <a16:rowId xmlns:a16="http://schemas.microsoft.com/office/drawing/2014/main" val="10000"/>
                  </a:ext>
                </a:extLst>
              </a:tr>
              <a:tr h="585216">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Long Feedback</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dirty="0">
                          <a:solidFill>
                            <a:srgbClr val="7B9CC8"/>
                          </a:solidFill>
                          <a:latin typeface="Calibri" pitchFamily="34" charset="0"/>
                          <a:ea typeface="Calibri" pitchFamily="34" charset="-122"/>
                          <a:cs typeface="Calibri" pitchFamily="34" charset="-120"/>
                        </a:rPr>
                        <a:t>Sentiment + Topic</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dirty="0">
                          <a:solidFill>
                            <a:srgbClr val="7B9CC8"/>
                          </a:solidFill>
                          <a:latin typeface="Calibri" pitchFamily="34" charset="0"/>
                          <a:ea typeface="Calibri" pitchFamily="34" charset="-122"/>
                          <a:cs typeface="Calibri" pitchFamily="34" charset="-120"/>
                        </a:rPr>
                        <a:t>Contrast override</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b="0" dirty="0">
                          <a:solidFill>
                            <a:schemeClr val="tx2">
                              <a:lumMod val="60000"/>
                              <a:lumOff val="40000"/>
                            </a:schemeClr>
                          </a:solidFill>
                          <a:latin typeface="Calibri" pitchFamily="34" charset="0"/>
                          <a:ea typeface="Calibri" pitchFamily="34" charset="-122"/>
                          <a:cs typeface="Calibri" pitchFamily="34" charset="-120"/>
                        </a:rPr>
                        <a:t>Pos / Neu / Neg</a:t>
                      </a:r>
                      <a:endParaRPr lang="en-US" sz="1300" b="0" dirty="0">
                        <a:solidFill>
                          <a:schemeClr val="tx2">
                            <a:lumMod val="60000"/>
                            <a:lumOff val="40000"/>
                          </a:schemeClr>
                        </a:solidFill>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extLst>
                  <a:ext uri="{0D108BD9-81ED-4DB2-BD59-A6C34878D82A}">
                    <a16:rowId xmlns:a16="http://schemas.microsoft.com/office/drawing/2014/main" val="10001"/>
                  </a:ext>
                </a:extLst>
              </a:tr>
              <a:tr h="585216">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Suggestions</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12040"/>
                    </a:solidFill>
                  </a:tcPr>
                </a:tc>
                <a:tc>
                  <a:txBody>
                    <a:bodyPr/>
                    <a:lstStyle/>
                    <a:p>
                      <a:pPr marL="0" indent="0">
                        <a:buNone/>
                      </a:pPr>
                      <a:r>
                        <a:rPr lang="en-US" sz="1300" dirty="0">
                          <a:solidFill>
                            <a:srgbClr val="7B9CC8"/>
                          </a:solidFill>
                          <a:latin typeface="Calibri" pitchFamily="34" charset="0"/>
                          <a:ea typeface="Calibri" pitchFamily="34" charset="-122"/>
                          <a:cs typeface="Calibri" pitchFamily="34" charset="-120"/>
                        </a:rPr>
                        <a:t>Topic Modelling</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12040"/>
                    </a:solidFill>
                  </a:tcPr>
                </a:tc>
                <a:tc>
                  <a:txBody>
                    <a:bodyPr/>
                    <a:lstStyle/>
                    <a:p>
                      <a:pPr marL="0" indent="0">
                        <a:buNone/>
                      </a:pPr>
                      <a:r>
                        <a:rPr lang="en-US" sz="1300" dirty="0">
                          <a:solidFill>
                            <a:srgbClr val="7B9CC8"/>
                          </a:solidFill>
                          <a:latin typeface="Calibri" pitchFamily="34" charset="0"/>
                          <a:ea typeface="Calibri" pitchFamily="34" charset="-122"/>
                          <a:cs typeface="Calibri" pitchFamily="34" charset="-120"/>
                        </a:rPr>
                        <a:t>Topic Extraction only</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12040"/>
                    </a:solidFill>
                  </a:tcPr>
                </a:tc>
                <a:tc>
                  <a:txBody>
                    <a:bodyPr/>
                    <a:lstStyle/>
                    <a:p>
                      <a:pPr marL="0" indent="0">
                        <a:buNone/>
                      </a:pPr>
                      <a:r>
                        <a:rPr lang="en-US" sz="1300" b="0" dirty="0">
                          <a:solidFill>
                            <a:schemeClr val="tx2">
                              <a:lumMod val="60000"/>
                              <a:lumOff val="40000"/>
                            </a:schemeClr>
                          </a:solidFill>
                          <a:latin typeface="Calibri" pitchFamily="34" charset="0"/>
                          <a:ea typeface="Calibri" pitchFamily="34" charset="-122"/>
                          <a:cs typeface="Calibri" pitchFamily="34" charset="-120"/>
                        </a:rPr>
                        <a:t>Key Themes</a:t>
                      </a:r>
                      <a:endParaRPr lang="en-US" sz="1300" b="0" dirty="0">
                        <a:solidFill>
                          <a:schemeClr val="tx2">
                            <a:lumMod val="60000"/>
                            <a:lumOff val="40000"/>
                          </a:schemeClr>
                        </a:solidFill>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12040"/>
                    </a:solidFill>
                  </a:tcPr>
                </a:tc>
                <a:extLst>
                  <a:ext uri="{0D108BD9-81ED-4DB2-BD59-A6C34878D82A}">
                    <a16:rowId xmlns:a16="http://schemas.microsoft.com/office/drawing/2014/main" val="10002"/>
                  </a:ext>
                </a:extLst>
              </a:tr>
              <a:tr h="585216">
                <a:tc>
                  <a:txBody>
                    <a:bodyPr/>
                    <a:lstStyle/>
                    <a:p>
                      <a:pPr marL="0" indent="0">
                        <a:buNone/>
                      </a:pPr>
                      <a:r>
                        <a:rPr lang="en-US" sz="1300" dirty="0">
                          <a:solidFill>
                            <a:srgbClr val="FFFFFF"/>
                          </a:solidFill>
                          <a:latin typeface="Calibri" pitchFamily="34" charset="0"/>
                          <a:ea typeface="Calibri" pitchFamily="34" charset="-122"/>
                          <a:cs typeface="Calibri" pitchFamily="34" charset="-120"/>
                        </a:rPr>
                        <a:t>Survey Ratings (1–5)</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dirty="0">
                          <a:solidFill>
                            <a:schemeClr val="tx2">
                              <a:lumMod val="60000"/>
                              <a:lumOff val="40000"/>
                            </a:schemeClr>
                          </a:solidFill>
                          <a:latin typeface="Calibri" pitchFamily="34" charset="0"/>
                          <a:ea typeface="Calibri" pitchFamily="34" charset="-122"/>
                          <a:cs typeface="Calibri" pitchFamily="34" charset="-120"/>
                        </a:rPr>
                        <a:t>Rule-Based</a:t>
                      </a:r>
                      <a:r>
                        <a:rPr lang="en-US" sz="1300" dirty="0">
                          <a:solidFill>
                            <a:srgbClr val="7B9CC8"/>
                          </a:solidFill>
                          <a:latin typeface="Calibri" pitchFamily="34" charset="0"/>
                          <a:ea typeface="Calibri" pitchFamily="34" charset="-122"/>
                          <a:cs typeface="Calibri" pitchFamily="34" charset="-120"/>
                        </a:rPr>
                        <a:t> Mapping</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dirty="0">
                          <a:solidFill>
                            <a:srgbClr val="7B9CC8"/>
                          </a:solidFill>
                          <a:latin typeface="Calibri" pitchFamily="34" charset="0"/>
                          <a:ea typeface="Calibri" pitchFamily="34" charset="-122"/>
                          <a:cs typeface="Calibri" pitchFamily="34" charset="-120"/>
                        </a:rPr>
                        <a:t>1–2=Neg, 3=Neu, 4–5=Pos</a:t>
                      </a:r>
                      <a:endParaRPr lang="en-US" sz="1300" dirty="0">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tc>
                  <a:txBody>
                    <a:bodyPr/>
                    <a:lstStyle/>
                    <a:p>
                      <a:pPr marL="0" indent="0">
                        <a:buNone/>
                      </a:pPr>
                      <a:r>
                        <a:rPr lang="en-US" sz="1300" b="0" dirty="0">
                          <a:solidFill>
                            <a:schemeClr val="tx2">
                              <a:lumMod val="60000"/>
                              <a:lumOff val="40000"/>
                            </a:schemeClr>
                          </a:solidFill>
                          <a:latin typeface="Calibri" pitchFamily="34" charset="0"/>
                          <a:ea typeface="Calibri" pitchFamily="34" charset="-122"/>
                          <a:cs typeface="Calibri" pitchFamily="34" charset="-120"/>
                        </a:rPr>
                        <a:t>Pos / Neu / Neg</a:t>
                      </a:r>
                      <a:endParaRPr lang="en-US" sz="1300" b="0" dirty="0">
                        <a:solidFill>
                          <a:schemeClr val="tx2">
                            <a:lumMod val="60000"/>
                            <a:lumOff val="40000"/>
                          </a:schemeClr>
                        </a:solidFill>
                        <a:latin typeface="Calibri" charset="0"/>
                        <a:ea typeface="Calibri" charset="0"/>
                        <a:cs typeface="Calibri" charset="0"/>
                      </a:endParaRPr>
                    </a:p>
                  </a:txBody>
                  <a:tcPr marL="85344" marR="85344" marT="85344" marB="85344">
                    <a:lnL w="6350" cap="flat" cmpd="sng" algn="ctr">
                      <a:solidFill>
                        <a:srgbClr val="1E3A6E"/>
                      </a:solidFill>
                      <a:prstDash val="solid"/>
                      <a:round/>
                      <a:headEnd type="none" w="med" len="med"/>
                      <a:tailEnd type="none" w="med" len="med"/>
                    </a:lnL>
                    <a:lnR w="6350" cap="flat" cmpd="sng" algn="ctr">
                      <a:solidFill>
                        <a:srgbClr val="1E3A6E"/>
                      </a:solidFill>
                      <a:prstDash val="solid"/>
                      <a:round/>
                      <a:headEnd type="none" w="med" len="med"/>
                      <a:tailEnd type="none" w="med" len="med"/>
                    </a:lnR>
                    <a:lnT w="6350" cap="flat" cmpd="sng" algn="ctr">
                      <a:solidFill>
                        <a:srgbClr val="1E3A6E"/>
                      </a:solidFill>
                      <a:prstDash val="solid"/>
                      <a:round/>
                      <a:headEnd type="none" w="med" len="med"/>
                      <a:tailEnd type="none" w="med" len="med"/>
                    </a:lnT>
                    <a:lnB w="6350" cap="flat" cmpd="sng" algn="ctr">
                      <a:solidFill>
                        <a:srgbClr val="1E3A6E"/>
                      </a:solidFill>
                      <a:prstDash val="solid"/>
                      <a:round/>
                      <a:headEnd type="none" w="med" len="med"/>
                      <a:tailEnd type="none" w="med" len="med"/>
                    </a:lnB>
                    <a:solidFill>
                      <a:srgbClr val="162244"/>
                    </a:solidFill>
                  </a:tcPr>
                </a:tc>
                <a:extLst>
                  <a:ext uri="{0D108BD9-81ED-4DB2-BD59-A6C34878D82A}">
                    <a16:rowId xmlns:a16="http://schemas.microsoft.com/office/drawing/2014/main" val="10003"/>
                  </a:ext>
                </a:extLst>
              </a:tr>
            </a:tbl>
          </a:graphicData>
        </a:graphic>
      </p:graphicFrame>
      <p:sp>
        <p:nvSpPr>
          <p:cNvPr id="32" name="Text 24"/>
          <p:cNvSpPr/>
          <p:nvPr/>
        </p:nvSpPr>
        <p:spPr>
          <a:xfrm>
            <a:off x="6035040" y="4084320"/>
            <a:ext cx="5730240" cy="304800"/>
          </a:xfrm>
          <a:prstGeom prst="rect">
            <a:avLst/>
          </a:prstGeom>
          <a:noFill/>
          <a:ln/>
        </p:spPr>
        <p:txBody>
          <a:bodyPr wrap="square" rtlCol="0" anchor="ctr"/>
          <a:lstStyle/>
          <a:p>
            <a:pPr defTabSz="1219170"/>
            <a:r>
              <a:rPr lang="en-US" sz="1200" b="1" kern="0" spc="267" dirty="0">
                <a:solidFill>
                  <a:srgbClr val="4DD9C0"/>
                </a:solidFill>
                <a:latin typeface="Calibri" pitchFamily="34" charset="0"/>
                <a:ea typeface="Calibri" pitchFamily="34" charset="-122"/>
                <a:cs typeface="Calibri" pitchFamily="34" charset="-120"/>
              </a:rPr>
              <a:t>SAMPLE SENTIMENT DISTRIBUTION</a:t>
            </a:r>
            <a:endParaRPr lang="en-US" sz="1200" dirty="0">
              <a:solidFill>
                <a:prstClr val="black"/>
              </a:solidFill>
              <a:latin typeface="Calibri" panose="020F0502020204030204"/>
            </a:endParaRPr>
          </a:p>
        </p:txBody>
      </p:sp>
      <p:sp>
        <p:nvSpPr>
          <p:cNvPr id="33" name="Shape 25"/>
          <p:cNvSpPr/>
          <p:nvPr/>
        </p:nvSpPr>
        <p:spPr>
          <a:xfrm>
            <a:off x="6035040" y="4450080"/>
            <a:ext cx="1767840" cy="1584960"/>
          </a:xfrm>
          <a:prstGeom prst="rect">
            <a:avLst/>
          </a:prstGeom>
          <a:solidFill>
            <a:srgbClr val="162244"/>
          </a:solidFill>
          <a:ln w="6350">
            <a:solidFill>
              <a:srgbClr val="1E3A6E"/>
            </a:solidFill>
            <a:prstDash val="solid"/>
          </a:ln>
        </p:spPr>
        <p:txBody>
          <a:bodyPr/>
          <a:lstStyle/>
          <a:p>
            <a:endParaRPr lang="en-IN"/>
          </a:p>
        </p:txBody>
      </p:sp>
      <p:sp>
        <p:nvSpPr>
          <p:cNvPr id="34" name="Shape 26"/>
          <p:cNvSpPr/>
          <p:nvPr/>
        </p:nvSpPr>
        <p:spPr>
          <a:xfrm>
            <a:off x="6035040" y="4450080"/>
            <a:ext cx="1767840" cy="73152"/>
          </a:xfrm>
          <a:prstGeom prst="rect">
            <a:avLst/>
          </a:prstGeom>
          <a:solidFill>
            <a:srgbClr val="2ECC71"/>
          </a:solidFill>
          <a:ln w="12700">
            <a:solidFill>
              <a:srgbClr val="2ECC71"/>
            </a:solidFill>
            <a:prstDash val="solid"/>
          </a:ln>
        </p:spPr>
        <p:txBody>
          <a:bodyPr/>
          <a:lstStyle/>
          <a:p>
            <a:endParaRPr lang="en-IN"/>
          </a:p>
        </p:txBody>
      </p:sp>
      <p:sp>
        <p:nvSpPr>
          <p:cNvPr id="35" name="Text 27"/>
          <p:cNvSpPr/>
          <p:nvPr/>
        </p:nvSpPr>
        <p:spPr>
          <a:xfrm>
            <a:off x="6035040" y="4547616"/>
            <a:ext cx="1767840" cy="853440"/>
          </a:xfrm>
          <a:prstGeom prst="rect">
            <a:avLst/>
          </a:prstGeom>
          <a:noFill/>
          <a:ln/>
        </p:spPr>
        <p:txBody>
          <a:bodyPr wrap="square" rtlCol="0" anchor="ctr"/>
          <a:lstStyle/>
          <a:p>
            <a:pPr algn="ctr" defTabSz="1219170"/>
            <a:r>
              <a:rPr lang="en-US" sz="4267" b="1" dirty="0">
                <a:solidFill>
                  <a:srgbClr val="2ECC71"/>
                </a:solidFill>
                <a:latin typeface="Calibri" pitchFamily="34" charset="0"/>
                <a:ea typeface="Calibri" pitchFamily="34" charset="-122"/>
                <a:cs typeface="Calibri" pitchFamily="34" charset="-120"/>
              </a:rPr>
              <a:t>68%</a:t>
            </a:r>
            <a:endParaRPr lang="en-US" sz="4267" dirty="0">
              <a:solidFill>
                <a:prstClr val="black"/>
              </a:solidFill>
              <a:latin typeface="Calibri" panose="020F0502020204030204"/>
            </a:endParaRPr>
          </a:p>
        </p:txBody>
      </p:sp>
      <p:sp>
        <p:nvSpPr>
          <p:cNvPr id="36" name="Text 28"/>
          <p:cNvSpPr/>
          <p:nvPr/>
        </p:nvSpPr>
        <p:spPr>
          <a:xfrm>
            <a:off x="6035040" y="5449824"/>
            <a:ext cx="1767840" cy="426720"/>
          </a:xfrm>
          <a:prstGeom prst="rect">
            <a:avLst/>
          </a:prstGeom>
          <a:noFill/>
          <a:ln/>
        </p:spPr>
        <p:txBody>
          <a:bodyPr wrap="square" rtlCol="0" anchor="ctr"/>
          <a:lstStyle/>
          <a:p>
            <a:pPr algn="ctr" defTabSz="1219170"/>
            <a:r>
              <a:rPr lang="en-US" sz="1333" dirty="0">
                <a:solidFill>
                  <a:srgbClr val="FFFFFF"/>
                </a:solidFill>
                <a:latin typeface="Calibri" pitchFamily="34" charset="0"/>
                <a:ea typeface="Calibri" pitchFamily="34" charset="-122"/>
                <a:cs typeface="Calibri" pitchFamily="34" charset="-120"/>
              </a:rPr>
              <a:t>Positive</a:t>
            </a:r>
            <a:endParaRPr lang="en-US" sz="1333" dirty="0">
              <a:solidFill>
                <a:prstClr val="black"/>
              </a:solidFill>
              <a:latin typeface="Calibri" panose="020F0502020204030204"/>
            </a:endParaRPr>
          </a:p>
        </p:txBody>
      </p:sp>
      <p:sp>
        <p:nvSpPr>
          <p:cNvPr id="37" name="Shape 29"/>
          <p:cNvSpPr/>
          <p:nvPr/>
        </p:nvSpPr>
        <p:spPr>
          <a:xfrm>
            <a:off x="7985760" y="4450080"/>
            <a:ext cx="1767840" cy="1584960"/>
          </a:xfrm>
          <a:prstGeom prst="rect">
            <a:avLst/>
          </a:prstGeom>
          <a:solidFill>
            <a:srgbClr val="162244"/>
          </a:solidFill>
          <a:ln w="6350">
            <a:solidFill>
              <a:srgbClr val="1E3A6E"/>
            </a:solidFill>
            <a:prstDash val="solid"/>
          </a:ln>
        </p:spPr>
        <p:txBody>
          <a:bodyPr/>
          <a:lstStyle/>
          <a:p>
            <a:endParaRPr lang="en-IN"/>
          </a:p>
        </p:txBody>
      </p:sp>
      <p:sp>
        <p:nvSpPr>
          <p:cNvPr id="38" name="Shape 30"/>
          <p:cNvSpPr/>
          <p:nvPr/>
        </p:nvSpPr>
        <p:spPr>
          <a:xfrm>
            <a:off x="7985760" y="4450080"/>
            <a:ext cx="1767840" cy="73152"/>
          </a:xfrm>
          <a:prstGeom prst="rect">
            <a:avLst/>
          </a:prstGeom>
          <a:solidFill>
            <a:srgbClr val="F1C40F"/>
          </a:solidFill>
          <a:ln w="12700">
            <a:solidFill>
              <a:srgbClr val="F1C40F"/>
            </a:solidFill>
            <a:prstDash val="solid"/>
          </a:ln>
        </p:spPr>
        <p:txBody>
          <a:bodyPr/>
          <a:lstStyle/>
          <a:p>
            <a:endParaRPr lang="en-IN"/>
          </a:p>
        </p:txBody>
      </p:sp>
      <p:sp>
        <p:nvSpPr>
          <p:cNvPr id="39" name="Text 31"/>
          <p:cNvSpPr/>
          <p:nvPr/>
        </p:nvSpPr>
        <p:spPr>
          <a:xfrm>
            <a:off x="7985760" y="4547616"/>
            <a:ext cx="1767840" cy="853440"/>
          </a:xfrm>
          <a:prstGeom prst="rect">
            <a:avLst/>
          </a:prstGeom>
          <a:noFill/>
          <a:ln/>
        </p:spPr>
        <p:txBody>
          <a:bodyPr wrap="square" rtlCol="0" anchor="ctr"/>
          <a:lstStyle/>
          <a:p>
            <a:pPr algn="ctr" defTabSz="1219170"/>
            <a:r>
              <a:rPr lang="en-US" sz="4267" b="1" dirty="0">
                <a:solidFill>
                  <a:srgbClr val="F1C40F"/>
                </a:solidFill>
                <a:latin typeface="Calibri" pitchFamily="34" charset="0"/>
                <a:ea typeface="Calibri" pitchFamily="34" charset="-122"/>
                <a:cs typeface="Calibri" pitchFamily="34" charset="-120"/>
              </a:rPr>
              <a:t>20%</a:t>
            </a:r>
            <a:endParaRPr lang="en-US" sz="4267" dirty="0">
              <a:solidFill>
                <a:prstClr val="black"/>
              </a:solidFill>
              <a:latin typeface="Calibri" panose="020F0502020204030204"/>
            </a:endParaRPr>
          </a:p>
        </p:txBody>
      </p:sp>
      <p:sp>
        <p:nvSpPr>
          <p:cNvPr id="40" name="Text 32"/>
          <p:cNvSpPr/>
          <p:nvPr/>
        </p:nvSpPr>
        <p:spPr>
          <a:xfrm>
            <a:off x="7985760" y="5449824"/>
            <a:ext cx="1767840" cy="426720"/>
          </a:xfrm>
          <a:prstGeom prst="rect">
            <a:avLst/>
          </a:prstGeom>
          <a:noFill/>
          <a:ln/>
        </p:spPr>
        <p:txBody>
          <a:bodyPr wrap="square" rtlCol="0" anchor="ctr"/>
          <a:lstStyle/>
          <a:p>
            <a:pPr algn="ctr" defTabSz="1219170"/>
            <a:r>
              <a:rPr lang="en-US" sz="1333" dirty="0">
                <a:solidFill>
                  <a:srgbClr val="FFFFFF"/>
                </a:solidFill>
                <a:latin typeface="Calibri" pitchFamily="34" charset="0"/>
                <a:ea typeface="Calibri" pitchFamily="34" charset="-122"/>
                <a:cs typeface="Calibri" pitchFamily="34" charset="-120"/>
              </a:rPr>
              <a:t>Neutral</a:t>
            </a:r>
            <a:endParaRPr lang="en-US" sz="1333" dirty="0">
              <a:solidFill>
                <a:prstClr val="black"/>
              </a:solidFill>
              <a:latin typeface="Calibri" panose="020F0502020204030204"/>
            </a:endParaRPr>
          </a:p>
        </p:txBody>
      </p:sp>
      <p:sp>
        <p:nvSpPr>
          <p:cNvPr id="41" name="Shape 33"/>
          <p:cNvSpPr/>
          <p:nvPr/>
        </p:nvSpPr>
        <p:spPr>
          <a:xfrm>
            <a:off x="9936480" y="4450080"/>
            <a:ext cx="1767840" cy="1584960"/>
          </a:xfrm>
          <a:prstGeom prst="rect">
            <a:avLst/>
          </a:prstGeom>
          <a:solidFill>
            <a:srgbClr val="162244"/>
          </a:solidFill>
          <a:ln w="6350">
            <a:solidFill>
              <a:srgbClr val="1E3A6E"/>
            </a:solidFill>
            <a:prstDash val="solid"/>
          </a:ln>
        </p:spPr>
        <p:txBody>
          <a:bodyPr/>
          <a:lstStyle/>
          <a:p>
            <a:endParaRPr lang="en-IN"/>
          </a:p>
        </p:txBody>
      </p:sp>
      <p:sp>
        <p:nvSpPr>
          <p:cNvPr id="42" name="Shape 34"/>
          <p:cNvSpPr/>
          <p:nvPr/>
        </p:nvSpPr>
        <p:spPr>
          <a:xfrm>
            <a:off x="9936480" y="4450080"/>
            <a:ext cx="1767840" cy="73152"/>
          </a:xfrm>
          <a:prstGeom prst="rect">
            <a:avLst/>
          </a:prstGeom>
          <a:solidFill>
            <a:srgbClr val="E74C3C"/>
          </a:solidFill>
          <a:ln w="12700">
            <a:solidFill>
              <a:srgbClr val="E74C3C"/>
            </a:solidFill>
            <a:prstDash val="solid"/>
          </a:ln>
        </p:spPr>
        <p:txBody>
          <a:bodyPr/>
          <a:lstStyle/>
          <a:p>
            <a:endParaRPr lang="en-IN"/>
          </a:p>
        </p:txBody>
      </p:sp>
      <p:sp>
        <p:nvSpPr>
          <p:cNvPr id="43" name="Text 35"/>
          <p:cNvSpPr/>
          <p:nvPr/>
        </p:nvSpPr>
        <p:spPr>
          <a:xfrm>
            <a:off x="9936480" y="4547616"/>
            <a:ext cx="1767840" cy="853440"/>
          </a:xfrm>
          <a:prstGeom prst="rect">
            <a:avLst/>
          </a:prstGeom>
          <a:noFill/>
          <a:ln/>
        </p:spPr>
        <p:txBody>
          <a:bodyPr wrap="square" rtlCol="0" anchor="ctr"/>
          <a:lstStyle/>
          <a:p>
            <a:pPr algn="ctr" defTabSz="1219170"/>
            <a:r>
              <a:rPr lang="en-US" sz="4267" b="1" dirty="0">
                <a:solidFill>
                  <a:srgbClr val="E74C3C"/>
                </a:solidFill>
                <a:latin typeface="Calibri" pitchFamily="34" charset="0"/>
                <a:ea typeface="Calibri" pitchFamily="34" charset="-122"/>
                <a:cs typeface="Calibri" pitchFamily="34" charset="-120"/>
              </a:rPr>
              <a:t>12%</a:t>
            </a:r>
            <a:endParaRPr lang="en-US" sz="4267" dirty="0">
              <a:solidFill>
                <a:prstClr val="black"/>
              </a:solidFill>
              <a:latin typeface="Calibri" panose="020F0502020204030204"/>
            </a:endParaRPr>
          </a:p>
        </p:txBody>
      </p:sp>
      <p:sp>
        <p:nvSpPr>
          <p:cNvPr id="44" name="Text 36"/>
          <p:cNvSpPr/>
          <p:nvPr/>
        </p:nvSpPr>
        <p:spPr>
          <a:xfrm>
            <a:off x="9936480" y="5449824"/>
            <a:ext cx="1767840" cy="426720"/>
          </a:xfrm>
          <a:prstGeom prst="rect">
            <a:avLst/>
          </a:prstGeom>
          <a:noFill/>
          <a:ln/>
        </p:spPr>
        <p:txBody>
          <a:bodyPr wrap="square" rtlCol="0" anchor="ctr"/>
          <a:lstStyle/>
          <a:p>
            <a:pPr algn="ctr" defTabSz="1219170"/>
            <a:r>
              <a:rPr lang="en-US" sz="1333" dirty="0">
                <a:solidFill>
                  <a:srgbClr val="FFFFFF"/>
                </a:solidFill>
                <a:latin typeface="Calibri" pitchFamily="34" charset="0"/>
                <a:ea typeface="Calibri" pitchFamily="34" charset="-122"/>
                <a:cs typeface="Calibri" pitchFamily="34" charset="-120"/>
              </a:rPr>
              <a:t>Negative</a:t>
            </a:r>
            <a:endParaRPr lang="en-US" sz="1333" dirty="0">
              <a:solidFill>
                <a:prstClr val="black"/>
              </a:solidFill>
              <a:latin typeface="Calibri" panose="020F0502020204030204"/>
            </a:endParaRPr>
          </a:p>
        </p:txBody>
      </p:sp>
      <p:sp>
        <p:nvSpPr>
          <p:cNvPr id="45" name="Text 37"/>
          <p:cNvSpPr/>
          <p:nvPr/>
        </p:nvSpPr>
        <p:spPr>
          <a:xfrm>
            <a:off x="426720" y="6522720"/>
            <a:ext cx="11338560" cy="243840"/>
          </a:xfrm>
          <a:prstGeom prst="rect">
            <a:avLst/>
          </a:prstGeom>
          <a:noFill/>
          <a:ln/>
        </p:spPr>
        <p:txBody>
          <a:bodyPr wrap="square" rtlCol="0" anchor="ctr"/>
          <a:lstStyle/>
          <a:p>
            <a:pPr defTabSz="1219170"/>
            <a:r>
              <a:rPr lang="en-US" sz="1000" dirty="0">
                <a:solidFill>
                  <a:srgbClr val="3D5A80"/>
                </a:solidFill>
                <a:latin typeface="Calibri" pitchFamily="34" charset="0"/>
                <a:ea typeface="Calibri" pitchFamily="34" charset="-122"/>
                <a:cs typeface="Calibri" pitchFamily="34" charset="-120"/>
              </a:rPr>
              <a:t>Source: Competitor websites and other secondary sources  |  Public © Capgemini 2023</a:t>
            </a:r>
            <a:endParaRPr lang="en-US" sz="1000" dirty="0">
              <a:solidFill>
                <a:prstClr val="black"/>
              </a:solidFill>
              <a:latin typeface="Calibri" panose="020F0502020204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p:cNvGrpSpPr/>
        <p:nvPr/>
      </p:nvGrpSpPr>
      <p:grpSpPr>
        <a:xfrm>
          <a:off x="0" y="0"/>
          <a:ext cx="0" cy="0"/>
          <a:chOff x="0" y="0"/>
          <a:chExt cx="0" cy="0"/>
        </a:xfrm>
      </p:grpSpPr>
      <p:sp>
        <p:nvSpPr>
          <p:cNvPr id="2" name="Shape 0"/>
          <p:cNvSpPr/>
          <p:nvPr/>
        </p:nvSpPr>
        <p:spPr>
          <a:xfrm>
            <a:off x="0" y="-12192"/>
            <a:ext cx="12192000" cy="768096"/>
          </a:xfrm>
          <a:prstGeom prst="rect">
            <a:avLst/>
          </a:prstGeom>
          <a:solidFill>
            <a:srgbClr val="102236"/>
          </a:solidFill>
          <a:ln w="12700">
            <a:solidFill>
              <a:srgbClr val="102236"/>
            </a:solidFill>
            <a:prstDash val="solid"/>
          </a:ln>
        </p:spPr>
        <p:txBody>
          <a:bodyPr/>
          <a:lstStyle/>
          <a:p>
            <a:endParaRPr lang="en-IN"/>
          </a:p>
        </p:txBody>
      </p:sp>
      <p:sp>
        <p:nvSpPr>
          <p:cNvPr id="3" name="Shape 1"/>
          <p:cNvSpPr/>
          <p:nvPr/>
        </p:nvSpPr>
        <p:spPr>
          <a:xfrm>
            <a:off x="0" y="0"/>
            <a:ext cx="12192000" cy="48768"/>
          </a:xfrm>
          <a:prstGeom prst="rect">
            <a:avLst/>
          </a:prstGeom>
          <a:solidFill>
            <a:srgbClr val="00BFBF"/>
          </a:solidFill>
          <a:ln w="12700">
            <a:solidFill>
              <a:srgbClr val="00BFBF"/>
            </a:solidFill>
            <a:prstDash val="solid"/>
          </a:ln>
        </p:spPr>
        <p:txBody>
          <a:bodyPr/>
          <a:lstStyle/>
          <a:p>
            <a:endParaRPr lang="en-IN"/>
          </a:p>
        </p:txBody>
      </p:sp>
      <p:sp>
        <p:nvSpPr>
          <p:cNvPr id="6" name="Text 4"/>
          <p:cNvSpPr/>
          <p:nvPr/>
        </p:nvSpPr>
        <p:spPr>
          <a:xfrm>
            <a:off x="2743200" y="73152"/>
            <a:ext cx="9144000" cy="633984"/>
          </a:xfrm>
          <a:prstGeom prst="rect">
            <a:avLst/>
          </a:prstGeom>
          <a:noFill/>
          <a:ln/>
        </p:spPr>
        <p:txBody>
          <a:bodyPr wrap="square" lIns="0" tIns="0" rIns="0" bIns="0" rtlCol="0" anchor="ctr"/>
          <a:lstStyle/>
          <a:p>
            <a:r>
              <a:rPr lang="en-US" sz="2667" b="1" dirty="0">
                <a:solidFill>
                  <a:srgbClr val="FFFFFF"/>
                </a:solidFill>
                <a:latin typeface="Calibri" pitchFamily="34" charset="0"/>
                <a:ea typeface="Calibri" pitchFamily="34" charset="-122"/>
                <a:cs typeface="Calibri" pitchFamily="34" charset="-120"/>
              </a:rPr>
              <a:t>Sentiment Analysis Flowchart</a:t>
            </a:r>
            <a:endParaRPr lang="en-US" sz="2667" dirty="0"/>
          </a:p>
        </p:txBody>
      </p:sp>
      <p:sp>
        <p:nvSpPr>
          <p:cNvPr id="7" name="Shape 5"/>
          <p:cNvSpPr/>
          <p:nvPr/>
        </p:nvSpPr>
        <p:spPr>
          <a:xfrm>
            <a:off x="4084320" y="914400"/>
            <a:ext cx="1463040" cy="390144"/>
          </a:xfrm>
          <a:prstGeom prst="roundRect">
            <a:avLst>
              <a:gd name="adj" fmla="val 37500"/>
            </a:avLst>
          </a:prstGeom>
          <a:solidFill>
            <a:srgbClr val="1A9E5A"/>
          </a:solidFill>
          <a:ln w="12700">
            <a:solidFill>
              <a:srgbClr val="1A9E5A"/>
            </a:solidFill>
            <a:prstDash val="solid"/>
          </a:ln>
          <a:effectLst>
            <a:outerShdw blurRad="50800" dist="25400" dir="2700000" algn="bl" rotWithShape="0">
              <a:srgbClr val="000000">
                <a:alpha val="35000"/>
              </a:srgbClr>
            </a:outerShdw>
          </a:effectLst>
        </p:spPr>
        <p:txBody>
          <a:bodyPr/>
          <a:lstStyle/>
          <a:p>
            <a:endParaRPr lang="en-IN"/>
          </a:p>
        </p:txBody>
      </p:sp>
      <p:sp>
        <p:nvSpPr>
          <p:cNvPr id="8" name="Text 6"/>
          <p:cNvSpPr/>
          <p:nvPr/>
        </p:nvSpPr>
        <p:spPr>
          <a:xfrm>
            <a:off x="4084320" y="914400"/>
            <a:ext cx="1463040" cy="390144"/>
          </a:xfrm>
          <a:prstGeom prst="rect">
            <a:avLst/>
          </a:prstGeom>
          <a:noFill/>
          <a:ln/>
        </p:spPr>
        <p:txBody>
          <a:bodyPr wrap="square" lIns="33867" tIns="33867" rIns="33867" bIns="33867" rtlCol="0" anchor="ctr"/>
          <a:lstStyle/>
          <a:p>
            <a:pPr algn="ctr"/>
            <a:r>
              <a:rPr lang="en-US" sz="1200" b="1" dirty="0">
                <a:solidFill>
                  <a:srgbClr val="FFFFFF"/>
                </a:solidFill>
                <a:latin typeface="Calibri" pitchFamily="34" charset="0"/>
                <a:ea typeface="Calibri" pitchFamily="34" charset="-122"/>
                <a:cs typeface="Calibri" pitchFamily="34" charset="-120"/>
              </a:rPr>
              <a:t>Start</a:t>
            </a:r>
            <a:endParaRPr lang="en-US" sz="1200" dirty="0"/>
          </a:p>
        </p:txBody>
      </p:sp>
      <p:sp>
        <p:nvSpPr>
          <p:cNvPr id="9" name="Shape 7"/>
          <p:cNvSpPr/>
          <p:nvPr/>
        </p:nvSpPr>
        <p:spPr>
          <a:xfrm>
            <a:off x="4815840" y="1304544"/>
            <a:ext cx="0" cy="182880"/>
          </a:xfrm>
          <a:prstGeom prst="line">
            <a:avLst/>
          </a:prstGeom>
          <a:noFill/>
          <a:ln w="12700">
            <a:solidFill>
              <a:srgbClr val="00BFBF"/>
            </a:solidFill>
            <a:prstDash val="solid"/>
            <a:tailEnd type="arrow"/>
          </a:ln>
        </p:spPr>
        <p:txBody>
          <a:bodyPr/>
          <a:lstStyle/>
          <a:p>
            <a:endParaRPr lang="en-IN"/>
          </a:p>
        </p:txBody>
      </p:sp>
      <p:sp>
        <p:nvSpPr>
          <p:cNvPr id="10" name="Shape 8"/>
          <p:cNvSpPr/>
          <p:nvPr/>
        </p:nvSpPr>
        <p:spPr>
          <a:xfrm>
            <a:off x="3535680" y="1487424"/>
            <a:ext cx="2560320" cy="390144"/>
          </a:xfrm>
          <a:prstGeom prst="roundRect">
            <a:avLst>
              <a:gd name="adj" fmla="val 37500"/>
            </a:avLst>
          </a:prstGeom>
          <a:solidFill>
            <a:srgbClr val="1F6FBF"/>
          </a:solidFill>
          <a:ln w="12700">
            <a:solidFill>
              <a:srgbClr val="1F6FBF"/>
            </a:solidFill>
            <a:prstDash val="solid"/>
          </a:ln>
          <a:effectLst>
            <a:outerShdw blurRad="50800" dist="25400" dir="2700000" algn="bl" rotWithShape="0">
              <a:srgbClr val="000000">
                <a:alpha val="35000"/>
              </a:srgbClr>
            </a:outerShdw>
          </a:effectLst>
        </p:spPr>
        <p:txBody>
          <a:bodyPr/>
          <a:lstStyle/>
          <a:p>
            <a:endParaRPr lang="en-IN"/>
          </a:p>
        </p:txBody>
      </p:sp>
      <p:sp>
        <p:nvSpPr>
          <p:cNvPr id="11" name="Text 9"/>
          <p:cNvSpPr/>
          <p:nvPr/>
        </p:nvSpPr>
        <p:spPr>
          <a:xfrm>
            <a:off x="3535680" y="1487424"/>
            <a:ext cx="256032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Upload Excel Files</a:t>
            </a:r>
            <a:endParaRPr lang="en-US" sz="1067" dirty="0"/>
          </a:p>
        </p:txBody>
      </p:sp>
      <p:sp>
        <p:nvSpPr>
          <p:cNvPr id="12" name="Shape 10"/>
          <p:cNvSpPr/>
          <p:nvPr/>
        </p:nvSpPr>
        <p:spPr>
          <a:xfrm>
            <a:off x="4815840" y="1877568"/>
            <a:ext cx="0" cy="170688"/>
          </a:xfrm>
          <a:prstGeom prst="line">
            <a:avLst/>
          </a:prstGeom>
          <a:noFill/>
          <a:ln w="12700">
            <a:solidFill>
              <a:srgbClr val="00BFBF"/>
            </a:solidFill>
            <a:prstDash val="solid"/>
            <a:tailEnd type="arrow"/>
          </a:ln>
        </p:spPr>
        <p:txBody>
          <a:bodyPr/>
          <a:lstStyle/>
          <a:p>
            <a:endParaRPr lang="en-IN"/>
          </a:p>
        </p:txBody>
      </p:sp>
      <p:sp>
        <p:nvSpPr>
          <p:cNvPr id="13" name="Shape 11"/>
          <p:cNvSpPr/>
          <p:nvPr/>
        </p:nvSpPr>
        <p:spPr>
          <a:xfrm>
            <a:off x="3535680" y="2048256"/>
            <a:ext cx="2560320" cy="390144"/>
          </a:xfrm>
          <a:prstGeom prst="roundRect">
            <a:avLst>
              <a:gd name="adj" fmla="val 37500"/>
            </a:avLst>
          </a:prstGeom>
          <a:solidFill>
            <a:srgbClr val="007A7A"/>
          </a:solidFill>
          <a:ln w="12700">
            <a:solidFill>
              <a:srgbClr val="00BFBF"/>
            </a:solidFill>
            <a:prstDash val="solid"/>
          </a:ln>
          <a:effectLst>
            <a:outerShdw blurRad="50800" dist="25400" dir="2700000" algn="bl" rotWithShape="0">
              <a:srgbClr val="000000">
                <a:alpha val="35000"/>
              </a:srgbClr>
            </a:outerShdw>
          </a:effectLst>
        </p:spPr>
        <p:txBody>
          <a:bodyPr/>
          <a:lstStyle/>
          <a:p>
            <a:endParaRPr lang="en-IN"/>
          </a:p>
        </p:txBody>
      </p:sp>
      <p:sp>
        <p:nvSpPr>
          <p:cNvPr id="14" name="Text 12"/>
          <p:cNvSpPr/>
          <p:nvPr/>
        </p:nvSpPr>
        <p:spPr>
          <a:xfrm>
            <a:off x="3535680" y="2048256"/>
            <a:ext cx="256032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Loop Through Each File</a:t>
            </a:r>
            <a:endParaRPr lang="en-US" sz="1067" dirty="0"/>
          </a:p>
        </p:txBody>
      </p:sp>
      <p:sp>
        <p:nvSpPr>
          <p:cNvPr id="15" name="Shape 13"/>
          <p:cNvSpPr/>
          <p:nvPr/>
        </p:nvSpPr>
        <p:spPr>
          <a:xfrm>
            <a:off x="4815840" y="2438400"/>
            <a:ext cx="0" cy="341376"/>
          </a:xfrm>
          <a:prstGeom prst="line">
            <a:avLst/>
          </a:prstGeom>
          <a:noFill/>
          <a:ln w="12700">
            <a:solidFill>
              <a:srgbClr val="00BFBF"/>
            </a:solidFill>
            <a:prstDash val="solid"/>
            <a:tailEnd type="arrow"/>
          </a:ln>
        </p:spPr>
        <p:txBody>
          <a:bodyPr/>
          <a:lstStyle/>
          <a:p>
            <a:endParaRPr lang="en-IN"/>
          </a:p>
        </p:txBody>
      </p:sp>
      <p:sp>
        <p:nvSpPr>
          <p:cNvPr id="16" name="Shape 14"/>
          <p:cNvSpPr/>
          <p:nvPr/>
        </p:nvSpPr>
        <p:spPr>
          <a:xfrm>
            <a:off x="3535680" y="2779776"/>
            <a:ext cx="2560320" cy="390144"/>
          </a:xfrm>
          <a:prstGeom prst="roundRect">
            <a:avLst>
              <a:gd name="adj" fmla="val 37500"/>
            </a:avLst>
          </a:prstGeom>
          <a:solidFill>
            <a:srgbClr val="163350"/>
          </a:solidFill>
          <a:ln w="12700">
            <a:solidFill>
              <a:srgbClr val="00AEEF"/>
            </a:solidFill>
            <a:prstDash val="solid"/>
          </a:ln>
          <a:effectLst>
            <a:outerShdw blurRad="50800" dist="25400" dir="2700000" algn="bl" rotWithShape="0">
              <a:srgbClr val="000000">
                <a:alpha val="35000"/>
              </a:srgbClr>
            </a:outerShdw>
          </a:effectLst>
        </p:spPr>
        <p:txBody>
          <a:bodyPr/>
          <a:lstStyle/>
          <a:p>
            <a:endParaRPr lang="en-IN"/>
          </a:p>
        </p:txBody>
      </p:sp>
      <p:sp>
        <p:nvSpPr>
          <p:cNvPr id="17" name="Text 15"/>
          <p:cNvSpPr/>
          <p:nvPr/>
        </p:nvSpPr>
        <p:spPr>
          <a:xfrm>
            <a:off x="3535680" y="2779776"/>
            <a:ext cx="256032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Read DataFrame</a:t>
            </a:r>
            <a:endParaRPr lang="en-US" sz="1067" dirty="0"/>
          </a:p>
        </p:txBody>
      </p:sp>
      <p:sp>
        <p:nvSpPr>
          <p:cNvPr id="18" name="Shape 16"/>
          <p:cNvSpPr/>
          <p:nvPr/>
        </p:nvSpPr>
        <p:spPr>
          <a:xfrm>
            <a:off x="4815840" y="3169920"/>
            <a:ext cx="0" cy="292608"/>
          </a:xfrm>
          <a:prstGeom prst="line">
            <a:avLst/>
          </a:prstGeom>
          <a:noFill/>
          <a:ln w="12700">
            <a:solidFill>
              <a:srgbClr val="00BFBF"/>
            </a:solidFill>
            <a:prstDash val="solid"/>
            <a:tailEnd type="arrow"/>
          </a:ln>
        </p:spPr>
        <p:txBody>
          <a:bodyPr/>
          <a:lstStyle/>
          <a:p>
            <a:endParaRPr lang="en-IN"/>
          </a:p>
        </p:txBody>
      </p:sp>
      <p:sp>
        <p:nvSpPr>
          <p:cNvPr id="19" name="Shape 17"/>
          <p:cNvSpPr/>
          <p:nvPr/>
        </p:nvSpPr>
        <p:spPr>
          <a:xfrm>
            <a:off x="3535680" y="3462528"/>
            <a:ext cx="2560320" cy="390144"/>
          </a:xfrm>
          <a:prstGeom prst="roundRect">
            <a:avLst>
              <a:gd name="adj" fmla="val 37500"/>
            </a:avLst>
          </a:prstGeom>
          <a:solidFill>
            <a:srgbClr val="163350"/>
          </a:solidFill>
          <a:ln w="12700">
            <a:solidFill>
              <a:srgbClr val="00AEEF"/>
            </a:solidFill>
            <a:prstDash val="solid"/>
          </a:ln>
          <a:effectLst>
            <a:outerShdw blurRad="50800" dist="25400" dir="2700000" algn="bl" rotWithShape="0">
              <a:srgbClr val="000000">
                <a:alpha val="35000"/>
              </a:srgbClr>
            </a:outerShdw>
          </a:effectLst>
        </p:spPr>
        <p:txBody>
          <a:bodyPr/>
          <a:lstStyle/>
          <a:p>
            <a:endParaRPr lang="en-IN"/>
          </a:p>
        </p:txBody>
      </p:sp>
      <p:sp>
        <p:nvSpPr>
          <p:cNvPr id="20" name="Text 18"/>
          <p:cNvSpPr/>
          <p:nvPr/>
        </p:nvSpPr>
        <p:spPr>
          <a:xfrm>
            <a:off x="3535680" y="3462528"/>
            <a:ext cx="256032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Detect Config</a:t>
            </a:r>
            <a:endParaRPr lang="en-US" sz="1067" dirty="0"/>
          </a:p>
        </p:txBody>
      </p:sp>
      <p:sp>
        <p:nvSpPr>
          <p:cNvPr id="21" name="Shape 19"/>
          <p:cNvSpPr/>
          <p:nvPr/>
        </p:nvSpPr>
        <p:spPr>
          <a:xfrm>
            <a:off x="4815840" y="3852672"/>
            <a:ext cx="0" cy="158496"/>
          </a:xfrm>
          <a:prstGeom prst="line">
            <a:avLst/>
          </a:prstGeom>
          <a:noFill/>
          <a:ln w="12700">
            <a:solidFill>
              <a:srgbClr val="00BFBF"/>
            </a:solidFill>
            <a:prstDash val="solid"/>
            <a:tailEnd type="arrow"/>
          </a:ln>
        </p:spPr>
        <p:txBody>
          <a:bodyPr/>
          <a:lstStyle/>
          <a:p>
            <a:endParaRPr lang="en-IN"/>
          </a:p>
        </p:txBody>
      </p:sp>
      <p:sp>
        <p:nvSpPr>
          <p:cNvPr id="22" name="Shape 20"/>
          <p:cNvSpPr/>
          <p:nvPr/>
        </p:nvSpPr>
        <p:spPr>
          <a:xfrm>
            <a:off x="4145280" y="4096512"/>
            <a:ext cx="1341120" cy="560832"/>
          </a:xfrm>
          <a:prstGeom prst="diamond">
            <a:avLst/>
          </a:prstGeom>
          <a:solidFill>
            <a:srgbClr val="E8A800"/>
          </a:solidFill>
          <a:ln w="12700">
            <a:solidFill>
              <a:srgbClr val="E8A800"/>
            </a:solidFill>
            <a:prstDash val="solid"/>
          </a:ln>
          <a:effectLst>
            <a:outerShdw blurRad="50800" dist="25400" dir="2700000" algn="bl" rotWithShape="0">
              <a:srgbClr val="000000">
                <a:alpha val="35000"/>
              </a:srgbClr>
            </a:outerShdw>
          </a:effectLst>
        </p:spPr>
        <p:txBody>
          <a:bodyPr/>
          <a:lstStyle/>
          <a:p>
            <a:endParaRPr lang="en-IN"/>
          </a:p>
        </p:txBody>
      </p:sp>
      <p:sp>
        <p:nvSpPr>
          <p:cNvPr id="23" name="Text 21"/>
          <p:cNvSpPr/>
          <p:nvPr/>
        </p:nvSpPr>
        <p:spPr>
          <a:xfrm>
            <a:off x="4145280" y="4096512"/>
            <a:ext cx="1341120" cy="560832"/>
          </a:xfrm>
          <a:prstGeom prst="rect">
            <a:avLst/>
          </a:prstGeom>
          <a:noFill/>
          <a:ln/>
        </p:spPr>
        <p:txBody>
          <a:bodyPr wrap="square" lIns="33867" tIns="33867" rIns="33867" bIns="33867" rtlCol="0" anchor="ctr"/>
          <a:lstStyle/>
          <a:p>
            <a:pPr algn="ctr"/>
            <a:r>
              <a:rPr lang="en-US" sz="1000" b="1" dirty="0">
                <a:solidFill>
                  <a:srgbClr val="0D1B2A"/>
                </a:solidFill>
                <a:latin typeface="Calibri" pitchFamily="34" charset="0"/>
                <a:ea typeface="Calibri" pitchFamily="34" charset="-122"/>
                <a:cs typeface="Calibri" pitchFamily="34" charset="-120"/>
              </a:rPr>
              <a:t>Config</a:t>
            </a:r>
            <a:endParaRPr lang="en-US" sz="1000" dirty="0"/>
          </a:p>
          <a:p>
            <a:pPr algn="ctr"/>
            <a:r>
              <a:rPr lang="en-US" sz="1000" b="1" dirty="0">
                <a:solidFill>
                  <a:srgbClr val="0D1B2A"/>
                </a:solidFill>
                <a:latin typeface="Calibri" pitchFamily="34" charset="0"/>
                <a:ea typeface="Calibri" pitchFamily="34" charset="-122"/>
                <a:cs typeface="Calibri" pitchFamily="34" charset="-120"/>
              </a:rPr>
              <a:t>Found?</a:t>
            </a:r>
            <a:endParaRPr lang="en-US" sz="1000" dirty="0"/>
          </a:p>
        </p:txBody>
      </p:sp>
      <p:sp>
        <p:nvSpPr>
          <p:cNvPr id="24" name="Text 22"/>
          <p:cNvSpPr/>
          <p:nvPr/>
        </p:nvSpPr>
        <p:spPr>
          <a:xfrm>
            <a:off x="4888992" y="4669536"/>
            <a:ext cx="975360" cy="268224"/>
          </a:xfrm>
          <a:prstGeom prst="rect">
            <a:avLst/>
          </a:prstGeom>
          <a:noFill/>
          <a:ln/>
        </p:spPr>
        <p:txBody>
          <a:bodyPr wrap="square" lIns="0" tIns="0" rIns="0" bIns="0" rtlCol="0" anchor="ctr"/>
          <a:lstStyle/>
          <a:p>
            <a:r>
              <a:rPr lang="en-US" sz="933" b="1" dirty="0">
                <a:solidFill>
                  <a:srgbClr val="1A9E5A"/>
                </a:solidFill>
                <a:latin typeface="Calibri" pitchFamily="34" charset="0"/>
                <a:ea typeface="Calibri" pitchFamily="34" charset="-122"/>
                <a:cs typeface="Calibri" pitchFamily="34" charset="-120"/>
              </a:rPr>
              <a:t>Yes</a:t>
            </a:r>
            <a:endParaRPr lang="en-US" sz="933" dirty="0"/>
          </a:p>
        </p:txBody>
      </p:sp>
      <p:sp>
        <p:nvSpPr>
          <p:cNvPr id="25" name="Shape 23"/>
          <p:cNvSpPr/>
          <p:nvPr/>
        </p:nvSpPr>
        <p:spPr>
          <a:xfrm>
            <a:off x="4815840" y="4657344"/>
            <a:ext cx="0" cy="292608"/>
          </a:xfrm>
          <a:prstGeom prst="line">
            <a:avLst/>
          </a:prstGeom>
          <a:noFill/>
          <a:ln w="12700">
            <a:solidFill>
              <a:srgbClr val="00BFBF"/>
            </a:solidFill>
            <a:prstDash val="solid"/>
            <a:tailEnd type="arrow"/>
          </a:ln>
        </p:spPr>
        <p:txBody>
          <a:bodyPr/>
          <a:lstStyle/>
          <a:p>
            <a:endParaRPr lang="en-IN"/>
          </a:p>
        </p:txBody>
      </p:sp>
      <p:sp>
        <p:nvSpPr>
          <p:cNvPr id="26" name="Shape 24"/>
          <p:cNvSpPr/>
          <p:nvPr/>
        </p:nvSpPr>
        <p:spPr>
          <a:xfrm>
            <a:off x="5486400" y="4376928"/>
            <a:ext cx="1097280" cy="0"/>
          </a:xfrm>
          <a:prstGeom prst="line">
            <a:avLst/>
          </a:prstGeom>
          <a:noFill/>
          <a:ln w="12700">
            <a:solidFill>
              <a:srgbClr val="C0392B"/>
            </a:solidFill>
            <a:prstDash val="solid"/>
          </a:ln>
        </p:spPr>
        <p:txBody>
          <a:bodyPr/>
          <a:lstStyle/>
          <a:p>
            <a:endParaRPr lang="en-IN"/>
          </a:p>
        </p:txBody>
      </p:sp>
      <p:sp>
        <p:nvSpPr>
          <p:cNvPr id="27" name="Shape 25"/>
          <p:cNvSpPr/>
          <p:nvPr/>
        </p:nvSpPr>
        <p:spPr>
          <a:xfrm>
            <a:off x="6583680" y="2243328"/>
            <a:ext cx="0" cy="2133600"/>
          </a:xfrm>
          <a:prstGeom prst="line">
            <a:avLst/>
          </a:prstGeom>
          <a:noFill/>
          <a:ln w="12700">
            <a:solidFill>
              <a:srgbClr val="C0392B"/>
            </a:solidFill>
            <a:prstDash val="solid"/>
            <a:tailEnd type="arrow"/>
          </a:ln>
        </p:spPr>
        <p:txBody>
          <a:bodyPr/>
          <a:lstStyle/>
          <a:p>
            <a:endParaRPr lang="en-IN"/>
          </a:p>
        </p:txBody>
      </p:sp>
      <p:sp>
        <p:nvSpPr>
          <p:cNvPr id="28" name="Shape 26"/>
          <p:cNvSpPr/>
          <p:nvPr/>
        </p:nvSpPr>
        <p:spPr>
          <a:xfrm>
            <a:off x="6096000" y="2243328"/>
            <a:ext cx="487680" cy="0"/>
          </a:xfrm>
          <a:prstGeom prst="line">
            <a:avLst/>
          </a:prstGeom>
          <a:noFill/>
          <a:ln w="12700">
            <a:solidFill>
              <a:srgbClr val="C0392B"/>
            </a:solidFill>
            <a:prstDash val="solid"/>
          </a:ln>
        </p:spPr>
        <p:txBody>
          <a:bodyPr/>
          <a:lstStyle/>
          <a:p>
            <a:endParaRPr lang="en-IN"/>
          </a:p>
        </p:txBody>
      </p:sp>
      <p:sp>
        <p:nvSpPr>
          <p:cNvPr id="29" name="Text 27"/>
          <p:cNvSpPr/>
          <p:nvPr/>
        </p:nvSpPr>
        <p:spPr>
          <a:xfrm>
            <a:off x="6608064" y="4035552"/>
            <a:ext cx="975360" cy="268224"/>
          </a:xfrm>
          <a:prstGeom prst="rect">
            <a:avLst/>
          </a:prstGeom>
          <a:noFill/>
          <a:ln/>
        </p:spPr>
        <p:txBody>
          <a:bodyPr wrap="square" lIns="0" tIns="0" rIns="0" bIns="0" rtlCol="0" anchor="ctr"/>
          <a:lstStyle/>
          <a:p>
            <a:r>
              <a:rPr lang="en-US" sz="933" b="1" dirty="0">
                <a:solidFill>
                  <a:srgbClr val="C0392B"/>
                </a:solidFill>
                <a:latin typeface="Calibri" pitchFamily="34" charset="0"/>
                <a:ea typeface="Calibri" pitchFamily="34" charset="-122"/>
                <a:cs typeface="Calibri" pitchFamily="34" charset="-120"/>
              </a:rPr>
              <a:t>No (Skip File)</a:t>
            </a:r>
            <a:endParaRPr lang="en-US" sz="933" dirty="0"/>
          </a:p>
        </p:txBody>
      </p:sp>
      <p:sp>
        <p:nvSpPr>
          <p:cNvPr id="30" name="Shape 28"/>
          <p:cNvSpPr/>
          <p:nvPr/>
        </p:nvSpPr>
        <p:spPr>
          <a:xfrm>
            <a:off x="3169920" y="4949952"/>
            <a:ext cx="3291840" cy="463296"/>
          </a:xfrm>
          <a:prstGeom prst="roundRect">
            <a:avLst>
              <a:gd name="adj" fmla="val 31579"/>
            </a:avLst>
          </a:prstGeom>
          <a:solidFill>
            <a:srgbClr val="7B2D8B"/>
          </a:solidFill>
          <a:ln w="12700">
            <a:solidFill>
              <a:srgbClr val="7B2D8B"/>
            </a:solidFill>
            <a:prstDash val="solid"/>
          </a:ln>
          <a:effectLst>
            <a:outerShdw blurRad="50800" dist="25400" dir="2700000" algn="bl" rotWithShape="0">
              <a:srgbClr val="000000">
                <a:alpha val="35000"/>
              </a:srgbClr>
            </a:outerShdw>
          </a:effectLst>
        </p:spPr>
        <p:txBody>
          <a:bodyPr/>
          <a:lstStyle/>
          <a:p>
            <a:endParaRPr lang="en-IN"/>
          </a:p>
        </p:txBody>
      </p:sp>
      <p:sp>
        <p:nvSpPr>
          <p:cNvPr id="31" name="Text 29"/>
          <p:cNvSpPr/>
          <p:nvPr/>
        </p:nvSpPr>
        <p:spPr>
          <a:xfrm>
            <a:off x="3169920" y="4949952"/>
            <a:ext cx="3291840" cy="463296"/>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Process DataFrame (Topics + Sentiment)</a:t>
            </a:r>
            <a:endParaRPr lang="en-US" sz="1067" dirty="0"/>
          </a:p>
        </p:txBody>
      </p:sp>
      <p:sp>
        <p:nvSpPr>
          <p:cNvPr id="32" name="Shape 30"/>
          <p:cNvSpPr/>
          <p:nvPr/>
        </p:nvSpPr>
        <p:spPr>
          <a:xfrm>
            <a:off x="4815840" y="5413248"/>
            <a:ext cx="0" cy="146304"/>
          </a:xfrm>
          <a:prstGeom prst="line">
            <a:avLst/>
          </a:prstGeom>
          <a:noFill/>
          <a:ln w="12700">
            <a:solidFill>
              <a:srgbClr val="00BFBF"/>
            </a:solidFill>
            <a:prstDash val="solid"/>
            <a:tailEnd type="arrow"/>
          </a:ln>
        </p:spPr>
        <p:txBody>
          <a:bodyPr/>
          <a:lstStyle/>
          <a:p>
            <a:endParaRPr lang="en-IN"/>
          </a:p>
        </p:txBody>
      </p:sp>
      <p:sp>
        <p:nvSpPr>
          <p:cNvPr id="33" name="Shape 31"/>
          <p:cNvSpPr/>
          <p:nvPr/>
        </p:nvSpPr>
        <p:spPr>
          <a:xfrm>
            <a:off x="3535680" y="5559552"/>
            <a:ext cx="2560320" cy="390144"/>
          </a:xfrm>
          <a:prstGeom prst="roundRect">
            <a:avLst>
              <a:gd name="adj" fmla="val 37500"/>
            </a:avLst>
          </a:prstGeom>
          <a:solidFill>
            <a:srgbClr val="007A7A"/>
          </a:solidFill>
          <a:ln w="12700">
            <a:solidFill>
              <a:srgbClr val="007A7A"/>
            </a:solidFill>
            <a:prstDash val="solid"/>
          </a:ln>
          <a:effectLst>
            <a:outerShdw blurRad="50800" dist="25400" dir="2700000" algn="bl" rotWithShape="0">
              <a:srgbClr val="000000">
                <a:alpha val="35000"/>
              </a:srgbClr>
            </a:outerShdw>
          </a:effectLst>
        </p:spPr>
        <p:txBody>
          <a:bodyPr/>
          <a:lstStyle/>
          <a:p>
            <a:endParaRPr lang="en-IN"/>
          </a:p>
        </p:txBody>
      </p:sp>
      <p:sp>
        <p:nvSpPr>
          <p:cNvPr id="34" name="Text 32"/>
          <p:cNvSpPr/>
          <p:nvPr/>
        </p:nvSpPr>
        <p:spPr>
          <a:xfrm>
            <a:off x="3535680" y="5559552"/>
            <a:ext cx="256032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Generate Insights</a:t>
            </a:r>
            <a:endParaRPr lang="en-US" sz="1067" dirty="0"/>
          </a:p>
        </p:txBody>
      </p:sp>
      <p:sp>
        <p:nvSpPr>
          <p:cNvPr id="35" name="Shape 33"/>
          <p:cNvSpPr/>
          <p:nvPr/>
        </p:nvSpPr>
        <p:spPr>
          <a:xfrm>
            <a:off x="4815840" y="5949696"/>
            <a:ext cx="0" cy="268224"/>
          </a:xfrm>
          <a:prstGeom prst="line">
            <a:avLst/>
          </a:prstGeom>
          <a:noFill/>
          <a:ln w="12700">
            <a:solidFill>
              <a:srgbClr val="00BFBF"/>
            </a:solidFill>
            <a:prstDash val="solid"/>
            <a:tailEnd type="arrow"/>
          </a:ln>
        </p:spPr>
        <p:txBody>
          <a:bodyPr/>
          <a:lstStyle/>
          <a:p>
            <a:endParaRPr lang="en-IN"/>
          </a:p>
        </p:txBody>
      </p:sp>
      <p:sp>
        <p:nvSpPr>
          <p:cNvPr id="36" name="Shape 34"/>
          <p:cNvSpPr/>
          <p:nvPr/>
        </p:nvSpPr>
        <p:spPr>
          <a:xfrm>
            <a:off x="4815840" y="6217920"/>
            <a:ext cx="4998720" cy="0"/>
          </a:xfrm>
          <a:prstGeom prst="line">
            <a:avLst/>
          </a:prstGeom>
          <a:noFill/>
          <a:ln w="12700">
            <a:solidFill>
              <a:srgbClr val="00BFBF"/>
            </a:solidFill>
            <a:prstDash val="solid"/>
            <a:tailEnd type="arrow"/>
          </a:ln>
        </p:spPr>
        <p:txBody>
          <a:bodyPr/>
          <a:lstStyle/>
          <a:p>
            <a:endParaRPr lang="en-IN"/>
          </a:p>
        </p:txBody>
      </p:sp>
      <p:sp>
        <p:nvSpPr>
          <p:cNvPr id="37" name="Shape 35"/>
          <p:cNvSpPr/>
          <p:nvPr/>
        </p:nvSpPr>
        <p:spPr>
          <a:xfrm>
            <a:off x="7680960" y="792480"/>
            <a:ext cx="4267200" cy="97536"/>
          </a:xfrm>
          <a:prstGeom prst="rect">
            <a:avLst/>
          </a:prstGeom>
          <a:solidFill>
            <a:srgbClr val="00BFBF"/>
          </a:solidFill>
          <a:ln w="12700">
            <a:solidFill>
              <a:srgbClr val="00BFBF"/>
            </a:solidFill>
            <a:prstDash val="solid"/>
          </a:ln>
        </p:spPr>
        <p:txBody>
          <a:bodyPr/>
          <a:lstStyle/>
          <a:p>
            <a:endParaRPr lang="en-IN"/>
          </a:p>
        </p:txBody>
      </p:sp>
      <p:sp>
        <p:nvSpPr>
          <p:cNvPr id="38" name="Text 36"/>
          <p:cNvSpPr/>
          <p:nvPr/>
        </p:nvSpPr>
        <p:spPr>
          <a:xfrm>
            <a:off x="7680960" y="792480"/>
            <a:ext cx="4267200" cy="97536"/>
          </a:xfrm>
          <a:prstGeom prst="rect">
            <a:avLst/>
          </a:prstGeom>
          <a:noFill/>
          <a:ln/>
        </p:spPr>
        <p:txBody>
          <a:bodyPr wrap="square" lIns="0" tIns="0" rIns="0" bIns="0" rtlCol="0" anchor="ctr"/>
          <a:lstStyle/>
          <a:p>
            <a:pPr algn="ctr"/>
            <a:r>
              <a:rPr lang="en-US" sz="1050" b="1" kern="0" spc="200" dirty="0">
                <a:solidFill>
                  <a:srgbClr val="0D1B2A"/>
                </a:solidFill>
                <a:latin typeface="Calibri" pitchFamily="34" charset="0"/>
                <a:ea typeface="Calibri" pitchFamily="34" charset="-122"/>
                <a:cs typeface="Calibri" pitchFamily="34" charset="-120"/>
              </a:rPr>
              <a:t>OUTPUT STAGE</a:t>
            </a:r>
            <a:endParaRPr lang="en-US" sz="1050" dirty="0"/>
          </a:p>
        </p:txBody>
      </p:sp>
      <p:sp>
        <p:nvSpPr>
          <p:cNvPr id="39" name="Shape 37"/>
          <p:cNvSpPr/>
          <p:nvPr/>
        </p:nvSpPr>
        <p:spPr>
          <a:xfrm>
            <a:off x="7802880" y="914400"/>
            <a:ext cx="4023360" cy="390144"/>
          </a:xfrm>
          <a:prstGeom prst="roundRect">
            <a:avLst>
              <a:gd name="adj" fmla="val 37500"/>
            </a:avLst>
          </a:prstGeom>
          <a:solidFill>
            <a:srgbClr val="1F6FBF"/>
          </a:solidFill>
          <a:ln w="12700">
            <a:solidFill>
              <a:srgbClr val="1F6FBF"/>
            </a:solidFill>
            <a:prstDash val="solid"/>
          </a:ln>
          <a:effectLst>
            <a:outerShdw blurRad="50800" dist="25400" dir="2700000" algn="bl" rotWithShape="0">
              <a:srgbClr val="000000">
                <a:alpha val="35000"/>
              </a:srgbClr>
            </a:outerShdw>
          </a:effectLst>
        </p:spPr>
        <p:txBody>
          <a:bodyPr/>
          <a:lstStyle/>
          <a:p>
            <a:endParaRPr lang="en-IN"/>
          </a:p>
        </p:txBody>
      </p:sp>
      <p:sp>
        <p:nvSpPr>
          <p:cNvPr id="40" name="Text 38"/>
          <p:cNvSpPr/>
          <p:nvPr/>
        </p:nvSpPr>
        <p:spPr>
          <a:xfrm>
            <a:off x="7802880" y="914400"/>
            <a:ext cx="402336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Display Metrics &amp; Charts</a:t>
            </a:r>
            <a:endParaRPr lang="en-US" sz="1067" dirty="0"/>
          </a:p>
        </p:txBody>
      </p:sp>
      <p:sp>
        <p:nvSpPr>
          <p:cNvPr id="41" name="Shape 39"/>
          <p:cNvSpPr/>
          <p:nvPr/>
        </p:nvSpPr>
        <p:spPr>
          <a:xfrm>
            <a:off x="9814560" y="1304544"/>
            <a:ext cx="0" cy="134112"/>
          </a:xfrm>
          <a:prstGeom prst="line">
            <a:avLst/>
          </a:prstGeom>
          <a:noFill/>
          <a:ln w="12700">
            <a:solidFill>
              <a:srgbClr val="00BFBF"/>
            </a:solidFill>
            <a:prstDash val="solid"/>
            <a:tailEnd type="arrow"/>
          </a:ln>
        </p:spPr>
        <p:txBody>
          <a:bodyPr/>
          <a:lstStyle/>
          <a:p>
            <a:endParaRPr lang="en-IN"/>
          </a:p>
        </p:txBody>
      </p:sp>
      <p:sp>
        <p:nvSpPr>
          <p:cNvPr id="42" name="Shape 40"/>
          <p:cNvSpPr/>
          <p:nvPr/>
        </p:nvSpPr>
        <p:spPr>
          <a:xfrm>
            <a:off x="7802880" y="1438656"/>
            <a:ext cx="4023360" cy="390144"/>
          </a:xfrm>
          <a:prstGeom prst="roundRect">
            <a:avLst>
              <a:gd name="adj" fmla="val 37500"/>
            </a:avLst>
          </a:prstGeom>
          <a:solidFill>
            <a:srgbClr val="1F6FBF"/>
          </a:solidFill>
          <a:ln w="12700">
            <a:solidFill>
              <a:srgbClr val="1F6FBF"/>
            </a:solidFill>
            <a:prstDash val="solid"/>
          </a:ln>
          <a:effectLst>
            <a:outerShdw blurRad="50800" dist="25400" dir="2700000" algn="bl" rotWithShape="0">
              <a:srgbClr val="000000">
                <a:alpha val="35000"/>
              </a:srgbClr>
            </a:outerShdw>
          </a:effectLst>
        </p:spPr>
        <p:txBody>
          <a:bodyPr/>
          <a:lstStyle/>
          <a:p>
            <a:endParaRPr lang="en-IN"/>
          </a:p>
        </p:txBody>
      </p:sp>
      <p:sp>
        <p:nvSpPr>
          <p:cNvPr id="43" name="Text 41"/>
          <p:cNvSpPr/>
          <p:nvPr/>
        </p:nvSpPr>
        <p:spPr>
          <a:xfrm>
            <a:off x="7802880" y="1438656"/>
            <a:ext cx="402336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Show Topics &amp; Keywords</a:t>
            </a:r>
            <a:endParaRPr lang="en-US" sz="1067" dirty="0"/>
          </a:p>
        </p:txBody>
      </p:sp>
      <p:sp>
        <p:nvSpPr>
          <p:cNvPr id="44" name="Shape 42"/>
          <p:cNvSpPr/>
          <p:nvPr/>
        </p:nvSpPr>
        <p:spPr>
          <a:xfrm>
            <a:off x="9814560" y="1828800"/>
            <a:ext cx="0" cy="134112"/>
          </a:xfrm>
          <a:prstGeom prst="line">
            <a:avLst/>
          </a:prstGeom>
          <a:noFill/>
          <a:ln w="12700">
            <a:solidFill>
              <a:srgbClr val="00BFBF"/>
            </a:solidFill>
            <a:prstDash val="solid"/>
            <a:tailEnd type="arrow"/>
          </a:ln>
        </p:spPr>
        <p:txBody>
          <a:bodyPr/>
          <a:lstStyle/>
          <a:p>
            <a:endParaRPr lang="en-IN"/>
          </a:p>
        </p:txBody>
      </p:sp>
      <p:sp>
        <p:nvSpPr>
          <p:cNvPr id="45" name="Shape 43"/>
          <p:cNvSpPr/>
          <p:nvPr/>
        </p:nvSpPr>
        <p:spPr>
          <a:xfrm>
            <a:off x="7802880" y="1962912"/>
            <a:ext cx="4023360" cy="390144"/>
          </a:xfrm>
          <a:prstGeom prst="roundRect">
            <a:avLst>
              <a:gd name="adj" fmla="val 37500"/>
            </a:avLst>
          </a:prstGeom>
          <a:solidFill>
            <a:srgbClr val="163350"/>
          </a:solidFill>
          <a:ln w="12700">
            <a:solidFill>
              <a:srgbClr val="00AEEF"/>
            </a:solidFill>
            <a:prstDash val="solid"/>
          </a:ln>
          <a:effectLst>
            <a:outerShdw blurRad="50800" dist="25400" dir="2700000" algn="bl" rotWithShape="0">
              <a:srgbClr val="000000">
                <a:alpha val="35000"/>
              </a:srgbClr>
            </a:outerShdw>
          </a:effectLst>
        </p:spPr>
        <p:txBody>
          <a:bodyPr/>
          <a:lstStyle/>
          <a:p>
            <a:endParaRPr lang="en-IN"/>
          </a:p>
        </p:txBody>
      </p:sp>
      <p:sp>
        <p:nvSpPr>
          <p:cNvPr id="46" name="Text 44"/>
          <p:cNvSpPr/>
          <p:nvPr/>
        </p:nvSpPr>
        <p:spPr>
          <a:xfrm>
            <a:off x="7802880" y="1962912"/>
            <a:ext cx="402336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Preview Data</a:t>
            </a:r>
            <a:endParaRPr lang="en-US" sz="1067" dirty="0"/>
          </a:p>
        </p:txBody>
      </p:sp>
      <p:sp>
        <p:nvSpPr>
          <p:cNvPr id="47" name="Shape 45"/>
          <p:cNvSpPr/>
          <p:nvPr/>
        </p:nvSpPr>
        <p:spPr>
          <a:xfrm>
            <a:off x="9814560" y="2353056"/>
            <a:ext cx="0" cy="134112"/>
          </a:xfrm>
          <a:prstGeom prst="line">
            <a:avLst/>
          </a:prstGeom>
          <a:noFill/>
          <a:ln w="12700">
            <a:solidFill>
              <a:srgbClr val="00BFBF"/>
            </a:solidFill>
            <a:prstDash val="solid"/>
            <a:tailEnd type="arrow"/>
          </a:ln>
        </p:spPr>
        <p:txBody>
          <a:bodyPr/>
          <a:lstStyle/>
          <a:p>
            <a:endParaRPr lang="en-IN"/>
          </a:p>
        </p:txBody>
      </p:sp>
      <p:sp>
        <p:nvSpPr>
          <p:cNvPr id="48" name="Shape 46"/>
          <p:cNvSpPr/>
          <p:nvPr/>
        </p:nvSpPr>
        <p:spPr>
          <a:xfrm>
            <a:off x="7802880" y="2487168"/>
            <a:ext cx="4023360" cy="390144"/>
          </a:xfrm>
          <a:prstGeom prst="roundRect">
            <a:avLst>
              <a:gd name="adj" fmla="val 37500"/>
            </a:avLst>
          </a:prstGeom>
          <a:solidFill>
            <a:srgbClr val="163350"/>
          </a:solidFill>
          <a:ln w="12700">
            <a:solidFill>
              <a:srgbClr val="00AEEF"/>
            </a:solidFill>
            <a:prstDash val="solid"/>
          </a:ln>
          <a:effectLst>
            <a:outerShdw blurRad="50800" dist="25400" dir="2700000" algn="bl" rotWithShape="0">
              <a:srgbClr val="000000">
                <a:alpha val="35000"/>
              </a:srgbClr>
            </a:outerShdw>
          </a:effectLst>
        </p:spPr>
        <p:txBody>
          <a:bodyPr/>
          <a:lstStyle/>
          <a:p>
            <a:endParaRPr lang="en-IN"/>
          </a:p>
        </p:txBody>
      </p:sp>
      <p:sp>
        <p:nvSpPr>
          <p:cNvPr id="49" name="Text 47"/>
          <p:cNvSpPr/>
          <p:nvPr/>
        </p:nvSpPr>
        <p:spPr>
          <a:xfrm>
            <a:off x="7802880" y="2487168"/>
            <a:ext cx="402336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Download Processed File</a:t>
            </a:r>
            <a:endParaRPr lang="en-US" sz="1067" dirty="0"/>
          </a:p>
        </p:txBody>
      </p:sp>
      <p:sp>
        <p:nvSpPr>
          <p:cNvPr id="50" name="Shape 48"/>
          <p:cNvSpPr/>
          <p:nvPr/>
        </p:nvSpPr>
        <p:spPr>
          <a:xfrm>
            <a:off x="9814560" y="2877312"/>
            <a:ext cx="0" cy="134112"/>
          </a:xfrm>
          <a:prstGeom prst="line">
            <a:avLst/>
          </a:prstGeom>
          <a:noFill/>
          <a:ln w="12700">
            <a:solidFill>
              <a:srgbClr val="00BFBF"/>
            </a:solidFill>
            <a:prstDash val="solid"/>
            <a:tailEnd type="arrow"/>
          </a:ln>
        </p:spPr>
        <p:txBody>
          <a:bodyPr/>
          <a:lstStyle/>
          <a:p>
            <a:endParaRPr lang="en-IN"/>
          </a:p>
        </p:txBody>
      </p:sp>
      <p:sp>
        <p:nvSpPr>
          <p:cNvPr id="51" name="Shape 49"/>
          <p:cNvSpPr/>
          <p:nvPr/>
        </p:nvSpPr>
        <p:spPr>
          <a:xfrm>
            <a:off x="7802880" y="3011424"/>
            <a:ext cx="4023360" cy="390144"/>
          </a:xfrm>
          <a:prstGeom prst="roundRect">
            <a:avLst>
              <a:gd name="adj" fmla="val 37500"/>
            </a:avLst>
          </a:prstGeom>
          <a:solidFill>
            <a:srgbClr val="007A7A"/>
          </a:solidFill>
          <a:ln w="12700">
            <a:solidFill>
              <a:srgbClr val="007A7A"/>
            </a:solidFill>
            <a:prstDash val="solid"/>
          </a:ln>
          <a:effectLst>
            <a:outerShdw blurRad="50800" dist="25400" dir="2700000" algn="bl" rotWithShape="0">
              <a:srgbClr val="000000">
                <a:alpha val="35000"/>
              </a:srgbClr>
            </a:outerShdw>
          </a:effectLst>
        </p:spPr>
        <p:txBody>
          <a:bodyPr/>
          <a:lstStyle/>
          <a:p>
            <a:endParaRPr lang="en-IN"/>
          </a:p>
        </p:txBody>
      </p:sp>
      <p:sp>
        <p:nvSpPr>
          <p:cNvPr id="52" name="Text 50"/>
          <p:cNvSpPr/>
          <p:nvPr/>
        </p:nvSpPr>
        <p:spPr>
          <a:xfrm>
            <a:off x="7802880" y="3011424"/>
            <a:ext cx="4023360" cy="390144"/>
          </a:xfrm>
          <a:prstGeom prst="rect">
            <a:avLst/>
          </a:prstGeom>
          <a:noFill/>
          <a:ln/>
        </p:spPr>
        <p:txBody>
          <a:bodyPr wrap="square" lIns="33867" tIns="33867" rIns="33867" bIns="33867" rtlCol="0" anchor="ctr"/>
          <a:lstStyle/>
          <a:p>
            <a:pPr algn="ctr"/>
            <a:r>
              <a:rPr lang="en-US" sz="1067" b="1" dirty="0">
                <a:solidFill>
                  <a:srgbClr val="FFFFFF"/>
                </a:solidFill>
                <a:latin typeface="Calibri" pitchFamily="34" charset="0"/>
                <a:ea typeface="Calibri" pitchFamily="34" charset="-122"/>
                <a:cs typeface="Calibri" pitchFamily="34" charset="-120"/>
              </a:rPr>
              <a:t>Aggregate Common Topics</a:t>
            </a:r>
            <a:endParaRPr lang="en-US" sz="1067" dirty="0"/>
          </a:p>
        </p:txBody>
      </p:sp>
      <p:sp>
        <p:nvSpPr>
          <p:cNvPr id="53" name="Shape 51"/>
          <p:cNvSpPr/>
          <p:nvPr/>
        </p:nvSpPr>
        <p:spPr>
          <a:xfrm>
            <a:off x="9814560" y="3401568"/>
            <a:ext cx="0" cy="134112"/>
          </a:xfrm>
          <a:prstGeom prst="line">
            <a:avLst/>
          </a:prstGeom>
          <a:noFill/>
          <a:ln w="12700">
            <a:solidFill>
              <a:srgbClr val="00BFBF"/>
            </a:solidFill>
            <a:prstDash val="solid"/>
            <a:tailEnd type="arrow"/>
          </a:ln>
        </p:spPr>
        <p:txBody>
          <a:bodyPr/>
          <a:lstStyle/>
          <a:p>
            <a:endParaRPr lang="en-IN"/>
          </a:p>
        </p:txBody>
      </p:sp>
      <p:sp>
        <p:nvSpPr>
          <p:cNvPr id="54" name="Shape 52"/>
          <p:cNvSpPr/>
          <p:nvPr/>
        </p:nvSpPr>
        <p:spPr>
          <a:xfrm>
            <a:off x="9144000" y="3633216"/>
            <a:ext cx="1341120" cy="560832"/>
          </a:xfrm>
          <a:prstGeom prst="diamond">
            <a:avLst/>
          </a:prstGeom>
          <a:solidFill>
            <a:srgbClr val="E8A800"/>
          </a:solidFill>
          <a:ln w="12700">
            <a:solidFill>
              <a:srgbClr val="E8A800"/>
            </a:solidFill>
            <a:prstDash val="solid"/>
          </a:ln>
          <a:effectLst>
            <a:outerShdw blurRad="50800" dist="25400" dir="2700000" algn="bl" rotWithShape="0">
              <a:srgbClr val="000000">
                <a:alpha val="35000"/>
              </a:srgbClr>
            </a:outerShdw>
          </a:effectLst>
        </p:spPr>
        <p:txBody>
          <a:bodyPr/>
          <a:lstStyle/>
          <a:p>
            <a:endParaRPr lang="en-IN"/>
          </a:p>
        </p:txBody>
      </p:sp>
      <p:sp>
        <p:nvSpPr>
          <p:cNvPr id="55" name="Text 53"/>
          <p:cNvSpPr/>
          <p:nvPr/>
        </p:nvSpPr>
        <p:spPr>
          <a:xfrm>
            <a:off x="9144000" y="3633216"/>
            <a:ext cx="1341120" cy="560832"/>
          </a:xfrm>
          <a:prstGeom prst="rect">
            <a:avLst/>
          </a:prstGeom>
          <a:noFill/>
          <a:ln/>
        </p:spPr>
        <p:txBody>
          <a:bodyPr wrap="square" lIns="33867" tIns="33867" rIns="33867" bIns="33867" rtlCol="0" anchor="ctr"/>
          <a:lstStyle/>
          <a:p>
            <a:pPr algn="ctr"/>
            <a:r>
              <a:rPr lang="en-US" sz="1000" b="1" dirty="0">
                <a:solidFill>
                  <a:srgbClr val="0D1B2A"/>
                </a:solidFill>
                <a:latin typeface="Calibri" pitchFamily="34" charset="0"/>
                <a:ea typeface="Calibri" pitchFamily="34" charset="-122"/>
                <a:cs typeface="Calibri" pitchFamily="34" charset="-120"/>
              </a:rPr>
              <a:t>More</a:t>
            </a:r>
            <a:endParaRPr lang="en-US" sz="1000" dirty="0"/>
          </a:p>
          <a:p>
            <a:pPr algn="ctr"/>
            <a:r>
              <a:rPr lang="en-US" sz="1000" b="1" dirty="0">
                <a:solidFill>
                  <a:srgbClr val="0D1B2A"/>
                </a:solidFill>
                <a:latin typeface="Calibri" pitchFamily="34" charset="0"/>
                <a:ea typeface="Calibri" pitchFamily="34" charset="-122"/>
                <a:cs typeface="Calibri" pitchFamily="34" charset="-120"/>
              </a:rPr>
              <a:t>Files?</a:t>
            </a:r>
            <a:endParaRPr lang="en-US" sz="1000" dirty="0"/>
          </a:p>
        </p:txBody>
      </p:sp>
      <p:sp>
        <p:nvSpPr>
          <p:cNvPr id="56" name="Shape 54"/>
          <p:cNvSpPr/>
          <p:nvPr/>
        </p:nvSpPr>
        <p:spPr>
          <a:xfrm>
            <a:off x="6827520" y="3913632"/>
            <a:ext cx="2316480" cy="0"/>
          </a:xfrm>
          <a:prstGeom prst="line">
            <a:avLst/>
          </a:prstGeom>
          <a:noFill/>
          <a:ln w="12700">
            <a:solidFill>
              <a:srgbClr val="1A9E5A"/>
            </a:solidFill>
            <a:prstDash val="solid"/>
          </a:ln>
        </p:spPr>
        <p:txBody>
          <a:bodyPr/>
          <a:lstStyle/>
          <a:p>
            <a:endParaRPr lang="en-IN"/>
          </a:p>
        </p:txBody>
      </p:sp>
      <p:sp>
        <p:nvSpPr>
          <p:cNvPr id="57" name="Shape 55"/>
          <p:cNvSpPr/>
          <p:nvPr/>
        </p:nvSpPr>
        <p:spPr>
          <a:xfrm>
            <a:off x="6827520" y="2243328"/>
            <a:ext cx="0" cy="1670304"/>
          </a:xfrm>
          <a:prstGeom prst="line">
            <a:avLst/>
          </a:prstGeom>
          <a:noFill/>
          <a:ln w="12700">
            <a:solidFill>
              <a:srgbClr val="1A9E5A"/>
            </a:solidFill>
            <a:prstDash val="solid"/>
            <a:tailEnd type="arrow"/>
          </a:ln>
        </p:spPr>
        <p:txBody>
          <a:bodyPr/>
          <a:lstStyle/>
          <a:p>
            <a:endParaRPr lang="en-IN"/>
          </a:p>
        </p:txBody>
      </p:sp>
      <p:sp>
        <p:nvSpPr>
          <p:cNvPr id="58" name="Shape 56"/>
          <p:cNvSpPr/>
          <p:nvPr/>
        </p:nvSpPr>
        <p:spPr>
          <a:xfrm>
            <a:off x="6096000" y="2243328"/>
            <a:ext cx="731520" cy="0"/>
          </a:xfrm>
          <a:prstGeom prst="line">
            <a:avLst/>
          </a:prstGeom>
          <a:noFill/>
          <a:ln w="12700">
            <a:solidFill>
              <a:srgbClr val="1A9E5A"/>
            </a:solidFill>
            <a:prstDash val="solid"/>
          </a:ln>
        </p:spPr>
        <p:txBody>
          <a:bodyPr/>
          <a:lstStyle/>
          <a:p>
            <a:endParaRPr lang="en-IN"/>
          </a:p>
        </p:txBody>
      </p:sp>
      <p:sp>
        <p:nvSpPr>
          <p:cNvPr id="59" name="Text 57"/>
          <p:cNvSpPr/>
          <p:nvPr/>
        </p:nvSpPr>
        <p:spPr>
          <a:xfrm>
            <a:off x="6851904" y="3608832"/>
            <a:ext cx="975360" cy="268224"/>
          </a:xfrm>
          <a:prstGeom prst="rect">
            <a:avLst/>
          </a:prstGeom>
          <a:noFill/>
          <a:ln/>
        </p:spPr>
        <p:txBody>
          <a:bodyPr wrap="square" lIns="0" tIns="0" rIns="0" bIns="0" rtlCol="0" anchor="ctr"/>
          <a:lstStyle/>
          <a:p>
            <a:r>
              <a:rPr lang="en-US" sz="933" b="1" dirty="0">
                <a:solidFill>
                  <a:srgbClr val="1A9E5A"/>
                </a:solidFill>
                <a:latin typeface="Calibri" pitchFamily="34" charset="0"/>
                <a:ea typeface="Calibri" pitchFamily="34" charset="-122"/>
                <a:cs typeface="Calibri" pitchFamily="34" charset="-120"/>
              </a:rPr>
              <a:t>Yes</a:t>
            </a:r>
            <a:endParaRPr lang="en-US" sz="933" dirty="0"/>
          </a:p>
        </p:txBody>
      </p:sp>
      <p:sp>
        <p:nvSpPr>
          <p:cNvPr id="60" name="Text 58"/>
          <p:cNvSpPr/>
          <p:nvPr/>
        </p:nvSpPr>
        <p:spPr>
          <a:xfrm>
            <a:off x="10533888" y="3791712"/>
            <a:ext cx="975360" cy="268224"/>
          </a:xfrm>
          <a:prstGeom prst="rect">
            <a:avLst/>
          </a:prstGeom>
          <a:noFill/>
          <a:ln/>
        </p:spPr>
        <p:txBody>
          <a:bodyPr wrap="square" lIns="0" tIns="0" rIns="0" bIns="0" rtlCol="0" anchor="ctr"/>
          <a:lstStyle/>
          <a:p>
            <a:r>
              <a:rPr lang="en-US" sz="933" b="1" dirty="0">
                <a:solidFill>
                  <a:srgbClr val="C0392B"/>
                </a:solidFill>
                <a:latin typeface="Calibri" pitchFamily="34" charset="0"/>
                <a:ea typeface="Calibri" pitchFamily="34" charset="-122"/>
                <a:cs typeface="Calibri" pitchFamily="34" charset="-120"/>
              </a:rPr>
              <a:t>No</a:t>
            </a:r>
            <a:endParaRPr lang="en-US" sz="933" dirty="0"/>
          </a:p>
        </p:txBody>
      </p:sp>
      <p:sp>
        <p:nvSpPr>
          <p:cNvPr id="61" name="Shape 59"/>
          <p:cNvSpPr/>
          <p:nvPr/>
        </p:nvSpPr>
        <p:spPr>
          <a:xfrm>
            <a:off x="9814560" y="4194048"/>
            <a:ext cx="0" cy="219456"/>
          </a:xfrm>
          <a:prstGeom prst="line">
            <a:avLst/>
          </a:prstGeom>
          <a:noFill/>
          <a:ln w="12700">
            <a:solidFill>
              <a:srgbClr val="00BFBF"/>
            </a:solidFill>
            <a:prstDash val="solid"/>
            <a:tailEnd type="arrow"/>
          </a:ln>
        </p:spPr>
        <p:txBody>
          <a:bodyPr/>
          <a:lstStyle/>
          <a:p>
            <a:endParaRPr lang="en-IN"/>
          </a:p>
        </p:txBody>
      </p:sp>
      <p:sp>
        <p:nvSpPr>
          <p:cNvPr id="62" name="Shape 60"/>
          <p:cNvSpPr/>
          <p:nvPr/>
        </p:nvSpPr>
        <p:spPr>
          <a:xfrm>
            <a:off x="7802880" y="4413504"/>
            <a:ext cx="4023360" cy="390144"/>
          </a:xfrm>
          <a:prstGeom prst="roundRect">
            <a:avLst>
              <a:gd name="adj" fmla="val 37500"/>
            </a:avLst>
          </a:prstGeom>
          <a:solidFill>
            <a:srgbClr val="7B2D8B"/>
          </a:solidFill>
          <a:ln w="12700">
            <a:solidFill>
              <a:srgbClr val="7B2D8B"/>
            </a:solidFill>
            <a:prstDash val="solid"/>
          </a:ln>
          <a:effectLst>
            <a:outerShdw blurRad="50800" dist="25400" dir="2700000" algn="bl" rotWithShape="0">
              <a:srgbClr val="000000">
                <a:alpha val="35000"/>
              </a:srgbClr>
            </a:outerShdw>
          </a:effectLst>
        </p:spPr>
        <p:txBody>
          <a:bodyPr/>
          <a:lstStyle/>
          <a:p>
            <a:endParaRPr lang="en-IN"/>
          </a:p>
        </p:txBody>
      </p:sp>
      <p:sp>
        <p:nvSpPr>
          <p:cNvPr id="63" name="Text 61"/>
          <p:cNvSpPr/>
          <p:nvPr/>
        </p:nvSpPr>
        <p:spPr>
          <a:xfrm>
            <a:off x="7802880" y="4413504"/>
            <a:ext cx="4023360" cy="390144"/>
          </a:xfrm>
          <a:prstGeom prst="rect">
            <a:avLst/>
          </a:prstGeom>
          <a:noFill/>
          <a:ln/>
        </p:spPr>
        <p:txBody>
          <a:bodyPr wrap="square" lIns="33867" tIns="33867" rIns="33867" bIns="33867" rtlCol="0" anchor="ctr"/>
          <a:lstStyle/>
          <a:p>
            <a:pPr algn="ctr"/>
            <a:r>
              <a:rPr lang="en-US" sz="1200" b="1" dirty="0">
                <a:solidFill>
                  <a:srgbClr val="FFFFFF"/>
                </a:solidFill>
                <a:latin typeface="Calibri" pitchFamily="34" charset="0"/>
                <a:ea typeface="Calibri" pitchFamily="34" charset="-122"/>
                <a:cs typeface="Calibri" pitchFamily="34" charset="-120"/>
              </a:rPr>
              <a:t>Cross-File Insights</a:t>
            </a:r>
            <a:endParaRPr lang="en-US" sz="1200" dirty="0"/>
          </a:p>
        </p:txBody>
      </p:sp>
      <p:sp>
        <p:nvSpPr>
          <p:cNvPr id="64" name="Shape 62"/>
          <p:cNvSpPr/>
          <p:nvPr/>
        </p:nvSpPr>
        <p:spPr>
          <a:xfrm>
            <a:off x="9814560" y="4803648"/>
            <a:ext cx="0" cy="170688"/>
          </a:xfrm>
          <a:prstGeom prst="line">
            <a:avLst/>
          </a:prstGeom>
          <a:noFill/>
          <a:ln w="12700">
            <a:solidFill>
              <a:srgbClr val="00BFBF"/>
            </a:solidFill>
            <a:prstDash val="solid"/>
            <a:tailEnd type="arrow"/>
          </a:ln>
        </p:spPr>
        <p:txBody>
          <a:bodyPr/>
          <a:lstStyle/>
          <a:p>
            <a:endParaRPr lang="en-IN"/>
          </a:p>
        </p:txBody>
      </p:sp>
      <p:sp>
        <p:nvSpPr>
          <p:cNvPr id="65" name="Shape 63"/>
          <p:cNvSpPr/>
          <p:nvPr/>
        </p:nvSpPr>
        <p:spPr>
          <a:xfrm>
            <a:off x="9144000" y="4974336"/>
            <a:ext cx="1341120" cy="390144"/>
          </a:xfrm>
          <a:prstGeom prst="roundRect">
            <a:avLst>
              <a:gd name="adj" fmla="val 37500"/>
            </a:avLst>
          </a:prstGeom>
          <a:solidFill>
            <a:srgbClr val="1A9E5A"/>
          </a:solidFill>
          <a:ln w="12700">
            <a:solidFill>
              <a:srgbClr val="1A9E5A"/>
            </a:solidFill>
            <a:prstDash val="solid"/>
          </a:ln>
          <a:effectLst>
            <a:outerShdw blurRad="50800" dist="25400" dir="2700000" algn="bl" rotWithShape="0">
              <a:srgbClr val="000000">
                <a:alpha val="35000"/>
              </a:srgbClr>
            </a:outerShdw>
          </a:effectLst>
        </p:spPr>
        <p:txBody>
          <a:bodyPr/>
          <a:lstStyle/>
          <a:p>
            <a:endParaRPr lang="en-IN"/>
          </a:p>
        </p:txBody>
      </p:sp>
      <p:sp>
        <p:nvSpPr>
          <p:cNvPr id="66" name="Text 64"/>
          <p:cNvSpPr/>
          <p:nvPr/>
        </p:nvSpPr>
        <p:spPr>
          <a:xfrm>
            <a:off x="9144000" y="4974336"/>
            <a:ext cx="1341120" cy="390144"/>
          </a:xfrm>
          <a:prstGeom prst="rect">
            <a:avLst/>
          </a:prstGeom>
          <a:noFill/>
          <a:ln/>
        </p:spPr>
        <p:txBody>
          <a:bodyPr wrap="square" lIns="33867" tIns="33867" rIns="33867" bIns="33867" rtlCol="0" anchor="ctr"/>
          <a:lstStyle/>
          <a:p>
            <a:pPr algn="ctr"/>
            <a:r>
              <a:rPr lang="en-US" sz="1200" b="1" dirty="0">
                <a:solidFill>
                  <a:srgbClr val="FFFFFF"/>
                </a:solidFill>
                <a:latin typeface="Calibri" pitchFamily="34" charset="0"/>
                <a:ea typeface="Calibri" pitchFamily="34" charset="-122"/>
                <a:cs typeface="Calibri" pitchFamily="34" charset="-120"/>
              </a:rPr>
              <a:t>End</a:t>
            </a:r>
            <a:endParaRPr lang="en-US" sz="1200" dirty="0"/>
          </a:p>
        </p:txBody>
      </p:sp>
      <p:sp>
        <p:nvSpPr>
          <p:cNvPr id="67" name="Shape 65"/>
          <p:cNvSpPr/>
          <p:nvPr/>
        </p:nvSpPr>
        <p:spPr>
          <a:xfrm>
            <a:off x="268224" y="914400"/>
            <a:ext cx="268224" cy="268224"/>
          </a:xfrm>
          <a:prstGeom prst="roundRect">
            <a:avLst>
              <a:gd name="adj" fmla="val 18182"/>
            </a:avLst>
          </a:prstGeom>
          <a:solidFill>
            <a:srgbClr val="1A9E5A"/>
          </a:solidFill>
          <a:ln w="12700">
            <a:solidFill>
              <a:srgbClr val="1A9E5A"/>
            </a:solidFill>
            <a:prstDash val="solid"/>
          </a:ln>
        </p:spPr>
        <p:txBody>
          <a:bodyPr/>
          <a:lstStyle/>
          <a:p>
            <a:endParaRPr lang="en-IN"/>
          </a:p>
        </p:txBody>
      </p:sp>
      <p:sp>
        <p:nvSpPr>
          <p:cNvPr id="68" name="Text 66"/>
          <p:cNvSpPr/>
          <p:nvPr/>
        </p:nvSpPr>
        <p:spPr>
          <a:xfrm>
            <a:off x="609600" y="914400"/>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Start / End</a:t>
            </a:r>
            <a:endParaRPr lang="en-US" sz="933" dirty="0">
              <a:solidFill>
                <a:schemeClr val="bg1"/>
              </a:solidFill>
            </a:endParaRPr>
          </a:p>
        </p:txBody>
      </p:sp>
      <p:sp>
        <p:nvSpPr>
          <p:cNvPr id="69" name="Shape 67"/>
          <p:cNvSpPr/>
          <p:nvPr/>
        </p:nvSpPr>
        <p:spPr>
          <a:xfrm>
            <a:off x="268224" y="1450848"/>
            <a:ext cx="268224" cy="268224"/>
          </a:xfrm>
          <a:prstGeom prst="roundRect">
            <a:avLst>
              <a:gd name="adj" fmla="val 18182"/>
            </a:avLst>
          </a:prstGeom>
          <a:solidFill>
            <a:srgbClr val="1F6FBF"/>
          </a:solidFill>
          <a:ln w="12700">
            <a:solidFill>
              <a:srgbClr val="1F6FBF"/>
            </a:solidFill>
            <a:prstDash val="solid"/>
          </a:ln>
        </p:spPr>
        <p:txBody>
          <a:bodyPr/>
          <a:lstStyle/>
          <a:p>
            <a:endParaRPr lang="en-IN"/>
          </a:p>
        </p:txBody>
      </p:sp>
      <p:sp>
        <p:nvSpPr>
          <p:cNvPr id="70" name="Text 68"/>
          <p:cNvSpPr/>
          <p:nvPr/>
        </p:nvSpPr>
        <p:spPr>
          <a:xfrm>
            <a:off x="609600" y="1450848"/>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Output Step</a:t>
            </a:r>
            <a:endParaRPr lang="en-US" sz="933" dirty="0">
              <a:solidFill>
                <a:schemeClr val="bg1"/>
              </a:solidFill>
            </a:endParaRPr>
          </a:p>
        </p:txBody>
      </p:sp>
      <p:sp>
        <p:nvSpPr>
          <p:cNvPr id="71" name="Shape 69"/>
          <p:cNvSpPr/>
          <p:nvPr/>
        </p:nvSpPr>
        <p:spPr>
          <a:xfrm>
            <a:off x="268224" y="1987296"/>
            <a:ext cx="268224" cy="268224"/>
          </a:xfrm>
          <a:prstGeom prst="roundRect">
            <a:avLst>
              <a:gd name="adj" fmla="val 18182"/>
            </a:avLst>
          </a:prstGeom>
          <a:solidFill>
            <a:srgbClr val="007A7A"/>
          </a:solidFill>
          <a:ln w="12700">
            <a:solidFill>
              <a:srgbClr val="007A7A"/>
            </a:solidFill>
            <a:prstDash val="solid"/>
          </a:ln>
        </p:spPr>
        <p:txBody>
          <a:bodyPr/>
          <a:lstStyle/>
          <a:p>
            <a:endParaRPr lang="en-IN"/>
          </a:p>
        </p:txBody>
      </p:sp>
      <p:sp>
        <p:nvSpPr>
          <p:cNvPr id="72" name="Text 70"/>
          <p:cNvSpPr/>
          <p:nvPr/>
        </p:nvSpPr>
        <p:spPr>
          <a:xfrm>
            <a:off x="609600" y="1987296"/>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Loop / Aggregate</a:t>
            </a:r>
            <a:endParaRPr lang="en-US" sz="933" dirty="0">
              <a:solidFill>
                <a:schemeClr val="bg1"/>
              </a:solidFill>
            </a:endParaRPr>
          </a:p>
        </p:txBody>
      </p:sp>
      <p:sp>
        <p:nvSpPr>
          <p:cNvPr id="73" name="Shape 71"/>
          <p:cNvSpPr/>
          <p:nvPr/>
        </p:nvSpPr>
        <p:spPr>
          <a:xfrm>
            <a:off x="268224" y="2523744"/>
            <a:ext cx="268224" cy="268224"/>
          </a:xfrm>
          <a:prstGeom prst="roundRect">
            <a:avLst>
              <a:gd name="adj" fmla="val 18182"/>
            </a:avLst>
          </a:prstGeom>
          <a:solidFill>
            <a:srgbClr val="163350"/>
          </a:solidFill>
          <a:ln w="12700">
            <a:solidFill>
              <a:srgbClr val="00AEEF"/>
            </a:solidFill>
            <a:prstDash val="solid"/>
          </a:ln>
        </p:spPr>
        <p:txBody>
          <a:bodyPr/>
          <a:lstStyle/>
          <a:p>
            <a:endParaRPr lang="en-IN"/>
          </a:p>
        </p:txBody>
      </p:sp>
      <p:sp>
        <p:nvSpPr>
          <p:cNvPr id="74" name="Text 72"/>
          <p:cNvSpPr/>
          <p:nvPr/>
        </p:nvSpPr>
        <p:spPr>
          <a:xfrm>
            <a:off x="609600" y="2523744"/>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Read / Preview</a:t>
            </a:r>
            <a:endParaRPr lang="en-US" sz="933" dirty="0">
              <a:solidFill>
                <a:schemeClr val="bg1"/>
              </a:solidFill>
            </a:endParaRPr>
          </a:p>
        </p:txBody>
      </p:sp>
      <p:sp>
        <p:nvSpPr>
          <p:cNvPr id="75" name="Shape 73"/>
          <p:cNvSpPr/>
          <p:nvPr/>
        </p:nvSpPr>
        <p:spPr>
          <a:xfrm>
            <a:off x="268224" y="3060192"/>
            <a:ext cx="268224" cy="268224"/>
          </a:xfrm>
          <a:prstGeom prst="roundRect">
            <a:avLst>
              <a:gd name="adj" fmla="val 18182"/>
            </a:avLst>
          </a:prstGeom>
          <a:solidFill>
            <a:srgbClr val="7B2D8B"/>
          </a:solidFill>
          <a:ln w="12700">
            <a:solidFill>
              <a:srgbClr val="7B2D8B"/>
            </a:solidFill>
            <a:prstDash val="solid"/>
          </a:ln>
        </p:spPr>
        <p:txBody>
          <a:bodyPr/>
          <a:lstStyle/>
          <a:p>
            <a:endParaRPr lang="en-IN"/>
          </a:p>
        </p:txBody>
      </p:sp>
      <p:sp>
        <p:nvSpPr>
          <p:cNvPr id="76" name="Text 74"/>
          <p:cNvSpPr/>
          <p:nvPr/>
        </p:nvSpPr>
        <p:spPr>
          <a:xfrm>
            <a:off x="609600" y="3060192"/>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Core Processing</a:t>
            </a:r>
            <a:endParaRPr lang="en-US" sz="933" dirty="0">
              <a:solidFill>
                <a:schemeClr val="bg1"/>
              </a:solidFill>
            </a:endParaRPr>
          </a:p>
        </p:txBody>
      </p:sp>
      <p:sp>
        <p:nvSpPr>
          <p:cNvPr id="77" name="Shape 75"/>
          <p:cNvSpPr/>
          <p:nvPr/>
        </p:nvSpPr>
        <p:spPr>
          <a:xfrm>
            <a:off x="268224" y="3596640"/>
            <a:ext cx="268224" cy="268224"/>
          </a:xfrm>
          <a:prstGeom prst="roundRect">
            <a:avLst>
              <a:gd name="adj" fmla="val 18182"/>
            </a:avLst>
          </a:prstGeom>
          <a:solidFill>
            <a:srgbClr val="E8A800"/>
          </a:solidFill>
          <a:ln w="12700">
            <a:solidFill>
              <a:srgbClr val="E8A800"/>
            </a:solidFill>
            <a:prstDash val="solid"/>
          </a:ln>
        </p:spPr>
        <p:txBody>
          <a:bodyPr/>
          <a:lstStyle/>
          <a:p>
            <a:endParaRPr lang="en-IN"/>
          </a:p>
        </p:txBody>
      </p:sp>
      <p:sp>
        <p:nvSpPr>
          <p:cNvPr id="78" name="Text 76"/>
          <p:cNvSpPr/>
          <p:nvPr/>
        </p:nvSpPr>
        <p:spPr>
          <a:xfrm>
            <a:off x="609600" y="3596640"/>
            <a:ext cx="1828800" cy="268224"/>
          </a:xfrm>
          <a:prstGeom prst="rect">
            <a:avLst/>
          </a:prstGeom>
          <a:noFill/>
          <a:ln/>
        </p:spPr>
        <p:txBody>
          <a:bodyPr wrap="square" lIns="0" tIns="0" rIns="0" bIns="0" rtlCol="0" anchor="ctr"/>
          <a:lstStyle/>
          <a:p>
            <a:r>
              <a:rPr lang="en-US" sz="933" dirty="0">
                <a:solidFill>
                  <a:schemeClr val="bg1"/>
                </a:solidFill>
                <a:latin typeface="Calibri" pitchFamily="34" charset="0"/>
                <a:ea typeface="Calibri" pitchFamily="34" charset="-122"/>
                <a:cs typeface="Calibri" pitchFamily="34" charset="-120"/>
              </a:rPr>
              <a:t>Decision</a:t>
            </a:r>
            <a:endParaRPr lang="en-US" sz="933" dirty="0">
              <a:solidFill>
                <a:schemeClr val="bg1"/>
              </a:solidFill>
            </a:endParaRPr>
          </a:p>
        </p:txBody>
      </p:sp>
      <p:sp>
        <p:nvSpPr>
          <p:cNvPr id="79" name="Shape 77"/>
          <p:cNvSpPr/>
          <p:nvPr/>
        </p:nvSpPr>
        <p:spPr>
          <a:xfrm>
            <a:off x="3413760" y="792480"/>
            <a:ext cx="3230880" cy="97536"/>
          </a:xfrm>
          <a:prstGeom prst="rect">
            <a:avLst/>
          </a:prstGeom>
          <a:solidFill>
            <a:srgbClr val="007A7A"/>
          </a:solidFill>
          <a:ln w="12700">
            <a:solidFill>
              <a:srgbClr val="007A7A"/>
            </a:solidFill>
            <a:prstDash val="solid"/>
          </a:ln>
        </p:spPr>
        <p:txBody>
          <a:bodyPr/>
          <a:lstStyle/>
          <a:p>
            <a:endParaRPr lang="en-IN"/>
          </a:p>
        </p:txBody>
      </p:sp>
      <p:sp>
        <p:nvSpPr>
          <p:cNvPr id="80" name="Text 78"/>
          <p:cNvSpPr/>
          <p:nvPr/>
        </p:nvSpPr>
        <p:spPr>
          <a:xfrm>
            <a:off x="3413760" y="792480"/>
            <a:ext cx="3230880" cy="97536"/>
          </a:xfrm>
          <a:prstGeom prst="rect">
            <a:avLst/>
          </a:prstGeom>
          <a:noFill/>
          <a:ln/>
        </p:spPr>
        <p:txBody>
          <a:bodyPr wrap="square" lIns="0" tIns="0" rIns="0" bIns="0" rtlCol="0" anchor="ctr"/>
          <a:lstStyle/>
          <a:p>
            <a:pPr algn="ctr"/>
            <a:r>
              <a:rPr lang="en-US" sz="1050" b="1" kern="0" spc="200" dirty="0">
                <a:solidFill>
                  <a:srgbClr val="FFFFFF"/>
                </a:solidFill>
                <a:latin typeface="Calibri" pitchFamily="34" charset="0"/>
                <a:ea typeface="Calibri" pitchFamily="34" charset="-122"/>
                <a:cs typeface="Calibri" pitchFamily="34" charset="-120"/>
              </a:rPr>
              <a:t>PROCESSING STAGE</a:t>
            </a:r>
            <a:endParaRPr lang="en-US" sz="1050" dirty="0"/>
          </a:p>
        </p:txBody>
      </p:sp>
      <p:sp>
        <p:nvSpPr>
          <p:cNvPr id="82" name="Shape 80"/>
          <p:cNvSpPr/>
          <p:nvPr/>
        </p:nvSpPr>
        <p:spPr>
          <a:xfrm flipV="1">
            <a:off x="0" y="6925055"/>
            <a:ext cx="12192000" cy="45719"/>
          </a:xfrm>
          <a:prstGeom prst="rect">
            <a:avLst/>
          </a:prstGeom>
          <a:solidFill>
            <a:srgbClr val="007A7A"/>
          </a:solidFill>
          <a:ln w="12700">
            <a:solidFill>
              <a:srgbClr val="007A7A"/>
            </a:solidFill>
            <a:prstDash val="solid"/>
          </a:ln>
        </p:spPr>
        <p:txBody>
          <a:bodyPr/>
          <a:lstStyle/>
          <a:p>
            <a:endParaRPr lang="en-IN"/>
          </a:p>
        </p:txBody>
      </p:sp>
      <p:sp>
        <p:nvSpPr>
          <p:cNvPr id="83" name="Text 81"/>
          <p:cNvSpPr/>
          <p:nvPr/>
        </p:nvSpPr>
        <p:spPr>
          <a:xfrm>
            <a:off x="243840" y="6717791"/>
            <a:ext cx="6096000" cy="131673"/>
          </a:xfrm>
          <a:prstGeom prst="rect">
            <a:avLst/>
          </a:prstGeom>
          <a:noFill/>
          <a:ln/>
        </p:spPr>
        <p:txBody>
          <a:bodyPr wrap="square" lIns="0" tIns="0" rIns="0" bIns="0" rtlCol="0" anchor="ctr"/>
          <a:lstStyle/>
          <a:p>
            <a:r>
              <a:rPr lang="en-US" sz="800" dirty="0">
                <a:solidFill>
                  <a:srgbClr val="555555"/>
                </a:solidFill>
                <a:latin typeface="Calibri" pitchFamily="34" charset="0"/>
                <a:ea typeface="Calibri" pitchFamily="34" charset="-122"/>
                <a:cs typeface="Calibri" pitchFamily="34" charset="-120"/>
              </a:rPr>
              <a:t>e</a:t>
            </a:r>
            <a:endParaRPr lang="en-US" sz="800" dirty="0"/>
          </a:p>
        </p:txBody>
      </p:sp>
      <p:sp>
        <p:nvSpPr>
          <p:cNvPr id="84" name="Text 82"/>
          <p:cNvSpPr/>
          <p:nvPr/>
        </p:nvSpPr>
        <p:spPr>
          <a:xfrm>
            <a:off x="6096000" y="6642201"/>
            <a:ext cx="5852160" cy="207264"/>
          </a:xfrm>
          <a:prstGeom prst="rect">
            <a:avLst/>
          </a:prstGeom>
          <a:noFill/>
          <a:ln/>
        </p:spPr>
        <p:txBody>
          <a:bodyPr wrap="square" lIns="0" tIns="0" rIns="0" bIns="0" rtlCol="0" anchor="ctr"/>
          <a:lstStyle/>
          <a:p>
            <a:pPr algn="r"/>
            <a:r>
              <a:rPr lang="en-US" sz="800" dirty="0">
                <a:solidFill>
                  <a:srgbClr val="555555"/>
                </a:solidFill>
                <a:latin typeface="Calibri" pitchFamily="34" charset="0"/>
                <a:ea typeface="Calibri" pitchFamily="34" charset="-122"/>
                <a:cs typeface="Calibri" pitchFamily="34" charset="-120"/>
              </a:rPr>
              <a:t>.</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1B2A4A"/>
          </a:solidFill>
          <a:ln w="12700">
            <a:solidFill>
              <a:srgbClr val="1B2A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274320" y="0"/>
            <a:ext cx="91440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Exit Interview — Raw Input Data</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0" y="0"/>
            <a:ext cx="11887200" cy="822960"/>
          </a:xfrm>
          <a:prstGeom prst="rect">
            <a:avLst/>
          </a:prstGeom>
          <a:noFill/>
          <a:ln/>
        </p:spPr>
        <p:txBody>
          <a:bodyPr wrap="square" lIns="0" tIns="10160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0" y="822960"/>
            <a:ext cx="12161520" cy="54864"/>
          </a:xfrm>
          <a:prstGeom prst="rect">
            <a:avLst/>
          </a:prstGeom>
          <a:solidFill>
            <a:srgbClr val="0D8A8A"/>
          </a:solidFill>
          <a:ln w="12700">
            <a:solidFill>
              <a:srgbClr val="0D8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228600" y="932688"/>
            <a:ext cx="117043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Raw Input: All </a:t>
            </a:r>
            <a:r>
              <a:rPr lang="en-US" sz="1300" b="1" dirty="0">
                <a:solidFill>
                  <a:srgbClr val="1B2A4A"/>
                </a:solidFill>
                <a:latin typeface="Calibri" pitchFamily="34" charset="0"/>
                <a:ea typeface="Calibri" pitchFamily="34" charset="-122"/>
                <a:cs typeface="Calibri" pitchFamily="34" charset="-120"/>
              </a:rPr>
              <a:t>Col</a:t>
            </a:r>
            <a:r>
              <a:rPr kumimoji="0" lang="en-US" sz="1300" b="1" i="0" u="none" strike="noStrike" kern="1200" cap="none" spc="0" normalizeH="0" baseline="0" noProof="0" dirty="0" err="1">
                <a:ln>
                  <a:noFill/>
                </a:ln>
                <a:solidFill>
                  <a:srgbClr val="1B2A4A"/>
                </a:solidFill>
                <a:effectLst/>
                <a:uLnTx/>
                <a:uFillTx/>
                <a:latin typeface="Calibri" pitchFamily="34" charset="0"/>
                <a:ea typeface="Calibri" pitchFamily="34" charset="-122"/>
                <a:cs typeface="Calibri" pitchFamily="34" charset="-120"/>
              </a:rPr>
              <a:t>umns</a:t>
            </a:r>
            <a:r>
              <a:rPr kumimoji="0" lang="en-US" sz="13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 — 5 Selected Employees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7" name="Table 0"/>
          <p:cNvGraphicFramePr>
            <a:graphicFrameLocks noGrp="1"/>
          </p:cNvGraphicFramePr>
          <p:nvPr/>
        </p:nvGraphicFramePr>
        <p:xfrm>
          <a:off x="228600" y="1298448"/>
          <a:ext cx="11734805" cy="5193793"/>
        </p:xfrm>
        <a:graphic>
          <a:graphicData uri="http://schemas.openxmlformats.org/drawingml/2006/table">
            <a:tbl>
              <a:tblPr/>
              <a:tblGrid>
                <a:gridCol w="443870">
                  <a:extLst>
                    <a:ext uri="{9D8B030D-6E8A-4147-A177-3AD203B41FA5}">
                      <a16:colId xmlns:a16="http://schemas.microsoft.com/office/drawing/2014/main" val="20000"/>
                    </a:ext>
                  </a:extLst>
                </a:gridCol>
                <a:gridCol w="554837">
                  <a:extLst>
                    <a:ext uri="{9D8B030D-6E8A-4147-A177-3AD203B41FA5}">
                      <a16:colId xmlns:a16="http://schemas.microsoft.com/office/drawing/2014/main" val="20001"/>
                    </a:ext>
                  </a:extLst>
                </a:gridCol>
                <a:gridCol w="416128">
                  <a:extLst>
                    <a:ext uri="{9D8B030D-6E8A-4147-A177-3AD203B41FA5}">
                      <a16:colId xmlns:a16="http://schemas.microsoft.com/office/drawing/2014/main" val="20002"/>
                    </a:ext>
                  </a:extLst>
                </a:gridCol>
                <a:gridCol w="693546">
                  <a:extLst>
                    <a:ext uri="{9D8B030D-6E8A-4147-A177-3AD203B41FA5}">
                      <a16:colId xmlns:a16="http://schemas.microsoft.com/office/drawing/2014/main" val="20003"/>
                    </a:ext>
                  </a:extLst>
                </a:gridCol>
                <a:gridCol w="388386">
                  <a:extLst>
                    <a:ext uri="{9D8B030D-6E8A-4147-A177-3AD203B41FA5}">
                      <a16:colId xmlns:a16="http://schemas.microsoft.com/office/drawing/2014/main" val="20004"/>
                    </a:ext>
                  </a:extLst>
                </a:gridCol>
                <a:gridCol w="443870">
                  <a:extLst>
                    <a:ext uri="{9D8B030D-6E8A-4147-A177-3AD203B41FA5}">
                      <a16:colId xmlns:a16="http://schemas.microsoft.com/office/drawing/2014/main" val="20005"/>
                    </a:ext>
                  </a:extLst>
                </a:gridCol>
                <a:gridCol w="813761">
                  <a:extLst>
                    <a:ext uri="{9D8B030D-6E8A-4147-A177-3AD203B41FA5}">
                      <a16:colId xmlns:a16="http://schemas.microsoft.com/office/drawing/2014/main" val="20006"/>
                    </a:ext>
                  </a:extLst>
                </a:gridCol>
                <a:gridCol w="517848">
                  <a:extLst>
                    <a:ext uri="{9D8B030D-6E8A-4147-A177-3AD203B41FA5}">
                      <a16:colId xmlns:a16="http://schemas.microsoft.com/office/drawing/2014/main" val="20007"/>
                    </a:ext>
                  </a:extLst>
                </a:gridCol>
                <a:gridCol w="342149">
                  <a:extLst>
                    <a:ext uri="{9D8B030D-6E8A-4147-A177-3AD203B41FA5}">
                      <a16:colId xmlns:a16="http://schemas.microsoft.com/office/drawing/2014/main" val="20008"/>
                    </a:ext>
                  </a:extLst>
                </a:gridCol>
                <a:gridCol w="480859">
                  <a:extLst>
                    <a:ext uri="{9D8B030D-6E8A-4147-A177-3AD203B41FA5}">
                      <a16:colId xmlns:a16="http://schemas.microsoft.com/office/drawing/2014/main" val="20009"/>
                    </a:ext>
                  </a:extLst>
                </a:gridCol>
                <a:gridCol w="388386">
                  <a:extLst>
                    <a:ext uri="{9D8B030D-6E8A-4147-A177-3AD203B41FA5}">
                      <a16:colId xmlns:a16="http://schemas.microsoft.com/office/drawing/2014/main" val="20010"/>
                    </a:ext>
                  </a:extLst>
                </a:gridCol>
                <a:gridCol w="628815">
                  <a:extLst>
                    <a:ext uri="{9D8B030D-6E8A-4147-A177-3AD203B41FA5}">
                      <a16:colId xmlns:a16="http://schemas.microsoft.com/office/drawing/2014/main" val="20011"/>
                    </a:ext>
                  </a:extLst>
                </a:gridCol>
                <a:gridCol w="462364">
                  <a:extLst>
                    <a:ext uri="{9D8B030D-6E8A-4147-A177-3AD203B41FA5}">
                      <a16:colId xmlns:a16="http://schemas.microsoft.com/office/drawing/2014/main" val="20012"/>
                    </a:ext>
                  </a:extLst>
                </a:gridCol>
                <a:gridCol w="388386">
                  <a:extLst>
                    <a:ext uri="{9D8B030D-6E8A-4147-A177-3AD203B41FA5}">
                      <a16:colId xmlns:a16="http://schemas.microsoft.com/office/drawing/2014/main" val="20013"/>
                    </a:ext>
                  </a:extLst>
                </a:gridCol>
                <a:gridCol w="443870">
                  <a:extLst>
                    <a:ext uri="{9D8B030D-6E8A-4147-A177-3AD203B41FA5}">
                      <a16:colId xmlns:a16="http://schemas.microsoft.com/office/drawing/2014/main" val="20014"/>
                    </a:ext>
                  </a:extLst>
                </a:gridCol>
                <a:gridCol w="443870">
                  <a:extLst>
                    <a:ext uri="{9D8B030D-6E8A-4147-A177-3AD203B41FA5}">
                      <a16:colId xmlns:a16="http://schemas.microsoft.com/office/drawing/2014/main" val="20015"/>
                    </a:ext>
                  </a:extLst>
                </a:gridCol>
                <a:gridCol w="1035696">
                  <a:extLst>
                    <a:ext uri="{9D8B030D-6E8A-4147-A177-3AD203B41FA5}">
                      <a16:colId xmlns:a16="http://schemas.microsoft.com/office/drawing/2014/main" val="20016"/>
                    </a:ext>
                  </a:extLst>
                </a:gridCol>
                <a:gridCol w="1035696">
                  <a:extLst>
                    <a:ext uri="{9D8B030D-6E8A-4147-A177-3AD203B41FA5}">
                      <a16:colId xmlns:a16="http://schemas.microsoft.com/office/drawing/2014/main" val="20017"/>
                    </a:ext>
                  </a:extLst>
                </a:gridCol>
                <a:gridCol w="1035696">
                  <a:extLst>
                    <a:ext uri="{9D8B030D-6E8A-4147-A177-3AD203B41FA5}">
                      <a16:colId xmlns:a16="http://schemas.microsoft.com/office/drawing/2014/main" val="20018"/>
                    </a:ext>
                  </a:extLst>
                </a:gridCol>
                <a:gridCol w="351397">
                  <a:extLst>
                    <a:ext uri="{9D8B030D-6E8A-4147-A177-3AD203B41FA5}">
                      <a16:colId xmlns:a16="http://schemas.microsoft.com/office/drawing/2014/main" val="20019"/>
                    </a:ext>
                  </a:extLst>
                </a:gridCol>
                <a:gridCol w="425375">
                  <a:extLst>
                    <a:ext uri="{9D8B030D-6E8A-4147-A177-3AD203B41FA5}">
                      <a16:colId xmlns:a16="http://schemas.microsoft.com/office/drawing/2014/main" val="20020"/>
                    </a:ext>
                  </a:extLst>
                </a:gridCol>
              </a:tblGrid>
              <a:tr h="704243">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Emp ID</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Dept</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Gender</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Manager</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Tenure</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(Yrs)</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Region</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Business Unit</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Position</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Perf</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Rating</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Emp</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Status</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Exit</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Type</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Exit Reason</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Workplace</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Culture</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Mgr &amp;</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Leader.</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Benefits &amp;</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Comp</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Learning &amp;</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Career</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Suggestions for Improvement</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Challenges Faced</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General Feedback</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Rejoin?</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50" b="1" dirty="0">
                          <a:solidFill>
                            <a:srgbClr val="FFFFFF"/>
                          </a:solidFill>
                          <a:latin typeface="Calibri" pitchFamily="34" charset="0"/>
                          <a:ea typeface="Calibri" pitchFamily="34" charset="-122"/>
                          <a:cs typeface="Calibri" pitchFamily="34" charset="-120"/>
                        </a:rPr>
                        <a:t>Exit</a:t>
                      </a:r>
                      <a:endParaRPr lang="en-US" sz="650" dirty="0">
                        <a:latin typeface="Calibri" charset="0"/>
                        <a:ea typeface="Calibri" charset="0"/>
                        <a:cs typeface="Calibri" charset="0"/>
                      </a:endParaRPr>
                    </a:p>
                    <a:p>
                      <a:pPr marL="0" indent="0" algn="ctr">
                        <a:buNone/>
                      </a:pPr>
                      <a:r>
                        <a:rPr lang="en-US" sz="650" b="1" dirty="0">
                          <a:solidFill>
                            <a:srgbClr val="FFFFFF"/>
                          </a:solidFill>
                          <a:latin typeface="Calibri" pitchFamily="34" charset="0"/>
                          <a:ea typeface="Calibri" pitchFamily="34" charset="-122"/>
                          <a:cs typeface="Calibri" pitchFamily="34" charset="-120"/>
                        </a:rPr>
                        <a:t>Proc. Rtg</a:t>
                      </a:r>
                      <a:endParaRPr lang="en-US" sz="65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97910">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E0001</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Operations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Female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Sunil Yadav</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Central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Supply Chain &amp; Ops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Analyst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1</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Permanent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Voluntary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Career growth</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4.32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2.75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Limited promotion opportunities, difficult to grow in career.</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Processes and communication need significant improvement.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Enjoyed working with my team; camaraderie was motivating.</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No</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4</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97910">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E0002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Marketing</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Female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Karan Gupta</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East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Brand &amp; Marketing</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Analyst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Permanent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Voluntary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Culture &amp; Work Env.</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2.46</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4.00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Better flexible work options to improve work-life balance.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Very limited career growth; promotions felt biased.</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Workload distribution was unfair; some members overburdened.</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Yes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1</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extLst>
                  <a:ext uri="{0D108BD9-81ED-4DB2-BD59-A6C34878D82A}">
                    <a16:rowId xmlns:a16="http://schemas.microsoft.com/office/drawing/2014/main" val="10002"/>
                  </a:ext>
                </a:extLst>
              </a:tr>
              <a:tr h="897910">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E0003</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HR</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Female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Amit Verma</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0.9</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Central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People &amp; Culture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Consultant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Permanent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Voluntary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Personal reasons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4.67</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3.00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The company should improve internal communication across departments.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Processes and communication need significant improvement.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Enjoyed working with my team; camaraderie was motivating.</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No</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7910">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E0013</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IT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Female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Arjun Malhotra</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13.1</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East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Information Technology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Analyst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Permanent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Voluntary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Mgmt &amp; Leadership</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4.39</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3.00</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Training sessions were good, but more frequent skill development programs would help.</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HR policies were rigid and lacked empathy for employee needs.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Experience was satisfactory, though the pace of change was slow.</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Yes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extLst>
                  <a:ext uri="{0D108BD9-81ED-4DB2-BD59-A6C34878D82A}">
                    <a16:rowId xmlns:a16="http://schemas.microsoft.com/office/drawing/2014/main" val="10004"/>
                  </a:ext>
                </a:extLst>
              </a:tr>
              <a:tr h="897910">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E0017</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HR</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Female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Amit Verma</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Central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People &amp; Culture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Sr. Analyst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Permanent</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Involuntary</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Restructuring</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2.8</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4.21</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1.5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dirty="0">
                          <a:solidFill>
                            <a:srgbClr val="1B2A4A"/>
                          </a:solidFill>
                          <a:latin typeface="Calibri" pitchFamily="34" charset="0"/>
                          <a:ea typeface="Calibri" pitchFamily="34" charset="-122"/>
                          <a:cs typeface="Calibri" pitchFamily="34" charset="-120"/>
                        </a:rPr>
                        <a:t>2.25</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More focus on employee career growth and mentorship programs is needed.</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HR policies were rigid and lacked empathy for employee needs.</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Workload distribution was unfair; some members overburdened.</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No</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600" dirty="0">
                          <a:solidFill>
                            <a:srgbClr val="1B2A4A"/>
                          </a:solidFill>
                          <a:latin typeface="Calibri" pitchFamily="34" charset="0"/>
                          <a:ea typeface="Calibri" pitchFamily="34" charset="-122"/>
                          <a:cs typeface="Calibri" pitchFamily="34" charset="-120"/>
                        </a:rPr>
                        <a:t>2</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5"/>
          <p:cNvSpPr/>
          <p:nvPr/>
        </p:nvSpPr>
        <p:spPr>
          <a:xfrm>
            <a:off x="228600" y="6492240"/>
            <a:ext cx="1170432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1" u="none" strike="noStrike" kern="1200" cap="none" spc="0" normalizeH="0" baseline="0" noProof="0" dirty="0">
                <a:ln>
                  <a:noFill/>
                </a:ln>
                <a:solidFill>
                  <a:srgbClr val="5A6272"/>
                </a:solidFill>
                <a:effectLst/>
                <a:uLnTx/>
                <a:uFillTx/>
                <a:latin typeface="Calibri" pitchFamily="34" charset="0"/>
                <a:ea typeface="Calibri" pitchFamily="34" charset="-122"/>
                <a:cs typeface="Calibri" pitchFamily="34" charset="-120"/>
              </a:rPr>
              <a: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822960"/>
          </a:xfrm>
          <a:prstGeom prst="rect">
            <a:avLst/>
          </a:prstGeom>
          <a:solidFill>
            <a:srgbClr val="0D8A8A"/>
          </a:solidFill>
          <a:ln w="12700">
            <a:solidFill>
              <a:srgbClr val="0D8A8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p:cNvSpPr/>
          <p:nvPr/>
        </p:nvSpPr>
        <p:spPr>
          <a:xfrm>
            <a:off x="274320" y="0"/>
            <a:ext cx="91440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Exit Interview — Sentiment Analysis Output</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0" y="0"/>
            <a:ext cx="11887200" cy="822960"/>
          </a:xfrm>
          <a:prstGeom prst="rect">
            <a:avLst/>
          </a:prstGeom>
          <a:noFill/>
          <a:ln/>
        </p:spPr>
        <p:txBody>
          <a:bodyPr wrap="square" lIns="0" tIns="10160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0" y="822960"/>
            <a:ext cx="12161520" cy="54864"/>
          </a:xfrm>
          <a:prstGeom prst="rect">
            <a:avLst/>
          </a:prstGeom>
          <a:solidFill>
            <a:srgbClr val="1B2A4A"/>
          </a:solidFill>
          <a:ln w="12700">
            <a:solidFill>
              <a:srgbClr val="1B2A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4"/>
          <p:cNvSpPr/>
          <p:nvPr/>
        </p:nvSpPr>
        <p:spPr>
          <a:xfrm>
            <a:off x="228600" y="932688"/>
            <a:ext cx="11704320"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B2A4A"/>
                </a:solidFill>
                <a:effectLst/>
                <a:uLnTx/>
                <a:uFillTx/>
                <a:latin typeface="Calibri" pitchFamily="34" charset="0"/>
                <a:ea typeface="Calibri" pitchFamily="34" charset="-122"/>
                <a:cs typeface="Calibri" pitchFamily="34" charset="-120"/>
              </a:rPr>
              <a:t>Processed Output: Sentiment Analysis Columns Added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8961120" y="1033272"/>
            <a:ext cx="109728" cy="109728"/>
          </a:xfrm>
          <a:prstGeom prst="rect">
            <a:avLst/>
          </a:prstGeom>
          <a:solidFill>
            <a:srgbClr val="1A7A4A"/>
          </a:solidFill>
          <a:ln w="12700">
            <a:solidFill>
              <a:srgbClr val="1A7A4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p:cNvSpPr/>
          <p:nvPr/>
        </p:nvSpPr>
        <p:spPr>
          <a:xfrm>
            <a:off x="9089136" y="996696"/>
            <a:ext cx="77724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1A7A4A"/>
                </a:solidFill>
                <a:effectLst/>
                <a:uLnTx/>
                <a:uFillTx/>
                <a:latin typeface="Calibri" pitchFamily="34" charset="0"/>
                <a:ea typeface="Calibri" pitchFamily="34" charset="-122"/>
                <a:cs typeface="Calibri" pitchFamily="34" charset="-120"/>
              </a:rPr>
              <a:t>POSITIVE</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9921240" y="1033272"/>
            <a:ext cx="109728" cy="109728"/>
          </a:xfrm>
          <a:prstGeom prst="rect">
            <a:avLst/>
          </a:prstGeom>
          <a:solidFill>
            <a:srgbClr val="B02020"/>
          </a:solidFill>
          <a:ln w="12700">
            <a:solidFill>
              <a:srgbClr val="B0202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8"/>
          <p:cNvSpPr/>
          <p:nvPr/>
        </p:nvSpPr>
        <p:spPr>
          <a:xfrm>
            <a:off x="10049256" y="996696"/>
            <a:ext cx="77724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B02020"/>
                </a:solidFill>
                <a:effectLst/>
                <a:uLnTx/>
                <a:uFillTx/>
                <a:latin typeface="Calibri" pitchFamily="34" charset="0"/>
                <a:ea typeface="Calibri" pitchFamily="34" charset="-122"/>
                <a:cs typeface="Calibri" pitchFamily="34" charset="-120"/>
              </a:rPr>
              <a:t>NEGATIVE</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9"/>
          <p:cNvSpPr/>
          <p:nvPr/>
        </p:nvSpPr>
        <p:spPr>
          <a:xfrm>
            <a:off x="10881360" y="1033272"/>
            <a:ext cx="109728" cy="109728"/>
          </a:xfrm>
          <a:prstGeom prst="rect">
            <a:avLst/>
          </a:prstGeom>
          <a:solidFill>
            <a:srgbClr val="5A6272"/>
          </a:solidFill>
          <a:ln w="12700">
            <a:solidFill>
              <a:srgbClr val="5A6272"/>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p:cNvSpPr/>
          <p:nvPr/>
        </p:nvSpPr>
        <p:spPr>
          <a:xfrm>
            <a:off x="11009376" y="996696"/>
            <a:ext cx="777240" cy="201168"/>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50" b="1" i="0" u="none" strike="noStrike" kern="1200" cap="none" spc="0" normalizeH="0" baseline="0" noProof="0" dirty="0">
                <a:ln>
                  <a:noFill/>
                </a:ln>
                <a:solidFill>
                  <a:srgbClr val="5A6272"/>
                </a:solidFill>
                <a:effectLst/>
                <a:uLnTx/>
                <a:uFillTx/>
                <a:latin typeface="Calibri" pitchFamily="34" charset="0"/>
                <a:ea typeface="Calibri" pitchFamily="34" charset="-122"/>
                <a:cs typeface="Calibri" pitchFamily="34" charset="-120"/>
              </a:rPr>
              <a:t>NEUTRAL</a:t>
            </a: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3" name="Table 0"/>
          <p:cNvGraphicFramePr>
            <a:graphicFrameLocks noGrp="1"/>
          </p:cNvGraphicFramePr>
          <p:nvPr/>
        </p:nvGraphicFramePr>
        <p:xfrm>
          <a:off x="228600" y="1298448"/>
          <a:ext cx="11734800" cy="5193794"/>
        </p:xfrm>
        <a:graphic>
          <a:graphicData uri="http://schemas.openxmlformats.org/drawingml/2006/table">
            <a:tbl>
              <a:tblPr/>
              <a:tblGrid>
                <a:gridCol w="377325">
                  <a:extLst>
                    <a:ext uri="{9D8B030D-6E8A-4147-A177-3AD203B41FA5}">
                      <a16:colId xmlns:a16="http://schemas.microsoft.com/office/drawing/2014/main" val="20000"/>
                    </a:ext>
                  </a:extLst>
                </a:gridCol>
                <a:gridCol w="518822">
                  <a:extLst>
                    <a:ext uri="{9D8B030D-6E8A-4147-A177-3AD203B41FA5}">
                      <a16:colId xmlns:a16="http://schemas.microsoft.com/office/drawing/2014/main" val="20001"/>
                    </a:ext>
                  </a:extLst>
                </a:gridCol>
                <a:gridCol w="330159">
                  <a:extLst>
                    <a:ext uri="{9D8B030D-6E8A-4147-A177-3AD203B41FA5}">
                      <a16:colId xmlns:a16="http://schemas.microsoft.com/office/drawing/2014/main" val="20002"/>
                    </a:ext>
                  </a:extLst>
                </a:gridCol>
                <a:gridCol w="471656">
                  <a:extLst>
                    <a:ext uri="{9D8B030D-6E8A-4147-A177-3AD203B41FA5}">
                      <a16:colId xmlns:a16="http://schemas.microsoft.com/office/drawing/2014/main" val="20003"/>
                    </a:ext>
                  </a:extLst>
                </a:gridCol>
                <a:gridCol w="396191">
                  <a:extLst>
                    <a:ext uri="{9D8B030D-6E8A-4147-A177-3AD203B41FA5}">
                      <a16:colId xmlns:a16="http://schemas.microsoft.com/office/drawing/2014/main" val="20004"/>
                    </a:ext>
                  </a:extLst>
                </a:gridCol>
                <a:gridCol w="330159">
                  <a:extLst>
                    <a:ext uri="{9D8B030D-6E8A-4147-A177-3AD203B41FA5}">
                      <a16:colId xmlns:a16="http://schemas.microsoft.com/office/drawing/2014/main" val="20005"/>
                    </a:ext>
                  </a:extLst>
                </a:gridCol>
                <a:gridCol w="377325">
                  <a:extLst>
                    <a:ext uri="{9D8B030D-6E8A-4147-A177-3AD203B41FA5}">
                      <a16:colId xmlns:a16="http://schemas.microsoft.com/office/drawing/2014/main" val="20006"/>
                    </a:ext>
                  </a:extLst>
                </a:gridCol>
                <a:gridCol w="1018777">
                  <a:extLst>
                    <a:ext uri="{9D8B030D-6E8A-4147-A177-3AD203B41FA5}">
                      <a16:colId xmlns:a16="http://schemas.microsoft.com/office/drawing/2014/main" val="20007"/>
                    </a:ext>
                  </a:extLst>
                </a:gridCol>
                <a:gridCol w="924446">
                  <a:extLst>
                    <a:ext uri="{9D8B030D-6E8A-4147-A177-3AD203B41FA5}">
                      <a16:colId xmlns:a16="http://schemas.microsoft.com/office/drawing/2014/main" val="20008"/>
                    </a:ext>
                  </a:extLst>
                </a:gridCol>
                <a:gridCol w="924446">
                  <a:extLst>
                    <a:ext uri="{9D8B030D-6E8A-4147-A177-3AD203B41FA5}">
                      <a16:colId xmlns:a16="http://schemas.microsoft.com/office/drawing/2014/main" val="20009"/>
                    </a:ext>
                  </a:extLst>
                </a:gridCol>
                <a:gridCol w="330159">
                  <a:extLst>
                    <a:ext uri="{9D8B030D-6E8A-4147-A177-3AD203B41FA5}">
                      <a16:colId xmlns:a16="http://schemas.microsoft.com/office/drawing/2014/main" val="20010"/>
                    </a:ext>
                  </a:extLst>
                </a:gridCol>
                <a:gridCol w="490522">
                  <a:extLst>
                    <a:ext uri="{9D8B030D-6E8A-4147-A177-3AD203B41FA5}">
                      <a16:colId xmlns:a16="http://schemas.microsoft.com/office/drawing/2014/main" val="20011"/>
                    </a:ext>
                  </a:extLst>
                </a:gridCol>
                <a:gridCol w="490522">
                  <a:extLst>
                    <a:ext uri="{9D8B030D-6E8A-4147-A177-3AD203B41FA5}">
                      <a16:colId xmlns:a16="http://schemas.microsoft.com/office/drawing/2014/main" val="20012"/>
                    </a:ext>
                  </a:extLst>
                </a:gridCol>
                <a:gridCol w="415057">
                  <a:extLst>
                    <a:ext uri="{9D8B030D-6E8A-4147-A177-3AD203B41FA5}">
                      <a16:colId xmlns:a16="http://schemas.microsoft.com/office/drawing/2014/main" val="20013"/>
                    </a:ext>
                  </a:extLst>
                </a:gridCol>
                <a:gridCol w="433923">
                  <a:extLst>
                    <a:ext uri="{9D8B030D-6E8A-4147-A177-3AD203B41FA5}">
                      <a16:colId xmlns:a16="http://schemas.microsoft.com/office/drawing/2014/main" val="20014"/>
                    </a:ext>
                  </a:extLst>
                </a:gridCol>
                <a:gridCol w="396191">
                  <a:extLst>
                    <a:ext uri="{9D8B030D-6E8A-4147-A177-3AD203B41FA5}">
                      <a16:colId xmlns:a16="http://schemas.microsoft.com/office/drawing/2014/main" val="20015"/>
                    </a:ext>
                  </a:extLst>
                </a:gridCol>
                <a:gridCol w="584853">
                  <a:extLst>
                    <a:ext uri="{9D8B030D-6E8A-4147-A177-3AD203B41FA5}">
                      <a16:colId xmlns:a16="http://schemas.microsoft.com/office/drawing/2014/main" val="20016"/>
                    </a:ext>
                  </a:extLst>
                </a:gridCol>
                <a:gridCol w="528255">
                  <a:extLst>
                    <a:ext uri="{9D8B030D-6E8A-4147-A177-3AD203B41FA5}">
                      <a16:colId xmlns:a16="http://schemas.microsoft.com/office/drawing/2014/main" val="20017"/>
                    </a:ext>
                  </a:extLst>
                </a:gridCol>
                <a:gridCol w="565987">
                  <a:extLst>
                    <a:ext uri="{9D8B030D-6E8A-4147-A177-3AD203B41FA5}">
                      <a16:colId xmlns:a16="http://schemas.microsoft.com/office/drawing/2014/main" val="20018"/>
                    </a:ext>
                  </a:extLst>
                </a:gridCol>
                <a:gridCol w="490522">
                  <a:extLst>
                    <a:ext uri="{9D8B030D-6E8A-4147-A177-3AD203B41FA5}">
                      <a16:colId xmlns:a16="http://schemas.microsoft.com/office/drawing/2014/main" val="20019"/>
                    </a:ext>
                  </a:extLst>
                </a:gridCol>
                <a:gridCol w="377325">
                  <a:extLst>
                    <a:ext uri="{9D8B030D-6E8A-4147-A177-3AD203B41FA5}">
                      <a16:colId xmlns:a16="http://schemas.microsoft.com/office/drawing/2014/main" val="20020"/>
                    </a:ext>
                  </a:extLst>
                </a:gridCol>
                <a:gridCol w="471656">
                  <a:extLst>
                    <a:ext uri="{9D8B030D-6E8A-4147-A177-3AD203B41FA5}">
                      <a16:colId xmlns:a16="http://schemas.microsoft.com/office/drawing/2014/main" val="20021"/>
                    </a:ext>
                  </a:extLst>
                </a:gridCol>
                <a:gridCol w="490522">
                  <a:extLst>
                    <a:ext uri="{9D8B030D-6E8A-4147-A177-3AD203B41FA5}">
                      <a16:colId xmlns:a16="http://schemas.microsoft.com/office/drawing/2014/main" val="20022"/>
                    </a:ext>
                  </a:extLst>
                </a:gridCol>
              </a:tblGrid>
              <a:tr h="783969">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Emp</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ID</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Dept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Perf</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Rtg</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Workplace</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Culture</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Mgr &amp;</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Leader.</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Ben &amp;</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Comp</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Learn &amp;</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Career</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Suggestions for Improvement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Challenges Faced</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General Feedback</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Exit</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Proc</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Rtg</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1B2A4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Perf Rtg</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W.Culture</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Mgr</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Benefits</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Career</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Sugg.</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Topic</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Chall.</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Topic</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Feedback</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Topic</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Feedback</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Feedback</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Score</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Exit Proc.</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tc>
                  <a:txBody>
                    <a:bodyPr/>
                    <a:lstStyle/>
                    <a:p>
                      <a:pPr marL="0" indent="0" algn="ctr">
                        <a:buNone/>
                      </a:pPr>
                      <a:r>
                        <a:rPr lang="en-US" sz="600" b="1" dirty="0">
                          <a:solidFill>
                            <a:srgbClr val="FFFFFF"/>
                          </a:solidFill>
                          <a:latin typeface="Calibri" pitchFamily="34" charset="0"/>
                          <a:ea typeface="Calibri" pitchFamily="34" charset="-122"/>
                          <a:cs typeface="Calibri" pitchFamily="34" charset="-120"/>
                        </a:rPr>
                        <a:t>Overall</a:t>
                      </a:r>
                      <a:endParaRPr lang="en-US" sz="600" dirty="0">
                        <a:latin typeface="Calibri" charset="0"/>
                        <a:ea typeface="Calibri" charset="0"/>
                        <a:cs typeface="Calibri" charset="0"/>
                      </a:endParaRPr>
                    </a:p>
                    <a:p>
                      <a:pPr marL="0" indent="0" algn="ctr">
                        <a:buNone/>
                      </a:pPr>
                      <a:r>
                        <a:rPr lang="en-US" sz="600" b="1" dirty="0">
                          <a:solidFill>
                            <a:srgbClr val="FFFFFF"/>
                          </a:solidFill>
                          <a:latin typeface="Calibri" pitchFamily="34" charset="0"/>
                          <a:ea typeface="Calibri" pitchFamily="34" charset="-122"/>
                          <a:cs typeface="Calibri" pitchFamily="34" charset="-120"/>
                        </a:rPr>
                        <a:t>Sentiment</a:t>
                      </a:r>
                      <a:endParaRPr lang="en-US" sz="600" dirty="0">
                        <a:latin typeface="Calibri" charset="0"/>
                        <a:ea typeface="Calibri" charset="0"/>
                        <a:cs typeface="Calibri" charset="0"/>
                      </a:endParaRPr>
                    </a:p>
                  </a:txBody>
                  <a:tcPr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FFFFFF"/>
                      </a:solidFill>
                      <a:prstDash val="solid"/>
                      <a:round/>
                      <a:headEnd type="none" w="med" len="med"/>
                      <a:tailEnd type="none" w="med" len="med"/>
                    </a:lnB>
                    <a:solidFill>
                      <a:srgbClr val="0D8A8A"/>
                    </a:solidFill>
                  </a:tcPr>
                </a:tc>
                <a:extLst>
                  <a:ext uri="{0D108BD9-81ED-4DB2-BD59-A6C34878D82A}">
                    <a16:rowId xmlns:a16="http://schemas.microsoft.com/office/drawing/2014/main" val="10000"/>
                  </a:ext>
                </a:extLst>
              </a:tr>
              <a:tr h="881965">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E0001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Operations</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4.32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2.75</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Limited promotion opportunities, difficult to grow.</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Processes and communication need significant improvement.</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Enjoyed working with my team; camaraderie was motivating.</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Career Growth</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Innovation</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Support Experience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98.01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6350" cap="flat" cmpd="sng" algn="ctr">
                      <a:solidFill>
                        <a:srgbClr val="FFFFFF"/>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extLst>
                  <a:ext uri="{0D108BD9-81ED-4DB2-BD59-A6C34878D82A}">
                    <a16:rowId xmlns:a16="http://schemas.microsoft.com/office/drawing/2014/main" val="10001"/>
                  </a:ext>
                </a:extLst>
              </a:tr>
              <a:tr h="881965">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E0002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Marketing</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2.46</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4.00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Better flexible work options to improve work-life balance.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Very limited career growth; promotions felt biased.</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Workload distribution was unfair; some members overburdened.</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Work-Life Balance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Career Growth</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Work-Life Balance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81.89</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extLst>
                  <a:ext uri="{0D108BD9-81ED-4DB2-BD59-A6C34878D82A}">
                    <a16:rowId xmlns:a16="http://schemas.microsoft.com/office/drawing/2014/main" val="10002"/>
                  </a:ext>
                </a:extLst>
              </a:tr>
              <a:tr h="881965">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E0003</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HR</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4.67</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3.00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Improve internal communication across departments.</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Processes and communication need significant improvement.</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Enjoyed working with my team; camaraderie was motivating.</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Communication</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Innovation</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Support Experience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98.01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extLst>
                  <a:ext uri="{0D108BD9-81ED-4DB2-BD59-A6C34878D82A}">
                    <a16:rowId xmlns:a16="http://schemas.microsoft.com/office/drawing/2014/main" val="10003"/>
                  </a:ext>
                </a:extLst>
              </a:tr>
              <a:tr h="881965">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E0013</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IT</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5</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4.39</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3.00</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Training was good, but more frequent skill development would help.</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HR policies were rigid and lacked empathy for employee needs.</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Experience was satisfactory, though pace of change was slow.</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3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Training</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Support Experience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Hotel Experience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81.86</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2F0F0"/>
                    </a:solidFill>
                  </a:tcPr>
                </a:tc>
                <a:extLst>
                  <a:ext uri="{0D108BD9-81ED-4DB2-BD59-A6C34878D82A}">
                    <a16:rowId xmlns:a16="http://schemas.microsoft.com/office/drawing/2014/main" val="10004"/>
                  </a:ext>
                </a:extLst>
              </a:tr>
              <a:tr h="881965">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E0017</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HR</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5</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2.8</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4.21</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1.5</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2.25</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More focus on career growth and mentorship programs is needed.</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HR policies were rigid and lacked empathy for employee needs.</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l">
                        <a:buNone/>
                      </a:pPr>
                      <a:r>
                        <a:rPr lang="en-US" sz="580" dirty="0">
                          <a:solidFill>
                            <a:srgbClr val="1B2A4A"/>
                          </a:solidFill>
                          <a:latin typeface="Calibri" pitchFamily="34" charset="0"/>
                          <a:ea typeface="Calibri" pitchFamily="34" charset="-122"/>
                          <a:cs typeface="Calibri" pitchFamily="34" charset="-120"/>
                        </a:rPr>
                        <a:t>Workload distribution was unfair; some members overburdened.</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2</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FFFFFF"/>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5A6272"/>
                          </a:solidFill>
                          <a:latin typeface="Calibri" pitchFamily="34" charset="0"/>
                          <a:ea typeface="Calibri" pitchFamily="34" charset="-122"/>
                          <a:cs typeface="Calibri" pitchFamily="34" charset="-120"/>
                        </a:rPr>
                        <a:t>NEUTRAL</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1A7A4A"/>
                          </a:solidFill>
                          <a:latin typeface="Calibri" pitchFamily="34" charset="0"/>
                          <a:ea typeface="Calibri" pitchFamily="34" charset="-122"/>
                          <a:cs typeface="Calibri" pitchFamily="34" charset="-120"/>
                        </a:rPr>
                        <a:t>POSITIVE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Career Growth</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Support Experience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Work-Life Balance</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580" dirty="0">
                          <a:solidFill>
                            <a:srgbClr val="1B2A4A"/>
                          </a:solidFill>
                          <a:latin typeface="Calibri" pitchFamily="34" charset="0"/>
                          <a:ea typeface="Calibri" pitchFamily="34" charset="-122"/>
                          <a:cs typeface="Calibri" pitchFamily="34" charset="-120"/>
                        </a:rPr>
                        <a:t>81.89</a:t>
                      </a:r>
                      <a:endParaRPr lang="en-US" sz="58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tc>
                  <a:txBody>
                    <a:bodyPr/>
                    <a:lstStyle/>
                    <a:p>
                      <a:pPr marL="0" indent="0" algn="ctr">
                        <a:buNone/>
                      </a:pPr>
                      <a:r>
                        <a:rPr lang="en-US" sz="600" b="1" dirty="0">
                          <a:solidFill>
                            <a:srgbClr val="B02020"/>
                          </a:solidFill>
                          <a:latin typeface="Calibri" pitchFamily="34" charset="0"/>
                          <a:ea typeface="Calibri" pitchFamily="34" charset="-122"/>
                          <a:cs typeface="Calibri" pitchFamily="34" charset="-120"/>
                        </a:rPr>
                        <a:t>NEGATIVE</a:t>
                      </a:r>
                      <a:endParaRPr lang="en-US" sz="600" dirty="0">
                        <a:latin typeface="Calibri" charset="0"/>
                        <a:ea typeface="Calibri" charset="0"/>
                        <a:cs typeface="Calibri" charset="0"/>
                      </a:endParaRPr>
                    </a:p>
                  </a:txBody>
                  <a:tcPr anchor="ctr">
                    <a:lnL w="3810" cap="flat" cmpd="sng" algn="ctr">
                      <a:solidFill>
                        <a:srgbClr val="CACDD6"/>
                      </a:solidFill>
                      <a:prstDash val="solid"/>
                      <a:round/>
                      <a:headEnd type="none" w="med" len="med"/>
                      <a:tailEnd type="none" w="med" len="med"/>
                    </a:lnL>
                    <a:lnR w="3810" cap="flat" cmpd="sng" algn="ctr">
                      <a:solidFill>
                        <a:srgbClr val="CACDD6"/>
                      </a:solidFill>
                      <a:prstDash val="solid"/>
                      <a:round/>
                      <a:headEnd type="none" w="med" len="med"/>
                      <a:tailEnd type="none" w="med" len="med"/>
                    </a:lnR>
                    <a:lnT w="3810" cap="flat" cmpd="sng" algn="ctr">
                      <a:solidFill>
                        <a:srgbClr val="CACDD6"/>
                      </a:solidFill>
                      <a:prstDash val="solid"/>
                      <a:round/>
                      <a:headEnd type="none" w="med" len="med"/>
                      <a:tailEnd type="none" w="med" len="med"/>
                    </a:lnT>
                    <a:lnB w="3810" cap="flat" cmpd="sng" algn="ctr">
                      <a:solidFill>
                        <a:srgbClr val="CACDD6"/>
                      </a:solidFill>
                      <a:prstDash val="solid"/>
                      <a:round/>
                      <a:headEnd type="none" w="med" len="med"/>
                      <a:tailEnd type="none" w="med" len="med"/>
                    </a:lnB>
                    <a:solidFill>
                      <a:srgbClr val="EEF7F7"/>
                    </a:solidFill>
                  </a:tcPr>
                </a:tc>
                <a:extLst>
                  <a:ext uri="{0D108BD9-81ED-4DB2-BD59-A6C34878D82A}">
                    <a16:rowId xmlns:a16="http://schemas.microsoft.com/office/drawing/2014/main" val="10005"/>
                  </a:ext>
                </a:extLst>
              </a:tr>
            </a:tbl>
          </a:graphicData>
        </a:graphic>
      </p:graphicFrame>
      <p:sp>
        <p:nvSpPr>
          <p:cNvPr id="14" name="Text 11"/>
          <p:cNvSpPr/>
          <p:nvPr/>
        </p:nvSpPr>
        <p:spPr>
          <a:xfrm>
            <a:off x="228600" y="6492240"/>
            <a:ext cx="11704320" cy="22860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Text 0"/>
          <p:cNvSpPr/>
          <p:nvPr/>
        </p:nvSpPr>
        <p:spPr>
          <a:xfrm>
            <a:off x="426720" y="182880"/>
            <a:ext cx="11338560" cy="585216"/>
          </a:xfrm>
          <a:prstGeom prst="rect">
            <a:avLst/>
          </a:prstGeom>
          <a:noFill/>
          <a:ln/>
        </p:spPr>
        <p:txBody>
          <a:bodyPr wrap="square" rtlCol="0" anchor="ctr"/>
          <a:lstStyle/>
          <a:p>
            <a:pPr defTabSz="1219170"/>
            <a:r>
              <a:rPr lang="en-US" sz="2667" b="1" dirty="0">
                <a:solidFill>
                  <a:srgbClr val="FFFFFF"/>
                </a:solidFill>
                <a:latin typeface="Calibri" pitchFamily="34" charset="0"/>
                <a:ea typeface="Calibri" pitchFamily="34" charset="-122"/>
                <a:cs typeface="Calibri" pitchFamily="34" charset="-120"/>
              </a:rPr>
              <a:t>Market Entry Strategy, Target Segments, Value Proposition &amp; KPIs</a:t>
            </a:r>
            <a:endParaRPr lang="en-US" sz="2667" dirty="0">
              <a:solidFill>
                <a:prstClr val="black"/>
              </a:solidFill>
              <a:latin typeface="Calibri" panose="020F0502020204030204"/>
            </a:endParaRPr>
          </a:p>
        </p:txBody>
      </p:sp>
      <p:sp>
        <p:nvSpPr>
          <p:cNvPr id="3" name="Shape 1"/>
          <p:cNvSpPr/>
          <p:nvPr/>
        </p:nvSpPr>
        <p:spPr>
          <a:xfrm>
            <a:off x="426720" y="755904"/>
            <a:ext cx="11338560" cy="30480"/>
          </a:xfrm>
          <a:prstGeom prst="rect">
            <a:avLst/>
          </a:prstGeom>
          <a:solidFill>
            <a:schemeClr val="accent4">
              <a:lumMod val="60000"/>
              <a:lumOff val="40000"/>
            </a:schemeClr>
          </a:solidFill>
          <a:ln w="12700">
            <a:solidFill>
              <a:srgbClr val="C9A84C"/>
            </a:solidFill>
            <a:prstDash val="solid"/>
          </a:ln>
        </p:spPr>
        <p:txBody>
          <a:bodyPr/>
          <a:lstStyle/>
          <a:p>
            <a:endParaRPr lang="en-IN"/>
          </a:p>
        </p:txBody>
      </p:sp>
      <p:sp>
        <p:nvSpPr>
          <p:cNvPr id="4" name="Shape 2"/>
          <p:cNvSpPr/>
          <p:nvPr/>
        </p:nvSpPr>
        <p:spPr>
          <a:xfrm>
            <a:off x="426720" y="877824"/>
            <a:ext cx="5486400" cy="2682240"/>
          </a:xfrm>
          <a:prstGeom prst="rect">
            <a:avLst/>
          </a:prstGeom>
          <a:solidFill>
            <a:srgbClr val="112244"/>
          </a:solidFill>
          <a:ln w="10160">
            <a:solidFill>
              <a:srgbClr val="1A3060"/>
            </a:solidFill>
            <a:prstDash val="solid"/>
          </a:ln>
        </p:spPr>
        <p:txBody>
          <a:bodyPr/>
          <a:lstStyle/>
          <a:p>
            <a:endParaRPr lang="en-IN"/>
          </a:p>
        </p:txBody>
      </p:sp>
      <p:sp>
        <p:nvSpPr>
          <p:cNvPr id="5" name="Shape 3"/>
          <p:cNvSpPr/>
          <p:nvPr/>
        </p:nvSpPr>
        <p:spPr>
          <a:xfrm>
            <a:off x="6278880" y="877824"/>
            <a:ext cx="5486400" cy="2682240"/>
          </a:xfrm>
          <a:prstGeom prst="rect">
            <a:avLst/>
          </a:prstGeom>
          <a:solidFill>
            <a:srgbClr val="112244"/>
          </a:solidFill>
          <a:ln w="10160">
            <a:solidFill>
              <a:srgbClr val="1A3060"/>
            </a:solidFill>
            <a:prstDash val="solid"/>
          </a:ln>
        </p:spPr>
        <p:txBody>
          <a:bodyPr/>
          <a:lstStyle/>
          <a:p>
            <a:endParaRPr lang="en-IN"/>
          </a:p>
        </p:txBody>
      </p:sp>
      <p:sp>
        <p:nvSpPr>
          <p:cNvPr id="6" name="Shape 4"/>
          <p:cNvSpPr/>
          <p:nvPr/>
        </p:nvSpPr>
        <p:spPr>
          <a:xfrm>
            <a:off x="426720" y="3718560"/>
            <a:ext cx="5486400" cy="2682240"/>
          </a:xfrm>
          <a:prstGeom prst="rect">
            <a:avLst/>
          </a:prstGeom>
          <a:solidFill>
            <a:srgbClr val="112244"/>
          </a:solidFill>
          <a:ln w="10160">
            <a:solidFill>
              <a:srgbClr val="1A3060"/>
            </a:solidFill>
            <a:prstDash val="solid"/>
          </a:ln>
        </p:spPr>
        <p:txBody>
          <a:bodyPr/>
          <a:lstStyle/>
          <a:p>
            <a:endParaRPr lang="en-IN"/>
          </a:p>
        </p:txBody>
      </p:sp>
      <p:sp>
        <p:nvSpPr>
          <p:cNvPr id="7" name="Shape 5"/>
          <p:cNvSpPr/>
          <p:nvPr/>
        </p:nvSpPr>
        <p:spPr>
          <a:xfrm>
            <a:off x="6278880" y="3718560"/>
            <a:ext cx="5486400" cy="2682240"/>
          </a:xfrm>
          <a:prstGeom prst="rect">
            <a:avLst/>
          </a:prstGeom>
          <a:solidFill>
            <a:srgbClr val="112244"/>
          </a:solidFill>
          <a:ln w="10160">
            <a:solidFill>
              <a:srgbClr val="1A3060"/>
            </a:solidFill>
            <a:prstDash val="solid"/>
          </a:ln>
        </p:spPr>
        <p:txBody>
          <a:bodyPr/>
          <a:lstStyle/>
          <a:p>
            <a:endParaRPr lang="en-IN"/>
          </a:p>
        </p:txBody>
      </p:sp>
      <p:sp>
        <p:nvSpPr>
          <p:cNvPr id="8" name="Text 6"/>
          <p:cNvSpPr/>
          <p:nvPr/>
        </p:nvSpPr>
        <p:spPr>
          <a:xfrm>
            <a:off x="573024" y="999744"/>
            <a:ext cx="3048000" cy="304800"/>
          </a:xfrm>
          <a:prstGeom prst="rect">
            <a:avLst/>
          </a:prstGeom>
          <a:noFill/>
          <a:ln/>
        </p:spPr>
        <p:txBody>
          <a:bodyPr wrap="square" rtlCol="0" anchor="ctr"/>
          <a:lstStyle/>
          <a:p>
            <a:pPr defTabSz="1219170"/>
            <a:r>
              <a:rPr lang="en-US" sz="1200" b="1" kern="0" spc="267" dirty="0">
                <a:solidFill>
                  <a:srgbClr val="3ECFB2"/>
                </a:solidFill>
                <a:latin typeface="Calibri" pitchFamily="34" charset="0"/>
                <a:ea typeface="Calibri" pitchFamily="34" charset="-122"/>
                <a:cs typeface="Calibri" pitchFamily="34" charset="-120"/>
              </a:rPr>
              <a:t>TARGET SEGMENTS</a:t>
            </a:r>
            <a:endParaRPr lang="en-US" sz="1200" dirty="0">
              <a:solidFill>
                <a:prstClr val="black"/>
              </a:solidFill>
              <a:latin typeface="Calibri" panose="020F0502020204030204"/>
            </a:endParaRPr>
          </a:p>
        </p:txBody>
      </p:sp>
      <p:sp>
        <p:nvSpPr>
          <p:cNvPr id="9" name="Shape 7"/>
          <p:cNvSpPr/>
          <p:nvPr/>
        </p:nvSpPr>
        <p:spPr>
          <a:xfrm>
            <a:off x="573024" y="1389888"/>
            <a:ext cx="1219200" cy="292608"/>
          </a:xfrm>
          <a:prstGeom prst="roundRect">
            <a:avLst>
              <a:gd name="adj" fmla="val 20833"/>
            </a:avLst>
          </a:prstGeom>
          <a:solidFill>
            <a:srgbClr val="153050"/>
          </a:solidFill>
          <a:ln w="12700">
            <a:solidFill>
              <a:srgbClr val="3ECFB2"/>
            </a:solidFill>
            <a:prstDash val="solid"/>
          </a:ln>
        </p:spPr>
        <p:txBody>
          <a:bodyPr/>
          <a:lstStyle/>
          <a:p>
            <a:endParaRPr lang="en-IN"/>
          </a:p>
        </p:txBody>
      </p:sp>
      <p:sp>
        <p:nvSpPr>
          <p:cNvPr id="10" name="Text 8"/>
          <p:cNvSpPr/>
          <p:nvPr/>
        </p:nvSpPr>
        <p:spPr>
          <a:xfrm>
            <a:off x="573024" y="1389888"/>
            <a:ext cx="1219200" cy="292608"/>
          </a:xfrm>
          <a:prstGeom prst="rect">
            <a:avLst/>
          </a:prstGeom>
          <a:noFill/>
          <a:ln/>
        </p:spPr>
        <p:txBody>
          <a:bodyPr wrap="square" rtlCol="0" anchor="ctr"/>
          <a:lstStyle/>
          <a:p>
            <a:pPr algn="ctr" defTabSz="1219170"/>
            <a:r>
              <a:rPr lang="en-US" sz="1000" b="1" dirty="0">
                <a:solidFill>
                  <a:srgbClr val="3ECFB2"/>
                </a:solidFill>
                <a:latin typeface="Calibri" pitchFamily="34" charset="0"/>
                <a:ea typeface="Calibri" pitchFamily="34" charset="-122"/>
                <a:cs typeface="Calibri" pitchFamily="34" charset="-120"/>
              </a:rPr>
              <a:t>PRIMARY</a:t>
            </a:r>
            <a:endParaRPr lang="en-US" sz="1000" dirty="0">
              <a:solidFill>
                <a:prstClr val="black"/>
              </a:solidFill>
              <a:latin typeface="Calibri" panose="020F0502020204030204"/>
            </a:endParaRPr>
          </a:p>
        </p:txBody>
      </p:sp>
      <p:pic>
        <p:nvPicPr>
          <p:cNvPr id="11" name="Image 0" descr="preencoded.png"/>
          <p:cNvPicPr>
            <a:picLocks noChangeAspect="1"/>
          </p:cNvPicPr>
          <p:nvPr/>
        </p:nvPicPr>
        <p:blipFill>
          <a:blip r:embed="rId3"/>
          <a:stretch>
            <a:fillRect/>
          </a:stretch>
        </p:blipFill>
        <p:spPr>
          <a:xfrm>
            <a:off x="609600" y="1792224"/>
            <a:ext cx="304800" cy="304800"/>
          </a:xfrm>
          <a:prstGeom prst="rect">
            <a:avLst/>
          </a:prstGeom>
        </p:spPr>
      </p:pic>
      <p:sp>
        <p:nvSpPr>
          <p:cNvPr id="12" name="Text 9"/>
          <p:cNvSpPr/>
          <p:nvPr/>
        </p:nvSpPr>
        <p:spPr>
          <a:xfrm>
            <a:off x="1011936" y="1767840"/>
            <a:ext cx="4632960" cy="390144"/>
          </a:xfrm>
          <a:prstGeom prst="rect">
            <a:avLst/>
          </a:prstGeom>
          <a:noFill/>
          <a:ln/>
        </p:spPr>
        <p:txBody>
          <a:bodyPr wrap="square" rtlCol="0" anchor="ctr"/>
          <a:lstStyle/>
          <a:p>
            <a:pPr defTabSz="1219170"/>
            <a:r>
              <a:rPr lang="en-US" sz="1333" dirty="0">
                <a:solidFill>
                  <a:srgbClr val="FFFFFF"/>
                </a:solidFill>
                <a:latin typeface="Calibri" pitchFamily="34" charset="0"/>
                <a:ea typeface="Calibri" pitchFamily="34" charset="-122"/>
                <a:cs typeface="Calibri" pitchFamily="34" charset="-120"/>
              </a:rPr>
              <a:t>HR &amp; People Analytics Teams</a:t>
            </a:r>
            <a:endParaRPr lang="en-US" sz="1333" dirty="0">
              <a:solidFill>
                <a:prstClr val="black"/>
              </a:solidFill>
              <a:latin typeface="Calibri" panose="020F0502020204030204"/>
            </a:endParaRPr>
          </a:p>
        </p:txBody>
      </p:sp>
      <p:pic>
        <p:nvPicPr>
          <p:cNvPr id="13" name="Image 1" descr="preencoded.png"/>
          <p:cNvPicPr>
            <a:picLocks noChangeAspect="1"/>
          </p:cNvPicPr>
          <p:nvPr/>
        </p:nvPicPr>
        <p:blipFill>
          <a:blip r:embed="rId4"/>
          <a:stretch>
            <a:fillRect/>
          </a:stretch>
        </p:blipFill>
        <p:spPr>
          <a:xfrm>
            <a:off x="609600" y="2243328"/>
            <a:ext cx="304800" cy="304800"/>
          </a:xfrm>
          <a:prstGeom prst="rect">
            <a:avLst/>
          </a:prstGeom>
        </p:spPr>
      </p:pic>
      <p:sp>
        <p:nvSpPr>
          <p:cNvPr id="14" name="Text 10"/>
          <p:cNvSpPr/>
          <p:nvPr/>
        </p:nvSpPr>
        <p:spPr>
          <a:xfrm>
            <a:off x="1011936" y="2218944"/>
            <a:ext cx="4632960" cy="390144"/>
          </a:xfrm>
          <a:prstGeom prst="rect">
            <a:avLst/>
          </a:prstGeom>
          <a:noFill/>
          <a:ln/>
        </p:spPr>
        <p:txBody>
          <a:bodyPr wrap="square" rtlCol="0" anchor="ctr"/>
          <a:lstStyle/>
          <a:p>
            <a:pPr defTabSz="1219170"/>
            <a:r>
              <a:rPr lang="en-US" sz="1333" dirty="0">
                <a:solidFill>
                  <a:srgbClr val="FFFFFF"/>
                </a:solidFill>
                <a:latin typeface="Calibri" pitchFamily="34" charset="0"/>
                <a:ea typeface="Calibri" pitchFamily="34" charset="-122"/>
                <a:cs typeface="Calibri" pitchFamily="34" charset="-120"/>
              </a:rPr>
              <a:t>Customer Experience (CX) Teams</a:t>
            </a:r>
            <a:endParaRPr lang="en-US" sz="1333" dirty="0">
              <a:solidFill>
                <a:prstClr val="black"/>
              </a:solidFill>
              <a:latin typeface="Calibri" panose="020F0502020204030204"/>
            </a:endParaRPr>
          </a:p>
        </p:txBody>
      </p:sp>
      <p:pic>
        <p:nvPicPr>
          <p:cNvPr id="15" name="Image 2" descr="preencoded.png"/>
          <p:cNvPicPr>
            <a:picLocks noChangeAspect="1"/>
          </p:cNvPicPr>
          <p:nvPr/>
        </p:nvPicPr>
        <p:blipFill>
          <a:blip r:embed="rId5"/>
          <a:stretch>
            <a:fillRect/>
          </a:stretch>
        </p:blipFill>
        <p:spPr>
          <a:xfrm>
            <a:off x="609600" y="2694432"/>
            <a:ext cx="304800" cy="304800"/>
          </a:xfrm>
          <a:prstGeom prst="rect">
            <a:avLst/>
          </a:prstGeom>
        </p:spPr>
      </p:pic>
      <p:sp>
        <p:nvSpPr>
          <p:cNvPr id="16" name="Text 11"/>
          <p:cNvSpPr/>
          <p:nvPr/>
        </p:nvSpPr>
        <p:spPr>
          <a:xfrm>
            <a:off x="1011936" y="2670048"/>
            <a:ext cx="4632960" cy="390144"/>
          </a:xfrm>
          <a:prstGeom prst="rect">
            <a:avLst/>
          </a:prstGeom>
          <a:noFill/>
          <a:ln/>
        </p:spPr>
        <p:txBody>
          <a:bodyPr wrap="square" rtlCol="0" anchor="ctr"/>
          <a:lstStyle/>
          <a:p>
            <a:pPr defTabSz="1219170"/>
            <a:r>
              <a:rPr lang="en-US" sz="1333" dirty="0">
                <a:solidFill>
                  <a:srgbClr val="FFFFFF"/>
                </a:solidFill>
                <a:latin typeface="Calibri" pitchFamily="34" charset="0"/>
                <a:ea typeface="Calibri" pitchFamily="34" charset="-122"/>
                <a:cs typeface="Calibri" pitchFamily="34" charset="-120"/>
              </a:rPr>
              <a:t>Mid-to-Large Enterprises</a:t>
            </a:r>
            <a:endParaRPr lang="en-US" sz="1333" dirty="0">
              <a:solidFill>
                <a:prstClr val="black"/>
              </a:solidFill>
              <a:latin typeface="Calibri" panose="020F0502020204030204"/>
            </a:endParaRPr>
          </a:p>
        </p:txBody>
      </p:sp>
      <p:sp>
        <p:nvSpPr>
          <p:cNvPr id="17" name="Shape 12"/>
          <p:cNvSpPr/>
          <p:nvPr/>
        </p:nvSpPr>
        <p:spPr>
          <a:xfrm>
            <a:off x="1950720" y="1389888"/>
            <a:ext cx="1341120" cy="292608"/>
          </a:xfrm>
          <a:prstGeom prst="roundRect">
            <a:avLst>
              <a:gd name="adj" fmla="val 20833"/>
            </a:avLst>
          </a:prstGeom>
          <a:solidFill>
            <a:srgbClr val="2A1A0A"/>
          </a:solidFill>
          <a:ln w="12700">
            <a:solidFill>
              <a:srgbClr val="C9A84C"/>
            </a:solidFill>
            <a:prstDash val="solid"/>
          </a:ln>
        </p:spPr>
        <p:txBody>
          <a:bodyPr/>
          <a:lstStyle/>
          <a:p>
            <a:endParaRPr lang="en-IN"/>
          </a:p>
        </p:txBody>
      </p:sp>
      <p:sp>
        <p:nvSpPr>
          <p:cNvPr id="18" name="Text 13"/>
          <p:cNvSpPr/>
          <p:nvPr/>
        </p:nvSpPr>
        <p:spPr>
          <a:xfrm>
            <a:off x="1950720" y="1389888"/>
            <a:ext cx="1341120" cy="292608"/>
          </a:xfrm>
          <a:prstGeom prst="rect">
            <a:avLst/>
          </a:prstGeom>
          <a:noFill/>
          <a:ln/>
        </p:spPr>
        <p:txBody>
          <a:bodyPr wrap="square" rtlCol="0" anchor="ctr"/>
          <a:lstStyle/>
          <a:p>
            <a:pPr algn="ctr" defTabSz="1219170"/>
            <a:r>
              <a:rPr lang="en-US" sz="1000" b="1" dirty="0">
                <a:solidFill>
                  <a:srgbClr val="C9A84C"/>
                </a:solidFill>
                <a:latin typeface="Calibri" pitchFamily="34" charset="0"/>
                <a:ea typeface="Calibri" pitchFamily="34" charset="-122"/>
                <a:cs typeface="Calibri" pitchFamily="34" charset="-120"/>
              </a:rPr>
              <a:t>SECONDARY</a:t>
            </a:r>
            <a:endParaRPr lang="en-US" sz="1000" dirty="0">
              <a:solidFill>
                <a:prstClr val="black"/>
              </a:solidFill>
              <a:latin typeface="Calibri" panose="020F0502020204030204"/>
            </a:endParaRPr>
          </a:p>
        </p:txBody>
      </p:sp>
      <p:sp>
        <p:nvSpPr>
          <p:cNvPr id="19" name="Text 14"/>
          <p:cNvSpPr/>
          <p:nvPr/>
        </p:nvSpPr>
        <p:spPr>
          <a:xfrm>
            <a:off x="609600" y="3157728"/>
            <a:ext cx="4998720" cy="268224"/>
          </a:xfrm>
          <a:prstGeom prst="rect">
            <a:avLst/>
          </a:prstGeom>
          <a:noFill/>
          <a:ln/>
        </p:spPr>
        <p:txBody>
          <a:bodyPr wrap="square" rtlCol="0" anchor="ctr"/>
          <a:lstStyle/>
          <a:p>
            <a:pPr defTabSz="1219170"/>
            <a:r>
              <a:rPr lang="en-US" sz="1200" i="1" dirty="0">
                <a:solidFill>
                  <a:srgbClr val="6B8BB5"/>
                </a:solidFill>
                <a:latin typeface="Calibri" pitchFamily="34" charset="0"/>
                <a:ea typeface="Calibri" pitchFamily="34" charset="-122"/>
                <a:cs typeface="Calibri" pitchFamily="34" charset="-120"/>
              </a:rPr>
              <a:t>Product &amp; UX · Healthcare · BFSI · Travel</a:t>
            </a:r>
            <a:endParaRPr lang="en-US" sz="1200" dirty="0">
              <a:solidFill>
                <a:prstClr val="black"/>
              </a:solidFill>
              <a:latin typeface="Calibri" panose="020F0502020204030204"/>
            </a:endParaRPr>
          </a:p>
        </p:txBody>
      </p:sp>
      <p:sp>
        <p:nvSpPr>
          <p:cNvPr id="20" name="Text 15"/>
          <p:cNvSpPr/>
          <p:nvPr/>
        </p:nvSpPr>
        <p:spPr>
          <a:xfrm>
            <a:off x="6425184" y="999744"/>
            <a:ext cx="4267200" cy="304800"/>
          </a:xfrm>
          <a:prstGeom prst="rect">
            <a:avLst/>
          </a:prstGeom>
          <a:noFill/>
          <a:ln/>
        </p:spPr>
        <p:txBody>
          <a:bodyPr wrap="square" rtlCol="0" anchor="ctr"/>
          <a:lstStyle/>
          <a:p>
            <a:pPr defTabSz="1219170"/>
            <a:r>
              <a:rPr lang="en-US" sz="1200" b="1" kern="0" spc="267" dirty="0">
                <a:solidFill>
                  <a:srgbClr val="C9A84C"/>
                </a:solidFill>
                <a:latin typeface="Calibri" pitchFamily="34" charset="0"/>
                <a:ea typeface="Calibri" pitchFamily="34" charset="-122"/>
                <a:cs typeface="Calibri" pitchFamily="34" charset="-120"/>
              </a:rPr>
              <a:t>MARKET ENTRY STRATEGY</a:t>
            </a:r>
            <a:endParaRPr lang="en-US" sz="1200" dirty="0">
              <a:solidFill>
                <a:prstClr val="black"/>
              </a:solidFill>
              <a:latin typeface="Calibri" panose="020F0502020204030204"/>
            </a:endParaRPr>
          </a:p>
        </p:txBody>
      </p:sp>
      <p:sp>
        <p:nvSpPr>
          <p:cNvPr id="21" name="Shape 16"/>
          <p:cNvSpPr/>
          <p:nvPr/>
        </p:nvSpPr>
        <p:spPr>
          <a:xfrm>
            <a:off x="6425184" y="1463040"/>
            <a:ext cx="390144" cy="390144"/>
          </a:xfrm>
          <a:prstGeom prst="ellipse">
            <a:avLst/>
          </a:prstGeom>
          <a:solidFill>
            <a:srgbClr val="C9A84C"/>
          </a:solidFill>
          <a:ln w="12700">
            <a:solidFill>
              <a:srgbClr val="C9A84C"/>
            </a:solidFill>
            <a:prstDash val="solid"/>
          </a:ln>
        </p:spPr>
        <p:txBody>
          <a:bodyPr/>
          <a:lstStyle/>
          <a:p>
            <a:endParaRPr lang="en-IN"/>
          </a:p>
        </p:txBody>
      </p:sp>
      <p:sp>
        <p:nvSpPr>
          <p:cNvPr id="22" name="Text 17"/>
          <p:cNvSpPr/>
          <p:nvPr/>
        </p:nvSpPr>
        <p:spPr>
          <a:xfrm>
            <a:off x="6425184" y="1463040"/>
            <a:ext cx="390144" cy="390144"/>
          </a:xfrm>
          <a:prstGeom prst="rect">
            <a:avLst/>
          </a:prstGeom>
          <a:noFill/>
          <a:ln/>
        </p:spPr>
        <p:txBody>
          <a:bodyPr wrap="square" rtlCol="0" anchor="ctr"/>
          <a:lstStyle/>
          <a:p>
            <a:pPr algn="ctr" defTabSz="1219170"/>
            <a:r>
              <a:rPr lang="en-US" sz="1067" b="1" dirty="0">
                <a:solidFill>
                  <a:srgbClr val="0A1628"/>
                </a:solidFill>
                <a:latin typeface="Calibri" pitchFamily="34" charset="0"/>
                <a:ea typeface="Calibri" pitchFamily="34" charset="-122"/>
                <a:cs typeface="Calibri" pitchFamily="34" charset="-120"/>
              </a:rPr>
              <a:t>01</a:t>
            </a:r>
            <a:endParaRPr lang="en-US" sz="1067" dirty="0">
              <a:solidFill>
                <a:prstClr val="black"/>
              </a:solidFill>
              <a:latin typeface="Calibri" panose="020F0502020204030204"/>
            </a:endParaRPr>
          </a:p>
        </p:txBody>
      </p:sp>
      <p:pic>
        <p:nvPicPr>
          <p:cNvPr id="23" name="Image 3" descr="preencoded.png"/>
          <p:cNvPicPr>
            <a:picLocks noChangeAspect="1"/>
          </p:cNvPicPr>
          <p:nvPr/>
        </p:nvPicPr>
        <p:blipFill>
          <a:blip r:embed="rId6"/>
          <a:stretch>
            <a:fillRect/>
          </a:stretch>
        </p:blipFill>
        <p:spPr>
          <a:xfrm>
            <a:off x="6937248" y="1463040"/>
            <a:ext cx="341376" cy="341376"/>
          </a:xfrm>
          <a:prstGeom prst="rect">
            <a:avLst/>
          </a:prstGeom>
        </p:spPr>
      </p:pic>
      <p:sp>
        <p:nvSpPr>
          <p:cNvPr id="24" name="Text 18"/>
          <p:cNvSpPr/>
          <p:nvPr/>
        </p:nvSpPr>
        <p:spPr>
          <a:xfrm>
            <a:off x="7376160" y="1414272"/>
            <a:ext cx="4267200" cy="329184"/>
          </a:xfrm>
          <a:prstGeom prst="rect">
            <a:avLst/>
          </a:prstGeom>
          <a:noFill/>
          <a:ln/>
        </p:spPr>
        <p:txBody>
          <a:bodyPr wrap="square" rtlCol="0" anchor="b"/>
          <a:lstStyle/>
          <a:p>
            <a:pPr defTabSz="1219170"/>
            <a:r>
              <a:rPr lang="en-US" sz="1400" b="1" dirty="0">
                <a:solidFill>
                  <a:srgbClr val="FFFFFF"/>
                </a:solidFill>
                <a:latin typeface="Calibri" pitchFamily="34" charset="0"/>
                <a:ea typeface="Calibri" pitchFamily="34" charset="-122"/>
                <a:cs typeface="Calibri" pitchFamily="34" charset="-120"/>
              </a:rPr>
              <a:t>Pilot-Led Adoption</a:t>
            </a:r>
            <a:endParaRPr lang="en-US" sz="1400" dirty="0">
              <a:solidFill>
                <a:prstClr val="black"/>
              </a:solidFill>
              <a:latin typeface="Calibri" panose="020F0502020204030204"/>
            </a:endParaRPr>
          </a:p>
        </p:txBody>
      </p:sp>
      <p:sp>
        <p:nvSpPr>
          <p:cNvPr id="25" name="Text 19"/>
          <p:cNvSpPr/>
          <p:nvPr/>
        </p:nvSpPr>
        <p:spPr>
          <a:xfrm>
            <a:off x="7376160" y="1743456"/>
            <a:ext cx="4267200" cy="292608"/>
          </a:xfrm>
          <a:prstGeom prst="rect">
            <a:avLst/>
          </a:prstGeom>
          <a:noFill/>
          <a:ln/>
        </p:spPr>
        <p:txBody>
          <a:bodyPr wrap="square" rtlCol="0" anchor="t"/>
          <a:lstStyle/>
          <a:p>
            <a:pPr defTabSz="1219170"/>
            <a:r>
              <a:rPr lang="en-US" sz="1200" dirty="0">
                <a:solidFill>
                  <a:srgbClr val="6B8BB5"/>
                </a:solidFill>
                <a:latin typeface="Calibri" pitchFamily="34" charset="0"/>
                <a:ea typeface="Calibri" pitchFamily="34" charset="-122"/>
                <a:cs typeface="Calibri" pitchFamily="34" charset="-120"/>
              </a:rPr>
              <a:t>Free pilot on existing feedback datasets</a:t>
            </a:r>
            <a:endParaRPr lang="en-US" sz="1200" dirty="0">
              <a:solidFill>
                <a:prstClr val="black"/>
              </a:solidFill>
              <a:latin typeface="Calibri" panose="020F0502020204030204"/>
            </a:endParaRPr>
          </a:p>
        </p:txBody>
      </p:sp>
      <p:sp>
        <p:nvSpPr>
          <p:cNvPr id="26" name="Shape 20"/>
          <p:cNvSpPr/>
          <p:nvPr/>
        </p:nvSpPr>
        <p:spPr>
          <a:xfrm>
            <a:off x="6425184" y="2157984"/>
            <a:ext cx="390144" cy="390144"/>
          </a:xfrm>
          <a:prstGeom prst="ellipse">
            <a:avLst/>
          </a:prstGeom>
          <a:solidFill>
            <a:srgbClr val="C9A84C"/>
          </a:solidFill>
          <a:ln w="12700">
            <a:solidFill>
              <a:srgbClr val="C9A84C"/>
            </a:solidFill>
            <a:prstDash val="solid"/>
          </a:ln>
        </p:spPr>
        <p:txBody>
          <a:bodyPr/>
          <a:lstStyle/>
          <a:p>
            <a:endParaRPr lang="en-IN"/>
          </a:p>
        </p:txBody>
      </p:sp>
      <p:sp>
        <p:nvSpPr>
          <p:cNvPr id="27" name="Text 21"/>
          <p:cNvSpPr/>
          <p:nvPr/>
        </p:nvSpPr>
        <p:spPr>
          <a:xfrm>
            <a:off x="6425184" y="2157984"/>
            <a:ext cx="390144" cy="390144"/>
          </a:xfrm>
          <a:prstGeom prst="rect">
            <a:avLst/>
          </a:prstGeom>
          <a:noFill/>
          <a:ln/>
        </p:spPr>
        <p:txBody>
          <a:bodyPr wrap="square" rtlCol="0" anchor="ctr"/>
          <a:lstStyle/>
          <a:p>
            <a:pPr algn="ctr" defTabSz="1219170"/>
            <a:r>
              <a:rPr lang="en-US" sz="1067" b="1" dirty="0">
                <a:solidFill>
                  <a:srgbClr val="0A1628"/>
                </a:solidFill>
                <a:latin typeface="Calibri" pitchFamily="34" charset="0"/>
                <a:ea typeface="Calibri" pitchFamily="34" charset="-122"/>
                <a:cs typeface="Calibri" pitchFamily="34" charset="-120"/>
              </a:rPr>
              <a:t>02</a:t>
            </a:r>
            <a:endParaRPr lang="en-US" sz="1067" dirty="0">
              <a:solidFill>
                <a:prstClr val="black"/>
              </a:solidFill>
              <a:latin typeface="Calibri" panose="020F0502020204030204"/>
            </a:endParaRPr>
          </a:p>
        </p:txBody>
      </p:sp>
      <p:pic>
        <p:nvPicPr>
          <p:cNvPr id="28" name="Image 4" descr="preencoded.png"/>
          <p:cNvPicPr>
            <a:picLocks noChangeAspect="1"/>
          </p:cNvPicPr>
          <p:nvPr/>
        </p:nvPicPr>
        <p:blipFill>
          <a:blip r:embed="rId7"/>
          <a:stretch>
            <a:fillRect/>
          </a:stretch>
        </p:blipFill>
        <p:spPr>
          <a:xfrm>
            <a:off x="6937248" y="2157984"/>
            <a:ext cx="341376" cy="341376"/>
          </a:xfrm>
          <a:prstGeom prst="rect">
            <a:avLst/>
          </a:prstGeom>
        </p:spPr>
      </p:pic>
      <p:sp>
        <p:nvSpPr>
          <p:cNvPr id="29" name="Text 22"/>
          <p:cNvSpPr/>
          <p:nvPr/>
        </p:nvSpPr>
        <p:spPr>
          <a:xfrm>
            <a:off x="7376160" y="2109216"/>
            <a:ext cx="4267200" cy="329184"/>
          </a:xfrm>
          <a:prstGeom prst="rect">
            <a:avLst/>
          </a:prstGeom>
          <a:noFill/>
          <a:ln/>
        </p:spPr>
        <p:txBody>
          <a:bodyPr wrap="square" rtlCol="0" anchor="b"/>
          <a:lstStyle/>
          <a:p>
            <a:pPr defTabSz="1219170"/>
            <a:r>
              <a:rPr lang="en-US" sz="1400" b="1" dirty="0">
                <a:solidFill>
                  <a:srgbClr val="FFFFFF"/>
                </a:solidFill>
                <a:latin typeface="Calibri" pitchFamily="34" charset="0"/>
                <a:ea typeface="Calibri" pitchFamily="34" charset="-122"/>
                <a:cs typeface="Calibri" pitchFamily="34" charset="-120"/>
              </a:rPr>
              <a:t>Expand Across Functions</a:t>
            </a:r>
            <a:endParaRPr lang="en-US" sz="1400" dirty="0">
              <a:solidFill>
                <a:prstClr val="black"/>
              </a:solidFill>
              <a:latin typeface="Calibri" panose="020F0502020204030204"/>
            </a:endParaRPr>
          </a:p>
        </p:txBody>
      </p:sp>
      <p:sp>
        <p:nvSpPr>
          <p:cNvPr id="30" name="Text 23"/>
          <p:cNvSpPr/>
          <p:nvPr/>
        </p:nvSpPr>
        <p:spPr>
          <a:xfrm>
            <a:off x="7376160" y="2438400"/>
            <a:ext cx="4267200" cy="292608"/>
          </a:xfrm>
          <a:prstGeom prst="rect">
            <a:avLst/>
          </a:prstGeom>
          <a:noFill/>
          <a:ln/>
        </p:spPr>
        <p:txBody>
          <a:bodyPr wrap="square" rtlCol="0" anchor="t"/>
          <a:lstStyle/>
          <a:p>
            <a:pPr defTabSz="1219170"/>
            <a:r>
              <a:rPr lang="en-US" sz="1200" dirty="0">
                <a:solidFill>
                  <a:srgbClr val="6B8BB5"/>
                </a:solidFill>
                <a:latin typeface="Calibri" pitchFamily="34" charset="0"/>
                <a:ea typeface="Calibri" pitchFamily="34" charset="-122"/>
                <a:cs typeface="Calibri" pitchFamily="34" charset="-120"/>
              </a:rPr>
              <a:t>Scale HR → CX → Product teams</a:t>
            </a:r>
            <a:endParaRPr lang="en-US" sz="1200" dirty="0">
              <a:solidFill>
                <a:prstClr val="black"/>
              </a:solidFill>
              <a:latin typeface="Calibri" panose="020F0502020204030204"/>
            </a:endParaRPr>
          </a:p>
        </p:txBody>
      </p:sp>
      <p:sp>
        <p:nvSpPr>
          <p:cNvPr id="31" name="Shape 24"/>
          <p:cNvSpPr/>
          <p:nvPr/>
        </p:nvSpPr>
        <p:spPr>
          <a:xfrm>
            <a:off x="6425184" y="2852928"/>
            <a:ext cx="390144" cy="390144"/>
          </a:xfrm>
          <a:prstGeom prst="ellipse">
            <a:avLst/>
          </a:prstGeom>
          <a:solidFill>
            <a:srgbClr val="C9A84C"/>
          </a:solidFill>
          <a:ln w="12700">
            <a:solidFill>
              <a:srgbClr val="C9A84C"/>
            </a:solidFill>
            <a:prstDash val="solid"/>
          </a:ln>
        </p:spPr>
        <p:txBody>
          <a:bodyPr/>
          <a:lstStyle/>
          <a:p>
            <a:endParaRPr lang="en-IN"/>
          </a:p>
        </p:txBody>
      </p:sp>
      <p:sp>
        <p:nvSpPr>
          <p:cNvPr id="32" name="Text 25"/>
          <p:cNvSpPr/>
          <p:nvPr/>
        </p:nvSpPr>
        <p:spPr>
          <a:xfrm>
            <a:off x="6425184" y="2852928"/>
            <a:ext cx="390144" cy="390144"/>
          </a:xfrm>
          <a:prstGeom prst="rect">
            <a:avLst/>
          </a:prstGeom>
          <a:noFill/>
          <a:ln/>
        </p:spPr>
        <p:txBody>
          <a:bodyPr wrap="square" rtlCol="0" anchor="ctr"/>
          <a:lstStyle/>
          <a:p>
            <a:pPr algn="ctr" defTabSz="1219170"/>
            <a:r>
              <a:rPr lang="en-US" sz="1067" b="1" dirty="0">
                <a:solidFill>
                  <a:srgbClr val="0A1628"/>
                </a:solidFill>
                <a:latin typeface="Calibri" pitchFamily="34" charset="0"/>
                <a:ea typeface="Calibri" pitchFamily="34" charset="-122"/>
                <a:cs typeface="Calibri" pitchFamily="34" charset="-120"/>
              </a:rPr>
              <a:t>03</a:t>
            </a:r>
            <a:endParaRPr lang="en-US" sz="1067" dirty="0">
              <a:solidFill>
                <a:prstClr val="black"/>
              </a:solidFill>
              <a:latin typeface="Calibri" panose="020F0502020204030204"/>
            </a:endParaRPr>
          </a:p>
        </p:txBody>
      </p:sp>
      <p:pic>
        <p:nvPicPr>
          <p:cNvPr id="33" name="Image 5" descr="preencoded.png"/>
          <p:cNvPicPr>
            <a:picLocks noChangeAspect="1"/>
          </p:cNvPicPr>
          <p:nvPr/>
        </p:nvPicPr>
        <p:blipFill>
          <a:blip r:embed="rId8"/>
          <a:stretch>
            <a:fillRect/>
          </a:stretch>
        </p:blipFill>
        <p:spPr>
          <a:xfrm>
            <a:off x="6937248" y="2852928"/>
            <a:ext cx="341376" cy="341376"/>
          </a:xfrm>
          <a:prstGeom prst="rect">
            <a:avLst/>
          </a:prstGeom>
        </p:spPr>
      </p:pic>
      <p:sp>
        <p:nvSpPr>
          <p:cNvPr id="34" name="Text 26"/>
          <p:cNvSpPr/>
          <p:nvPr/>
        </p:nvSpPr>
        <p:spPr>
          <a:xfrm>
            <a:off x="7376160" y="2804160"/>
            <a:ext cx="4267200" cy="329184"/>
          </a:xfrm>
          <a:prstGeom prst="rect">
            <a:avLst/>
          </a:prstGeom>
          <a:noFill/>
          <a:ln/>
        </p:spPr>
        <p:txBody>
          <a:bodyPr wrap="square" rtlCol="0" anchor="b"/>
          <a:lstStyle/>
          <a:p>
            <a:pPr defTabSz="1219170"/>
            <a:r>
              <a:rPr lang="en-US" sz="1400" b="1" dirty="0">
                <a:solidFill>
                  <a:srgbClr val="FFFFFF"/>
                </a:solidFill>
                <a:latin typeface="Calibri" pitchFamily="34" charset="0"/>
                <a:ea typeface="Calibri" pitchFamily="34" charset="-122"/>
                <a:cs typeface="Calibri" pitchFamily="34" charset="-120"/>
              </a:rPr>
              <a:t>Enterprise Scaling</a:t>
            </a:r>
            <a:endParaRPr lang="en-US" sz="1400" dirty="0">
              <a:solidFill>
                <a:prstClr val="black"/>
              </a:solidFill>
              <a:latin typeface="Calibri" panose="020F0502020204030204"/>
            </a:endParaRPr>
          </a:p>
        </p:txBody>
      </p:sp>
      <p:sp>
        <p:nvSpPr>
          <p:cNvPr id="35" name="Text 27"/>
          <p:cNvSpPr/>
          <p:nvPr/>
        </p:nvSpPr>
        <p:spPr>
          <a:xfrm>
            <a:off x="7376160" y="3133344"/>
            <a:ext cx="4267200" cy="292608"/>
          </a:xfrm>
          <a:prstGeom prst="rect">
            <a:avLst/>
          </a:prstGeom>
          <a:noFill/>
          <a:ln/>
        </p:spPr>
        <p:txBody>
          <a:bodyPr wrap="square" rtlCol="0" anchor="t"/>
          <a:lstStyle/>
          <a:p>
            <a:pPr defTabSz="1219170"/>
            <a:r>
              <a:rPr lang="en-US" sz="1200" dirty="0">
                <a:solidFill>
                  <a:srgbClr val="6B8BB5"/>
                </a:solidFill>
                <a:latin typeface="Calibri" pitchFamily="34" charset="0"/>
                <a:ea typeface="Calibri" pitchFamily="34" charset="-122"/>
                <a:cs typeface="Calibri" pitchFamily="34" charset="-120"/>
              </a:rPr>
              <a:t>APIs, Dashboards &amp; unified platform</a:t>
            </a:r>
            <a:endParaRPr lang="en-US" sz="1200" dirty="0">
              <a:solidFill>
                <a:prstClr val="black"/>
              </a:solidFill>
              <a:latin typeface="Calibri" panose="020F0502020204030204"/>
            </a:endParaRPr>
          </a:p>
        </p:txBody>
      </p:sp>
      <p:sp>
        <p:nvSpPr>
          <p:cNvPr id="36" name="Text 28"/>
          <p:cNvSpPr/>
          <p:nvPr/>
        </p:nvSpPr>
        <p:spPr>
          <a:xfrm>
            <a:off x="573024" y="3840480"/>
            <a:ext cx="3657600" cy="304800"/>
          </a:xfrm>
          <a:prstGeom prst="rect">
            <a:avLst/>
          </a:prstGeom>
          <a:noFill/>
          <a:ln/>
        </p:spPr>
        <p:txBody>
          <a:bodyPr wrap="square" rtlCol="0" anchor="ctr"/>
          <a:lstStyle/>
          <a:p>
            <a:pPr defTabSz="1219170"/>
            <a:r>
              <a:rPr lang="en-US" sz="1200" b="1" kern="0" spc="267" dirty="0">
                <a:solidFill>
                  <a:srgbClr val="3ECFB2"/>
                </a:solidFill>
                <a:latin typeface="Calibri" pitchFamily="34" charset="0"/>
                <a:ea typeface="Calibri" pitchFamily="34" charset="-122"/>
                <a:cs typeface="Calibri" pitchFamily="34" charset="-120"/>
              </a:rPr>
              <a:t>VALUE PROPOSITION</a:t>
            </a:r>
            <a:endParaRPr lang="en-US" sz="1200" dirty="0">
              <a:solidFill>
                <a:prstClr val="black"/>
              </a:solidFill>
              <a:latin typeface="Calibri" panose="020F0502020204030204"/>
            </a:endParaRPr>
          </a:p>
        </p:txBody>
      </p:sp>
      <p:sp>
        <p:nvSpPr>
          <p:cNvPr id="37" name="Shape 29"/>
          <p:cNvSpPr/>
          <p:nvPr/>
        </p:nvSpPr>
        <p:spPr>
          <a:xfrm>
            <a:off x="573024" y="4255008"/>
            <a:ext cx="5120640" cy="792480"/>
          </a:xfrm>
          <a:prstGeom prst="rect">
            <a:avLst/>
          </a:prstGeom>
          <a:solidFill>
            <a:srgbClr val="0D1D3A"/>
          </a:solidFill>
          <a:ln w="6350">
            <a:solidFill>
              <a:srgbClr val="1A3060"/>
            </a:solidFill>
            <a:prstDash val="solid"/>
          </a:ln>
        </p:spPr>
        <p:txBody>
          <a:bodyPr/>
          <a:lstStyle/>
          <a:p>
            <a:endParaRPr lang="en-IN"/>
          </a:p>
        </p:txBody>
      </p:sp>
      <p:sp>
        <p:nvSpPr>
          <p:cNvPr id="38" name="Shape 30"/>
          <p:cNvSpPr/>
          <p:nvPr/>
        </p:nvSpPr>
        <p:spPr>
          <a:xfrm>
            <a:off x="573024" y="4255008"/>
            <a:ext cx="60960" cy="792480"/>
          </a:xfrm>
          <a:prstGeom prst="rect">
            <a:avLst/>
          </a:prstGeom>
          <a:solidFill>
            <a:srgbClr val="3ECFB2"/>
          </a:solidFill>
          <a:ln w="12700">
            <a:solidFill>
              <a:srgbClr val="3ECFB2"/>
            </a:solidFill>
            <a:prstDash val="solid"/>
          </a:ln>
        </p:spPr>
        <p:txBody>
          <a:bodyPr/>
          <a:lstStyle/>
          <a:p>
            <a:endParaRPr lang="en-IN"/>
          </a:p>
        </p:txBody>
      </p:sp>
      <p:pic>
        <p:nvPicPr>
          <p:cNvPr id="39" name="Image 6" descr="preencoded.png"/>
          <p:cNvPicPr>
            <a:picLocks noChangeAspect="1"/>
          </p:cNvPicPr>
          <p:nvPr/>
        </p:nvPicPr>
        <p:blipFill>
          <a:blip r:embed="rId9"/>
          <a:stretch>
            <a:fillRect/>
          </a:stretch>
        </p:blipFill>
        <p:spPr>
          <a:xfrm>
            <a:off x="731520" y="4376928"/>
            <a:ext cx="463296" cy="463296"/>
          </a:xfrm>
          <a:prstGeom prst="rect">
            <a:avLst/>
          </a:prstGeom>
        </p:spPr>
      </p:pic>
      <p:sp>
        <p:nvSpPr>
          <p:cNvPr id="40" name="Text 31"/>
          <p:cNvSpPr/>
          <p:nvPr/>
        </p:nvSpPr>
        <p:spPr>
          <a:xfrm>
            <a:off x="1316736" y="4303776"/>
            <a:ext cx="4267200" cy="341376"/>
          </a:xfrm>
          <a:prstGeom prst="rect">
            <a:avLst/>
          </a:prstGeom>
          <a:noFill/>
          <a:ln/>
        </p:spPr>
        <p:txBody>
          <a:bodyPr wrap="square" rtlCol="0" anchor="b"/>
          <a:lstStyle/>
          <a:p>
            <a:pPr defTabSz="1219170"/>
            <a:r>
              <a:rPr lang="en-US" sz="1400" b="1" dirty="0">
                <a:solidFill>
                  <a:srgbClr val="FFFFFF"/>
                </a:solidFill>
                <a:latin typeface="Calibri" pitchFamily="34" charset="0"/>
                <a:ea typeface="Calibri" pitchFamily="34" charset="-122"/>
                <a:cs typeface="Calibri" pitchFamily="34" charset="-120"/>
              </a:rPr>
              <a:t>AI-Powered Sentiment Intelligence</a:t>
            </a:r>
            <a:endParaRPr lang="en-US" sz="1400" dirty="0">
              <a:solidFill>
                <a:prstClr val="black"/>
              </a:solidFill>
              <a:latin typeface="Calibri" panose="020F0502020204030204"/>
            </a:endParaRPr>
          </a:p>
        </p:txBody>
      </p:sp>
      <p:sp>
        <p:nvSpPr>
          <p:cNvPr id="41" name="Text 32"/>
          <p:cNvSpPr/>
          <p:nvPr/>
        </p:nvSpPr>
        <p:spPr>
          <a:xfrm>
            <a:off x="1316736" y="4645152"/>
            <a:ext cx="4267200" cy="304800"/>
          </a:xfrm>
          <a:prstGeom prst="rect">
            <a:avLst/>
          </a:prstGeom>
          <a:noFill/>
          <a:ln/>
        </p:spPr>
        <p:txBody>
          <a:bodyPr wrap="square" rtlCol="0" anchor="ctr"/>
          <a:lstStyle/>
          <a:p>
            <a:pPr defTabSz="1219170"/>
            <a:r>
              <a:rPr lang="en-US" sz="1200" dirty="0">
                <a:solidFill>
                  <a:srgbClr val="6B8BB5"/>
                </a:solidFill>
                <a:latin typeface="Calibri" pitchFamily="34" charset="0"/>
                <a:ea typeface="Calibri" pitchFamily="34" charset="-122"/>
                <a:cs typeface="Calibri" pitchFamily="34" charset="-120"/>
              </a:rPr>
              <a:t>Transformer NLP · Context-aware contrast handling</a:t>
            </a:r>
            <a:endParaRPr lang="en-US" sz="1200" dirty="0">
              <a:solidFill>
                <a:prstClr val="black"/>
              </a:solidFill>
              <a:latin typeface="Calibri" panose="020F0502020204030204"/>
            </a:endParaRPr>
          </a:p>
        </p:txBody>
      </p:sp>
      <p:sp>
        <p:nvSpPr>
          <p:cNvPr id="42" name="Shape 33"/>
          <p:cNvSpPr/>
          <p:nvPr/>
        </p:nvSpPr>
        <p:spPr>
          <a:xfrm>
            <a:off x="573024" y="5254752"/>
            <a:ext cx="5120640" cy="792480"/>
          </a:xfrm>
          <a:prstGeom prst="rect">
            <a:avLst/>
          </a:prstGeom>
          <a:solidFill>
            <a:srgbClr val="0D1D3A"/>
          </a:solidFill>
          <a:ln w="6350">
            <a:solidFill>
              <a:srgbClr val="1A3060"/>
            </a:solidFill>
            <a:prstDash val="solid"/>
          </a:ln>
        </p:spPr>
        <p:txBody>
          <a:bodyPr/>
          <a:lstStyle/>
          <a:p>
            <a:endParaRPr lang="en-IN"/>
          </a:p>
        </p:txBody>
      </p:sp>
      <p:sp>
        <p:nvSpPr>
          <p:cNvPr id="43" name="Shape 34"/>
          <p:cNvSpPr/>
          <p:nvPr/>
        </p:nvSpPr>
        <p:spPr>
          <a:xfrm>
            <a:off x="573024" y="5254752"/>
            <a:ext cx="60960" cy="792480"/>
          </a:xfrm>
          <a:prstGeom prst="rect">
            <a:avLst/>
          </a:prstGeom>
          <a:solidFill>
            <a:srgbClr val="3ECFB2"/>
          </a:solidFill>
          <a:ln w="12700">
            <a:solidFill>
              <a:srgbClr val="3ECFB2"/>
            </a:solidFill>
            <a:prstDash val="solid"/>
          </a:ln>
        </p:spPr>
        <p:txBody>
          <a:bodyPr/>
          <a:lstStyle/>
          <a:p>
            <a:endParaRPr lang="en-IN"/>
          </a:p>
        </p:txBody>
      </p:sp>
      <p:pic>
        <p:nvPicPr>
          <p:cNvPr id="44" name="Image 7" descr="preencoded.png"/>
          <p:cNvPicPr>
            <a:picLocks noChangeAspect="1"/>
          </p:cNvPicPr>
          <p:nvPr/>
        </p:nvPicPr>
        <p:blipFill>
          <a:blip r:embed="rId10"/>
          <a:stretch>
            <a:fillRect/>
          </a:stretch>
        </p:blipFill>
        <p:spPr>
          <a:xfrm>
            <a:off x="731520" y="5376672"/>
            <a:ext cx="463296" cy="463296"/>
          </a:xfrm>
          <a:prstGeom prst="rect">
            <a:avLst/>
          </a:prstGeom>
        </p:spPr>
      </p:pic>
      <p:sp>
        <p:nvSpPr>
          <p:cNvPr id="45" name="Text 35"/>
          <p:cNvSpPr/>
          <p:nvPr/>
        </p:nvSpPr>
        <p:spPr>
          <a:xfrm>
            <a:off x="1316736" y="5303520"/>
            <a:ext cx="4267200" cy="341376"/>
          </a:xfrm>
          <a:prstGeom prst="rect">
            <a:avLst/>
          </a:prstGeom>
          <a:noFill/>
          <a:ln/>
        </p:spPr>
        <p:txBody>
          <a:bodyPr wrap="square" rtlCol="0" anchor="b"/>
          <a:lstStyle/>
          <a:p>
            <a:pPr defTabSz="1219170"/>
            <a:r>
              <a:rPr lang="en-US" sz="1400" b="1" dirty="0">
                <a:solidFill>
                  <a:srgbClr val="FFFFFF"/>
                </a:solidFill>
                <a:latin typeface="Calibri" pitchFamily="34" charset="0"/>
                <a:ea typeface="Calibri" pitchFamily="34" charset="-122"/>
                <a:cs typeface="Calibri" pitchFamily="34" charset="-120"/>
              </a:rPr>
              <a:t>Domain-Aware Insights</a:t>
            </a:r>
            <a:endParaRPr lang="en-US" sz="1400" dirty="0">
              <a:solidFill>
                <a:prstClr val="black"/>
              </a:solidFill>
              <a:latin typeface="Calibri" panose="020F0502020204030204"/>
            </a:endParaRPr>
          </a:p>
        </p:txBody>
      </p:sp>
      <p:sp>
        <p:nvSpPr>
          <p:cNvPr id="46" name="Text 36"/>
          <p:cNvSpPr/>
          <p:nvPr/>
        </p:nvSpPr>
        <p:spPr>
          <a:xfrm>
            <a:off x="1316736" y="5644896"/>
            <a:ext cx="4267200" cy="304800"/>
          </a:xfrm>
          <a:prstGeom prst="rect">
            <a:avLst/>
          </a:prstGeom>
          <a:noFill/>
          <a:ln/>
        </p:spPr>
        <p:txBody>
          <a:bodyPr wrap="square" rtlCol="0" anchor="ctr"/>
          <a:lstStyle/>
          <a:p>
            <a:pPr defTabSz="1219170"/>
            <a:r>
              <a:rPr lang="en-US" sz="1200" dirty="0">
                <a:solidFill>
                  <a:srgbClr val="6B8BB5"/>
                </a:solidFill>
                <a:latin typeface="Calibri" pitchFamily="34" charset="0"/>
                <a:ea typeface="Calibri" pitchFamily="34" charset="-122"/>
                <a:cs typeface="Calibri" pitchFamily="34" charset="-120"/>
              </a:rPr>
              <a:t>Custom topic models · Unstructured → Actionable</a:t>
            </a:r>
            <a:endParaRPr lang="en-US" sz="1200" dirty="0">
              <a:solidFill>
                <a:prstClr val="black"/>
              </a:solidFill>
              <a:latin typeface="Calibri" panose="020F0502020204030204"/>
            </a:endParaRPr>
          </a:p>
        </p:txBody>
      </p:sp>
      <p:sp>
        <p:nvSpPr>
          <p:cNvPr id="47" name="Text 37"/>
          <p:cNvSpPr/>
          <p:nvPr/>
        </p:nvSpPr>
        <p:spPr>
          <a:xfrm>
            <a:off x="6425184" y="3840480"/>
            <a:ext cx="4876800" cy="304800"/>
          </a:xfrm>
          <a:prstGeom prst="rect">
            <a:avLst/>
          </a:prstGeom>
          <a:noFill/>
          <a:ln/>
        </p:spPr>
        <p:txBody>
          <a:bodyPr wrap="square" rtlCol="0" anchor="ctr"/>
          <a:lstStyle/>
          <a:p>
            <a:pPr defTabSz="1219170"/>
            <a:r>
              <a:rPr lang="en-US" sz="1200" b="1" kern="0" spc="267" dirty="0">
                <a:solidFill>
                  <a:srgbClr val="C9A84C"/>
                </a:solidFill>
                <a:latin typeface="Calibri" pitchFamily="34" charset="0"/>
                <a:ea typeface="Calibri" pitchFamily="34" charset="-122"/>
                <a:cs typeface="Calibri" pitchFamily="34" charset="-120"/>
              </a:rPr>
              <a:t>KEY PERFORMANCE INDICATORS</a:t>
            </a:r>
            <a:endParaRPr lang="en-US" sz="1200" dirty="0">
              <a:solidFill>
                <a:prstClr val="black"/>
              </a:solidFill>
              <a:latin typeface="Calibri" panose="020F0502020204030204"/>
            </a:endParaRPr>
          </a:p>
        </p:txBody>
      </p:sp>
      <p:sp>
        <p:nvSpPr>
          <p:cNvPr id="48" name="Shape 38"/>
          <p:cNvSpPr/>
          <p:nvPr/>
        </p:nvSpPr>
        <p:spPr>
          <a:xfrm>
            <a:off x="6425184" y="4230624"/>
            <a:ext cx="1658112" cy="1853184"/>
          </a:xfrm>
          <a:prstGeom prst="rect">
            <a:avLst/>
          </a:prstGeom>
          <a:solidFill>
            <a:srgbClr val="0D1D3A"/>
          </a:solidFill>
          <a:ln w="7620">
            <a:solidFill>
              <a:srgbClr val="1A3060"/>
            </a:solidFill>
            <a:prstDash val="solid"/>
          </a:ln>
        </p:spPr>
        <p:txBody>
          <a:bodyPr/>
          <a:lstStyle/>
          <a:p>
            <a:endParaRPr lang="en-IN"/>
          </a:p>
        </p:txBody>
      </p:sp>
      <p:sp>
        <p:nvSpPr>
          <p:cNvPr id="49" name="Shape 39"/>
          <p:cNvSpPr/>
          <p:nvPr/>
        </p:nvSpPr>
        <p:spPr>
          <a:xfrm>
            <a:off x="6425184" y="4230624"/>
            <a:ext cx="1658112" cy="60960"/>
          </a:xfrm>
          <a:prstGeom prst="rect">
            <a:avLst/>
          </a:prstGeom>
          <a:solidFill>
            <a:srgbClr val="C9A84C"/>
          </a:solidFill>
          <a:ln w="12700">
            <a:solidFill>
              <a:srgbClr val="C9A84C"/>
            </a:solidFill>
            <a:prstDash val="solid"/>
          </a:ln>
        </p:spPr>
        <p:txBody>
          <a:bodyPr/>
          <a:lstStyle/>
          <a:p>
            <a:endParaRPr lang="en-IN"/>
          </a:p>
        </p:txBody>
      </p:sp>
      <p:pic>
        <p:nvPicPr>
          <p:cNvPr id="50" name="Image 8" descr="preencoded.png"/>
          <p:cNvPicPr>
            <a:picLocks noChangeAspect="1"/>
          </p:cNvPicPr>
          <p:nvPr/>
        </p:nvPicPr>
        <p:blipFill>
          <a:blip r:embed="rId11"/>
          <a:stretch>
            <a:fillRect/>
          </a:stretch>
        </p:blipFill>
        <p:spPr>
          <a:xfrm>
            <a:off x="6979920" y="4413504"/>
            <a:ext cx="548640" cy="548640"/>
          </a:xfrm>
          <a:prstGeom prst="rect">
            <a:avLst/>
          </a:prstGeom>
        </p:spPr>
      </p:pic>
      <p:sp>
        <p:nvSpPr>
          <p:cNvPr id="51" name="Text 40"/>
          <p:cNvSpPr/>
          <p:nvPr/>
        </p:nvSpPr>
        <p:spPr>
          <a:xfrm>
            <a:off x="6425184" y="5023104"/>
            <a:ext cx="1658112" cy="365760"/>
          </a:xfrm>
          <a:prstGeom prst="rect">
            <a:avLst/>
          </a:prstGeom>
          <a:noFill/>
          <a:ln/>
        </p:spPr>
        <p:txBody>
          <a:bodyPr wrap="square" rtlCol="0" anchor="ctr"/>
          <a:lstStyle/>
          <a:p>
            <a:pPr algn="ctr" defTabSz="1219170"/>
            <a:r>
              <a:rPr lang="en-US" sz="1267" b="1" dirty="0">
                <a:solidFill>
                  <a:srgbClr val="FFFFFF"/>
                </a:solidFill>
                <a:latin typeface="Calibri" pitchFamily="34" charset="0"/>
                <a:ea typeface="Calibri" pitchFamily="34" charset="-122"/>
                <a:cs typeface="Calibri" pitchFamily="34" charset="-120"/>
              </a:rPr>
              <a:t>Model KPIs</a:t>
            </a:r>
            <a:endParaRPr lang="en-US" sz="1267" dirty="0">
              <a:solidFill>
                <a:prstClr val="black"/>
              </a:solidFill>
              <a:latin typeface="Calibri" panose="020F0502020204030204"/>
            </a:endParaRPr>
          </a:p>
        </p:txBody>
      </p:sp>
      <p:sp>
        <p:nvSpPr>
          <p:cNvPr id="52" name="Text 41"/>
          <p:cNvSpPr/>
          <p:nvPr/>
        </p:nvSpPr>
        <p:spPr>
          <a:xfrm>
            <a:off x="6486144" y="5388864"/>
            <a:ext cx="1536192" cy="609600"/>
          </a:xfrm>
          <a:prstGeom prst="rect">
            <a:avLst/>
          </a:prstGeom>
          <a:noFill/>
          <a:ln/>
        </p:spPr>
        <p:txBody>
          <a:bodyPr wrap="square" rtlCol="0" anchor="ctr"/>
          <a:lstStyle/>
          <a:p>
            <a:pPr algn="ctr" defTabSz="1219170"/>
            <a:r>
              <a:rPr lang="en-US" sz="1067" dirty="0">
                <a:solidFill>
                  <a:srgbClr val="6B8BB5"/>
                </a:solidFill>
                <a:latin typeface="Calibri" pitchFamily="34" charset="0"/>
                <a:ea typeface="Calibri" pitchFamily="34" charset="-122"/>
                <a:cs typeface="Calibri" pitchFamily="34" charset="-120"/>
              </a:rPr>
              <a:t>Sentiment Accuracy · Topic Relevance Score</a:t>
            </a:r>
            <a:endParaRPr lang="en-US" sz="1067" dirty="0">
              <a:solidFill>
                <a:prstClr val="black"/>
              </a:solidFill>
              <a:latin typeface="Calibri" panose="020F0502020204030204"/>
            </a:endParaRPr>
          </a:p>
        </p:txBody>
      </p:sp>
      <p:sp>
        <p:nvSpPr>
          <p:cNvPr id="53" name="Shape 42"/>
          <p:cNvSpPr/>
          <p:nvPr/>
        </p:nvSpPr>
        <p:spPr>
          <a:xfrm>
            <a:off x="8229600" y="4230624"/>
            <a:ext cx="1658112" cy="1853184"/>
          </a:xfrm>
          <a:prstGeom prst="rect">
            <a:avLst/>
          </a:prstGeom>
          <a:solidFill>
            <a:srgbClr val="0D1D3A"/>
          </a:solidFill>
          <a:ln w="7620">
            <a:solidFill>
              <a:srgbClr val="1A3060"/>
            </a:solidFill>
            <a:prstDash val="solid"/>
          </a:ln>
        </p:spPr>
        <p:txBody>
          <a:bodyPr/>
          <a:lstStyle/>
          <a:p>
            <a:endParaRPr lang="en-IN"/>
          </a:p>
        </p:txBody>
      </p:sp>
      <p:sp>
        <p:nvSpPr>
          <p:cNvPr id="54" name="Shape 43"/>
          <p:cNvSpPr/>
          <p:nvPr/>
        </p:nvSpPr>
        <p:spPr>
          <a:xfrm>
            <a:off x="8229600" y="4230624"/>
            <a:ext cx="1658112" cy="60960"/>
          </a:xfrm>
          <a:prstGeom prst="rect">
            <a:avLst/>
          </a:prstGeom>
          <a:solidFill>
            <a:srgbClr val="C9A84C"/>
          </a:solidFill>
          <a:ln w="12700">
            <a:solidFill>
              <a:srgbClr val="C9A84C"/>
            </a:solidFill>
            <a:prstDash val="solid"/>
          </a:ln>
        </p:spPr>
        <p:txBody>
          <a:bodyPr/>
          <a:lstStyle/>
          <a:p>
            <a:endParaRPr lang="en-IN"/>
          </a:p>
        </p:txBody>
      </p:sp>
      <p:pic>
        <p:nvPicPr>
          <p:cNvPr id="55" name="Image 9" descr="preencoded.png"/>
          <p:cNvPicPr>
            <a:picLocks noChangeAspect="1"/>
          </p:cNvPicPr>
          <p:nvPr/>
        </p:nvPicPr>
        <p:blipFill>
          <a:blip r:embed="rId12"/>
          <a:stretch>
            <a:fillRect/>
          </a:stretch>
        </p:blipFill>
        <p:spPr>
          <a:xfrm>
            <a:off x="8784336" y="4413504"/>
            <a:ext cx="548640" cy="548640"/>
          </a:xfrm>
          <a:prstGeom prst="rect">
            <a:avLst/>
          </a:prstGeom>
        </p:spPr>
      </p:pic>
      <p:sp>
        <p:nvSpPr>
          <p:cNvPr id="56" name="Text 44"/>
          <p:cNvSpPr/>
          <p:nvPr/>
        </p:nvSpPr>
        <p:spPr>
          <a:xfrm>
            <a:off x="8229600" y="5023104"/>
            <a:ext cx="1658112" cy="365760"/>
          </a:xfrm>
          <a:prstGeom prst="rect">
            <a:avLst/>
          </a:prstGeom>
          <a:noFill/>
          <a:ln/>
        </p:spPr>
        <p:txBody>
          <a:bodyPr wrap="square" rtlCol="0" anchor="ctr"/>
          <a:lstStyle/>
          <a:p>
            <a:pPr algn="ctr" defTabSz="1219170"/>
            <a:r>
              <a:rPr lang="en-US" sz="1267" b="1" dirty="0">
                <a:solidFill>
                  <a:srgbClr val="FFFFFF"/>
                </a:solidFill>
                <a:latin typeface="Calibri" pitchFamily="34" charset="0"/>
                <a:ea typeface="Calibri" pitchFamily="34" charset="-122"/>
                <a:cs typeface="Calibri" pitchFamily="34" charset="-120"/>
              </a:rPr>
              <a:t>Business KPIs</a:t>
            </a:r>
            <a:endParaRPr lang="en-US" sz="1267" dirty="0">
              <a:solidFill>
                <a:prstClr val="black"/>
              </a:solidFill>
              <a:latin typeface="Calibri" panose="020F0502020204030204"/>
            </a:endParaRPr>
          </a:p>
        </p:txBody>
      </p:sp>
      <p:sp>
        <p:nvSpPr>
          <p:cNvPr id="57" name="Text 45"/>
          <p:cNvSpPr/>
          <p:nvPr/>
        </p:nvSpPr>
        <p:spPr>
          <a:xfrm>
            <a:off x="8290560" y="5388864"/>
            <a:ext cx="1536192" cy="609600"/>
          </a:xfrm>
          <a:prstGeom prst="rect">
            <a:avLst/>
          </a:prstGeom>
          <a:noFill/>
          <a:ln/>
        </p:spPr>
        <p:txBody>
          <a:bodyPr wrap="square" rtlCol="0" anchor="ctr"/>
          <a:lstStyle/>
          <a:p>
            <a:pPr algn="ctr" defTabSz="1219170"/>
            <a:r>
              <a:rPr lang="en-US" sz="1067" dirty="0">
                <a:solidFill>
                  <a:srgbClr val="6B8BB5"/>
                </a:solidFill>
                <a:latin typeface="Calibri" pitchFamily="34" charset="0"/>
                <a:ea typeface="Calibri" pitchFamily="34" charset="-122"/>
                <a:cs typeface="Calibri" pitchFamily="34" charset="-120"/>
              </a:rPr>
              <a:t>↓ Manual Effort · ↑ Actionable Insights</a:t>
            </a:r>
            <a:endParaRPr lang="en-US" sz="1067" dirty="0">
              <a:solidFill>
                <a:prstClr val="black"/>
              </a:solidFill>
              <a:latin typeface="Calibri" panose="020F0502020204030204"/>
            </a:endParaRPr>
          </a:p>
        </p:txBody>
      </p:sp>
      <p:sp>
        <p:nvSpPr>
          <p:cNvPr id="58" name="Shape 46"/>
          <p:cNvSpPr/>
          <p:nvPr/>
        </p:nvSpPr>
        <p:spPr>
          <a:xfrm>
            <a:off x="10034016" y="4230624"/>
            <a:ext cx="1658112" cy="1853184"/>
          </a:xfrm>
          <a:prstGeom prst="rect">
            <a:avLst/>
          </a:prstGeom>
          <a:solidFill>
            <a:srgbClr val="0D1D3A"/>
          </a:solidFill>
          <a:ln w="7620">
            <a:solidFill>
              <a:srgbClr val="1A3060"/>
            </a:solidFill>
            <a:prstDash val="solid"/>
          </a:ln>
        </p:spPr>
        <p:txBody>
          <a:bodyPr/>
          <a:lstStyle/>
          <a:p>
            <a:endParaRPr lang="en-IN"/>
          </a:p>
        </p:txBody>
      </p:sp>
      <p:sp>
        <p:nvSpPr>
          <p:cNvPr id="59" name="Shape 47"/>
          <p:cNvSpPr/>
          <p:nvPr/>
        </p:nvSpPr>
        <p:spPr>
          <a:xfrm>
            <a:off x="10034016" y="4230624"/>
            <a:ext cx="1658112" cy="60960"/>
          </a:xfrm>
          <a:prstGeom prst="rect">
            <a:avLst/>
          </a:prstGeom>
          <a:solidFill>
            <a:srgbClr val="C9A84C"/>
          </a:solidFill>
          <a:ln w="12700">
            <a:solidFill>
              <a:srgbClr val="C9A84C"/>
            </a:solidFill>
            <a:prstDash val="solid"/>
          </a:ln>
        </p:spPr>
        <p:txBody>
          <a:bodyPr/>
          <a:lstStyle/>
          <a:p>
            <a:endParaRPr lang="en-IN"/>
          </a:p>
        </p:txBody>
      </p:sp>
      <p:pic>
        <p:nvPicPr>
          <p:cNvPr id="60" name="Image 10" descr="preencoded.png"/>
          <p:cNvPicPr>
            <a:picLocks noChangeAspect="1"/>
          </p:cNvPicPr>
          <p:nvPr/>
        </p:nvPicPr>
        <p:blipFill>
          <a:blip r:embed="rId13"/>
          <a:stretch>
            <a:fillRect/>
          </a:stretch>
        </p:blipFill>
        <p:spPr>
          <a:xfrm>
            <a:off x="10588752" y="4413504"/>
            <a:ext cx="548640" cy="548640"/>
          </a:xfrm>
          <a:prstGeom prst="rect">
            <a:avLst/>
          </a:prstGeom>
        </p:spPr>
      </p:pic>
      <p:sp>
        <p:nvSpPr>
          <p:cNvPr id="61" name="Text 48"/>
          <p:cNvSpPr/>
          <p:nvPr/>
        </p:nvSpPr>
        <p:spPr>
          <a:xfrm>
            <a:off x="10034016" y="5023104"/>
            <a:ext cx="1658112" cy="365760"/>
          </a:xfrm>
          <a:prstGeom prst="rect">
            <a:avLst/>
          </a:prstGeom>
          <a:noFill/>
          <a:ln/>
        </p:spPr>
        <p:txBody>
          <a:bodyPr wrap="square" rtlCol="0" anchor="ctr"/>
          <a:lstStyle/>
          <a:p>
            <a:pPr algn="ctr" defTabSz="1219170"/>
            <a:r>
              <a:rPr lang="en-US" sz="1267" b="1" dirty="0">
                <a:solidFill>
                  <a:srgbClr val="FFFFFF"/>
                </a:solidFill>
                <a:latin typeface="Calibri" pitchFamily="34" charset="0"/>
                <a:ea typeface="Calibri" pitchFamily="34" charset="-122"/>
                <a:cs typeface="Calibri" pitchFamily="34" charset="-120"/>
              </a:rPr>
              <a:t>Adoption KPIs</a:t>
            </a:r>
            <a:endParaRPr lang="en-US" sz="1267" dirty="0">
              <a:solidFill>
                <a:prstClr val="black"/>
              </a:solidFill>
              <a:latin typeface="Calibri" panose="020F0502020204030204"/>
            </a:endParaRPr>
          </a:p>
        </p:txBody>
      </p:sp>
      <p:sp>
        <p:nvSpPr>
          <p:cNvPr id="62" name="Text 49"/>
          <p:cNvSpPr/>
          <p:nvPr/>
        </p:nvSpPr>
        <p:spPr>
          <a:xfrm>
            <a:off x="10094976" y="5388864"/>
            <a:ext cx="1536192" cy="609600"/>
          </a:xfrm>
          <a:prstGeom prst="rect">
            <a:avLst/>
          </a:prstGeom>
          <a:noFill/>
          <a:ln/>
        </p:spPr>
        <p:txBody>
          <a:bodyPr wrap="square" rtlCol="0" anchor="ctr"/>
          <a:lstStyle/>
          <a:p>
            <a:pPr algn="ctr" defTabSz="1219170"/>
            <a:r>
              <a:rPr lang="en-US" sz="1067" dirty="0">
                <a:solidFill>
                  <a:srgbClr val="6B8BB5"/>
                </a:solidFill>
                <a:latin typeface="Calibri" pitchFamily="34" charset="0"/>
                <a:ea typeface="Calibri" pitchFamily="34" charset="-122"/>
                <a:cs typeface="Calibri" pitchFamily="34" charset="-120"/>
              </a:rPr>
              <a:t>Files Processed · Dashboard Downloads</a:t>
            </a:r>
            <a:endParaRPr lang="en-US" sz="1067" dirty="0">
              <a:solidFill>
                <a:prstClr val="black"/>
              </a:solidFill>
              <a:latin typeface="Calibri" panose="020F0502020204030204"/>
            </a:endParaRPr>
          </a:p>
        </p:txBody>
      </p:sp>
      <p:sp>
        <p:nvSpPr>
          <p:cNvPr id="63" name="Text 50"/>
          <p:cNvSpPr/>
          <p:nvPr/>
        </p:nvSpPr>
        <p:spPr>
          <a:xfrm>
            <a:off x="426720" y="6608064"/>
            <a:ext cx="11338560" cy="219456"/>
          </a:xfrm>
          <a:prstGeom prst="rect">
            <a:avLst/>
          </a:prstGeom>
          <a:noFill/>
          <a:ln/>
        </p:spPr>
        <p:txBody>
          <a:bodyPr wrap="square" rtlCol="0" anchor="ctr"/>
          <a:lstStyle/>
          <a:p>
            <a:pPr defTabSz="1219170"/>
            <a:r>
              <a:rPr lang="en-US" sz="933" dirty="0">
                <a:solidFill>
                  <a:srgbClr val="2A4870"/>
                </a:solidFill>
                <a:latin typeface="Calibri" pitchFamily="34" charset="0"/>
                <a:ea typeface="Calibri" pitchFamily="34" charset="-122"/>
                <a:cs typeface="Calibri" pitchFamily="34" charset="-120"/>
              </a:rPr>
              <a:t>Source: Competitor websites and other secondary sources  |  Public © Capgemini 2023</a:t>
            </a:r>
            <a:endParaRPr lang="en-US" sz="933" dirty="0">
              <a:solidFill>
                <a:prstClr val="black"/>
              </a:solidFill>
              <a:latin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B23DB-86FC-B2B8-78A9-E0AA29CA13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F1385-A581-D97F-E680-1DE7EA35D92B}"/>
              </a:ext>
            </a:extLst>
          </p:cNvPr>
          <p:cNvSpPr>
            <a:spLocks noGrp="1"/>
          </p:cNvSpPr>
          <p:nvPr>
            <p:ph type="title"/>
          </p:nvPr>
        </p:nvSpPr>
        <p:spPr>
          <a:xfrm>
            <a:off x="42064" y="-150262"/>
            <a:ext cx="11475720" cy="649257"/>
          </a:xfrm>
        </p:spPr>
        <p:txBody>
          <a:bodyPr/>
          <a:lstStyle/>
          <a:p>
            <a:pPr>
              <a:lnSpc>
                <a:spcPct val="140000"/>
              </a:lnSpc>
            </a:pPr>
            <a:r>
              <a:rPr lang="en-US" sz="2000" dirty="0"/>
              <a:t>Market Entry Strategy, Target Segment, Value Proposition &amp; KPIs </a:t>
            </a:r>
          </a:p>
        </p:txBody>
      </p:sp>
      <p:sp>
        <p:nvSpPr>
          <p:cNvPr id="14" name="Rectangle 1">
            <a:extLst>
              <a:ext uri="{FF2B5EF4-FFF2-40B4-BE49-F238E27FC236}">
                <a16:creationId xmlns:a16="http://schemas.microsoft.com/office/drawing/2014/main" id="{78C9B3BE-CE81-38FC-6ED2-E6FAC58731B1}"/>
              </a:ext>
            </a:extLst>
          </p:cNvPr>
          <p:cNvSpPr>
            <a:spLocks noChangeArrowheads="1"/>
          </p:cNvSpPr>
          <p:nvPr/>
        </p:nvSpPr>
        <p:spPr bwMode="auto">
          <a:xfrm>
            <a:off x="698224" y="4054338"/>
            <a:ext cx="52456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lang="en-US" altLang="en-US" sz="1200" b="1" dirty="0">
                <a:solidFill>
                  <a:schemeClr val="bg1"/>
                </a:solidFill>
                <a:latin typeface="Arial" panose="020B0604020202020204" pitchFamily="34" charset="0"/>
              </a:rPr>
              <a:t>AI-Powered Sentiment Intelligence: </a:t>
            </a:r>
            <a:endParaRPr kumimoji="0" lang="en-US" altLang="en-US" sz="1200" b="1" i="0" u="none" strike="noStrike" cap="none" normalizeH="0" baseline="0" dirty="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Transformer-based sentiment analysis with high accuracy</a:t>
            </a:r>
            <a:r>
              <a:rPr kumimoji="0" lang="en-US" altLang="en-US" sz="120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Context-aware processing (contrast handling, thresholds)</a:t>
            </a: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sp>
        <p:nvSpPr>
          <p:cNvPr id="3" name="TextBox 2">
            <a:extLst>
              <a:ext uri="{FF2B5EF4-FFF2-40B4-BE49-F238E27FC236}">
                <a16:creationId xmlns:a16="http://schemas.microsoft.com/office/drawing/2014/main" id="{E4F4C61D-EB13-9CB2-B83D-4E3B742E40E9}"/>
              </a:ext>
            </a:extLst>
          </p:cNvPr>
          <p:cNvSpPr txBox="1"/>
          <p:nvPr/>
        </p:nvSpPr>
        <p:spPr>
          <a:xfrm>
            <a:off x="1567154" y="759946"/>
            <a:ext cx="6155870" cy="307777"/>
          </a:xfrm>
          <a:prstGeom prst="rect">
            <a:avLst/>
          </a:prstGeom>
          <a:noFill/>
        </p:spPr>
        <p:txBody>
          <a:bodyPr wrap="square">
            <a:spAutoFit/>
          </a:bodyPr>
          <a:lstStyle/>
          <a:p>
            <a:pPr lvl="1"/>
            <a:r>
              <a:rPr lang="en-US" sz="1400" b="1" i="1" dirty="0">
                <a:solidFill>
                  <a:srgbClr val="0070C0"/>
                </a:solidFill>
              </a:rPr>
              <a:t>Target Segment</a:t>
            </a:r>
          </a:p>
        </p:txBody>
      </p:sp>
      <p:sp>
        <p:nvSpPr>
          <p:cNvPr id="16" name="Rectangle 1">
            <a:extLst>
              <a:ext uri="{FF2B5EF4-FFF2-40B4-BE49-F238E27FC236}">
                <a16:creationId xmlns:a16="http://schemas.microsoft.com/office/drawing/2014/main" id="{722C2218-CD67-129C-872C-50479242F086}"/>
              </a:ext>
            </a:extLst>
          </p:cNvPr>
          <p:cNvSpPr>
            <a:spLocks noChangeArrowheads="1"/>
          </p:cNvSpPr>
          <p:nvPr/>
        </p:nvSpPr>
        <p:spPr bwMode="auto">
          <a:xfrm rot="10800000" flipV="1">
            <a:off x="737396" y="1201845"/>
            <a:ext cx="442551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bg1"/>
                </a:solidFill>
                <a:effectLst/>
                <a:latin typeface="Arial" panose="020B0604020202020204" pitchFamily="34" charset="0"/>
              </a:rPr>
              <a:t>Primary:</a:t>
            </a: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1"/>
                </a:solidFill>
                <a:effectLst/>
                <a:latin typeface="Arial" panose="020B0604020202020204" pitchFamily="34" charset="0"/>
              </a:rPr>
              <a:t>HR </a:t>
            </a:r>
            <a:r>
              <a:rPr lang="en-US" altLang="en-US" sz="1200" dirty="0">
                <a:solidFill>
                  <a:schemeClr val="bg1"/>
                </a:solidFill>
                <a:latin typeface="Arial" panose="020B0604020202020204" pitchFamily="34" charset="0"/>
              </a:rPr>
              <a:t>and People Analytics teams (Exit Interviews, employee feedback)</a:t>
            </a:r>
            <a:r>
              <a:rPr kumimoji="0" lang="en-US" altLang="en-US" sz="120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Customer Experience (CX)Teams (NPS, support, surveys)</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i="0" u="none" strike="noStrike" cap="none" normalizeH="0" baseline="0" dirty="0">
                <a:ln>
                  <a:noFill/>
                </a:ln>
                <a:solidFill>
                  <a:schemeClr val="bg1"/>
                </a:solidFill>
                <a:effectLst/>
                <a:latin typeface="Arial" panose="020B0604020202020204" pitchFamily="34" charset="0"/>
              </a:rPr>
              <a:t>Mid to </a:t>
            </a:r>
            <a:r>
              <a:rPr lang="en-US" altLang="en-US" sz="1200" dirty="0">
                <a:solidFill>
                  <a:schemeClr val="bg1"/>
                </a:solidFill>
                <a:latin typeface="Arial" panose="020B0604020202020204" pitchFamily="34" charset="0"/>
              </a:rPr>
              <a:t>large enterprises handling high feedback volumes</a:t>
            </a:r>
            <a:endParaRPr kumimoji="0" lang="en-US" altLang="en-US" sz="1200" i="0" u="none" strike="noStrike" cap="none" normalizeH="0" baseline="0" dirty="0">
              <a:ln>
                <a:noFill/>
              </a:ln>
              <a:solidFill>
                <a:schemeClr val="bg1"/>
              </a:solidFill>
              <a:effectLst/>
              <a:latin typeface="Arial" panose="020B0604020202020204" pitchFamily="34" charset="0"/>
            </a:endParaRPr>
          </a:p>
        </p:txBody>
      </p:sp>
      <p:pic>
        <p:nvPicPr>
          <p:cNvPr id="17" name="Graphic 16" descr="Badge 1 with solid fill">
            <a:extLst>
              <a:ext uri="{FF2B5EF4-FFF2-40B4-BE49-F238E27FC236}">
                <a16:creationId xmlns:a16="http://schemas.microsoft.com/office/drawing/2014/main" id="{34592E10-8191-3550-B641-95B5AA180E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68" y="1159624"/>
            <a:ext cx="651068" cy="651068"/>
          </a:xfrm>
          <a:prstGeom prst="rect">
            <a:avLst/>
          </a:prstGeom>
        </p:spPr>
      </p:pic>
      <p:pic>
        <p:nvPicPr>
          <p:cNvPr id="18" name="Graphic 17" descr="Badge with solid fill">
            <a:extLst>
              <a:ext uri="{FF2B5EF4-FFF2-40B4-BE49-F238E27FC236}">
                <a16:creationId xmlns:a16="http://schemas.microsoft.com/office/drawing/2014/main" id="{92D4DDBE-F02F-E678-E7F7-6CD67536F17E}"/>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40509" y="2292302"/>
            <a:ext cx="651600" cy="651600"/>
          </a:xfrm>
          <a:prstGeom prst="rect">
            <a:avLst/>
          </a:prstGeom>
        </p:spPr>
      </p:pic>
      <p:sp>
        <p:nvSpPr>
          <p:cNvPr id="21" name="Rectangle 1">
            <a:extLst>
              <a:ext uri="{FF2B5EF4-FFF2-40B4-BE49-F238E27FC236}">
                <a16:creationId xmlns:a16="http://schemas.microsoft.com/office/drawing/2014/main" id="{E77D6B88-BCFA-4576-8AA5-A239EB0447A6}"/>
              </a:ext>
            </a:extLst>
          </p:cNvPr>
          <p:cNvSpPr>
            <a:spLocks noChangeArrowheads="1"/>
          </p:cNvSpPr>
          <p:nvPr/>
        </p:nvSpPr>
        <p:spPr bwMode="auto">
          <a:xfrm rot="10800000" flipV="1">
            <a:off x="737396" y="2323769"/>
            <a:ext cx="4479136"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bg1"/>
                </a:solidFill>
                <a:effectLst/>
                <a:latin typeface="Arial" panose="020B0604020202020204" pitchFamily="34" charset="0"/>
              </a:rPr>
              <a:t>Secondary:</a:t>
            </a: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Product &amp; UX Teams (user experience feedback)</a:t>
            </a:r>
            <a:endParaRPr kumimoji="0" lang="en-US" altLang="en-US" sz="1200" i="0" u="none" strike="noStrike" cap="none" normalizeH="0" baseline="0" dirty="0">
              <a:ln>
                <a:noFill/>
              </a:ln>
              <a:solidFill>
                <a:schemeClr val="bg1"/>
              </a:solidFill>
              <a:effectLst/>
              <a:latin typeface="Arial" panose="020B0604020202020204" pitchFamily="34" charset="0"/>
            </a:endParaRP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Healthcare, BFSI, Travel Sectors (multi-domain feedback usecases)</a:t>
            </a:r>
            <a:endParaRPr kumimoji="0" lang="en-US" altLang="en-US" sz="120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tx1"/>
              </a:solidFill>
              <a:effectLst/>
              <a:latin typeface="Arial" panose="020B0604020202020204" pitchFamily="34" charset="0"/>
            </a:endParaRPr>
          </a:p>
        </p:txBody>
      </p:sp>
      <p:cxnSp>
        <p:nvCxnSpPr>
          <p:cNvPr id="24" name="Straight Connector 23">
            <a:extLst>
              <a:ext uri="{FF2B5EF4-FFF2-40B4-BE49-F238E27FC236}">
                <a16:creationId xmlns:a16="http://schemas.microsoft.com/office/drawing/2014/main" id="{828E2922-01C0-4FF8-C5BF-1293722EAD53}"/>
              </a:ext>
            </a:extLst>
          </p:cNvPr>
          <p:cNvCxnSpPr/>
          <p:nvPr/>
        </p:nvCxnSpPr>
        <p:spPr>
          <a:xfrm>
            <a:off x="6096000" y="659246"/>
            <a:ext cx="78486" cy="590400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AE3EED24-61A1-AA45-2856-AB2728FFEB72}"/>
              </a:ext>
            </a:extLst>
          </p:cNvPr>
          <p:cNvSpPr txBox="1"/>
          <p:nvPr/>
        </p:nvSpPr>
        <p:spPr>
          <a:xfrm>
            <a:off x="7107574" y="3651263"/>
            <a:ext cx="6155870" cy="307777"/>
          </a:xfrm>
          <a:prstGeom prst="rect">
            <a:avLst/>
          </a:prstGeom>
          <a:noFill/>
        </p:spPr>
        <p:txBody>
          <a:bodyPr wrap="square">
            <a:spAutoFit/>
          </a:bodyPr>
          <a:lstStyle/>
          <a:p>
            <a:pPr lvl="1"/>
            <a:r>
              <a:rPr lang="en-US" sz="1400" b="1" i="1" dirty="0">
                <a:solidFill>
                  <a:srgbClr val="0070C0"/>
                </a:solidFill>
              </a:rPr>
              <a:t>Key Performance Indicators</a:t>
            </a:r>
          </a:p>
        </p:txBody>
      </p:sp>
      <p:sp>
        <p:nvSpPr>
          <p:cNvPr id="27" name="TextBox 26">
            <a:extLst>
              <a:ext uri="{FF2B5EF4-FFF2-40B4-BE49-F238E27FC236}">
                <a16:creationId xmlns:a16="http://schemas.microsoft.com/office/drawing/2014/main" id="{2267896C-6F45-3E2A-1978-BA374A221820}"/>
              </a:ext>
            </a:extLst>
          </p:cNvPr>
          <p:cNvSpPr txBox="1"/>
          <p:nvPr/>
        </p:nvSpPr>
        <p:spPr>
          <a:xfrm>
            <a:off x="1411306" y="3649848"/>
            <a:ext cx="6155870" cy="307777"/>
          </a:xfrm>
          <a:prstGeom prst="rect">
            <a:avLst/>
          </a:prstGeom>
          <a:noFill/>
        </p:spPr>
        <p:txBody>
          <a:bodyPr wrap="square">
            <a:spAutoFit/>
          </a:bodyPr>
          <a:lstStyle/>
          <a:p>
            <a:pPr lvl="1"/>
            <a:r>
              <a:rPr lang="en-US" sz="1400" b="1" i="1" dirty="0">
                <a:solidFill>
                  <a:srgbClr val="0070C0"/>
                </a:solidFill>
              </a:rPr>
              <a:t>Value Proposition</a:t>
            </a:r>
          </a:p>
        </p:txBody>
      </p:sp>
      <p:pic>
        <p:nvPicPr>
          <p:cNvPr id="32" name="Graphic 31" descr="Badge 1 with solid fill">
            <a:extLst>
              <a:ext uri="{FF2B5EF4-FFF2-40B4-BE49-F238E27FC236}">
                <a16:creationId xmlns:a16="http://schemas.microsoft.com/office/drawing/2014/main" id="{F155C531-0BCF-3F64-E786-F92236D513F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4968" y="4013474"/>
            <a:ext cx="651068" cy="651068"/>
          </a:xfrm>
          <a:prstGeom prst="rect">
            <a:avLst/>
          </a:prstGeom>
        </p:spPr>
      </p:pic>
      <p:pic>
        <p:nvPicPr>
          <p:cNvPr id="33" name="Graphic 32" descr="Badge with solid fill">
            <a:extLst>
              <a:ext uri="{FF2B5EF4-FFF2-40B4-BE49-F238E27FC236}">
                <a16:creationId xmlns:a16="http://schemas.microsoft.com/office/drawing/2014/main" id="{4F62B68F-FD89-C8B5-CF71-ABADE3E56CF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124968" y="4963944"/>
            <a:ext cx="651600" cy="651600"/>
          </a:xfrm>
          <a:prstGeom prst="rect">
            <a:avLst/>
          </a:prstGeom>
        </p:spPr>
      </p:pic>
      <p:cxnSp>
        <p:nvCxnSpPr>
          <p:cNvPr id="35" name="Straight Connector 34">
            <a:extLst>
              <a:ext uri="{FF2B5EF4-FFF2-40B4-BE49-F238E27FC236}">
                <a16:creationId xmlns:a16="http://schemas.microsoft.com/office/drawing/2014/main" id="{22B2A338-4C10-1735-12F3-2020B7EEA6DD}"/>
              </a:ext>
            </a:extLst>
          </p:cNvPr>
          <p:cNvCxnSpPr>
            <a:cxnSpLocks/>
          </p:cNvCxnSpPr>
          <p:nvPr/>
        </p:nvCxnSpPr>
        <p:spPr>
          <a:xfrm>
            <a:off x="124968" y="3669943"/>
            <a:ext cx="11772000" cy="44115"/>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38" name="Rectangle 3">
            <a:extLst>
              <a:ext uri="{FF2B5EF4-FFF2-40B4-BE49-F238E27FC236}">
                <a16:creationId xmlns:a16="http://schemas.microsoft.com/office/drawing/2014/main" id="{1E8414D1-F3F1-844A-8D70-741470650872}"/>
              </a:ext>
            </a:extLst>
          </p:cNvPr>
          <p:cNvSpPr>
            <a:spLocks noChangeArrowheads="1"/>
          </p:cNvSpPr>
          <p:nvPr/>
        </p:nvSpPr>
        <p:spPr bwMode="auto">
          <a:xfrm>
            <a:off x="6912996" y="5709500"/>
            <a:ext cx="1200841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bg1"/>
                </a:solidFill>
                <a:effectLst/>
                <a:latin typeface="Arial" panose="020B0604020202020204" pitchFamily="34" charset="0"/>
              </a:rPr>
              <a:t>Adoption KPIs:</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Number of </a:t>
            </a:r>
            <a:r>
              <a:rPr lang="en-US" altLang="en-US" sz="1200" dirty="0">
                <a:solidFill>
                  <a:schemeClr val="bg1"/>
                </a:solidFill>
                <a:latin typeface="Arial" panose="020B0604020202020204" pitchFamily="34" charset="0"/>
              </a:rPr>
              <a:t>files processed</a:t>
            </a:r>
            <a:r>
              <a:rPr kumimoji="0" lang="en-US" altLang="en-US" sz="1200" b="0" i="0" u="none" strike="noStrike" cap="none" normalizeH="0" baseline="0" dirty="0">
                <a:ln>
                  <a:noFill/>
                </a:ln>
                <a:solidFill>
                  <a:schemeClr val="bg1"/>
                </a:solidFill>
                <a:effectLst/>
                <a:latin typeface="Arial" panose="020B0604020202020204" pitchFamily="34" charset="0"/>
              </a:rPr>
              <a:t> per client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Dashboard usage &amp; report downloads</a:t>
            </a:r>
            <a:endParaRPr kumimoji="0" lang="en-US" altLang="en-US" sz="1200" b="0" i="0" u="none" strike="noStrike" cap="none" normalizeH="0" baseline="0" dirty="0">
              <a:ln>
                <a:noFill/>
              </a:ln>
              <a:solidFill>
                <a:schemeClr val="bg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pic>
        <p:nvPicPr>
          <p:cNvPr id="39" name="Graphic 38" descr="Badge 1 with solid fill">
            <a:extLst>
              <a:ext uri="{FF2B5EF4-FFF2-40B4-BE49-F238E27FC236}">
                <a16:creationId xmlns:a16="http://schemas.microsoft.com/office/drawing/2014/main" id="{D65733D3-042B-DC47-E1ED-FF79E182CE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246254" y="4094248"/>
            <a:ext cx="651068" cy="651068"/>
          </a:xfrm>
          <a:prstGeom prst="rect">
            <a:avLst/>
          </a:prstGeom>
        </p:spPr>
      </p:pic>
      <p:pic>
        <p:nvPicPr>
          <p:cNvPr id="40" name="Graphic 39" descr="Badge with solid fill">
            <a:extLst>
              <a:ext uri="{FF2B5EF4-FFF2-40B4-BE49-F238E27FC236}">
                <a16:creationId xmlns:a16="http://schemas.microsoft.com/office/drawing/2014/main" id="{835198A6-FB4C-B584-ADA7-54BDB8E7E2E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245988" y="4901608"/>
            <a:ext cx="651600" cy="651600"/>
          </a:xfrm>
          <a:prstGeom prst="rect">
            <a:avLst/>
          </a:prstGeom>
        </p:spPr>
      </p:pic>
      <p:sp>
        <p:nvSpPr>
          <p:cNvPr id="41" name="Rectangle 3">
            <a:extLst>
              <a:ext uri="{FF2B5EF4-FFF2-40B4-BE49-F238E27FC236}">
                <a16:creationId xmlns:a16="http://schemas.microsoft.com/office/drawing/2014/main" id="{D96B96C5-AF0A-3B1A-31C9-8DA8246C1C12}"/>
              </a:ext>
            </a:extLst>
          </p:cNvPr>
          <p:cNvSpPr>
            <a:spLocks noChangeArrowheads="1"/>
          </p:cNvSpPr>
          <p:nvPr/>
        </p:nvSpPr>
        <p:spPr bwMode="auto">
          <a:xfrm>
            <a:off x="6912996" y="4901608"/>
            <a:ext cx="1200841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bg1"/>
                </a:solidFill>
                <a:effectLst/>
                <a:latin typeface="Arial" panose="020B0604020202020204" pitchFamily="34" charset="0"/>
              </a:rPr>
              <a:t>Business KPIs:</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200" b="0" i="0" u="none" strike="noStrike" cap="none" normalizeH="0" baseline="0" dirty="0">
                <a:ln>
                  <a:noFill/>
                </a:ln>
                <a:solidFill>
                  <a:schemeClr val="bg1"/>
                </a:solidFill>
                <a:effectLst/>
                <a:latin typeface="Arial" panose="020B0604020202020204" pitchFamily="34" charset="0"/>
              </a:rPr>
              <a:t>Reduction in </a:t>
            </a:r>
            <a:r>
              <a:rPr lang="en-US" altLang="en-US" sz="1200" dirty="0">
                <a:solidFill>
                  <a:schemeClr val="bg1"/>
                </a:solidFill>
                <a:latin typeface="Arial" panose="020B0604020202020204" pitchFamily="34" charset="0"/>
              </a:rPr>
              <a:t>manual analysis effort</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Increase in actionable insights identified</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sp>
        <p:nvSpPr>
          <p:cNvPr id="42" name="Rectangle 3">
            <a:extLst>
              <a:ext uri="{FF2B5EF4-FFF2-40B4-BE49-F238E27FC236}">
                <a16:creationId xmlns:a16="http://schemas.microsoft.com/office/drawing/2014/main" id="{EFA2997E-38C8-BA75-08D8-D38CC85F2AB7}"/>
              </a:ext>
            </a:extLst>
          </p:cNvPr>
          <p:cNvSpPr>
            <a:spLocks noChangeArrowheads="1"/>
          </p:cNvSpPr>
          <p:nvPr/>
        </p:nvSpPr>
        <p:spPr bwMode="auto">
          <a:xfrm>
            <a:off x="6912996" y="4118404"/>
            <a:ext cx="431054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US" altLang="en-US" sz="1200" b="1" dirty="0">
                <a:solidFill>
                  <a:schemeClr val="bg1"/>
                </a:solidFill>
                <a:latin typeface="Arial" panose="020B0604020202020204" pitchFamily="34" charset="0"/>
              </a:rPr>
              <a:t>Mode</a:t>
            </a:r>
            <a:r>
              <a:rPr kumimoji="0" lang="en-US" altLang="en-US" sz="1200" b="1" i="0" u="none" strike="noStrike" cap="none" normalizeH="0" baseline="0" dirty="0">
                <a:ln>
                  <a:noFill/>
                </a:ln>
                <a:solidFill>
                  <a:schemeClr val="bg1"/>
                </a:solidFill>
                <a:effectLst/>
                <a:latin typeface="Arial" panose="020B0604020202020204" pitchFamily="34" charset="0"/>
              </a:rPr>
              <a:t>l KPIs:</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Sentiment classification survey</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171450" marR="0" lvl="0"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1200" dirty="0">
                <a:solidFill>
                  <a:schemeClr val="bg1"/>
                </a:solidFill>
                <a:latin typeface="Arial" panose="020B0604020202020204" pitchFamily="34" charset="0"/>
              </a:rPr>
              <a:t>Topic relevance score (confidence-based)</a:t>
            </a:r>
            <a:r>
              <a:rPr kumimoji="0" lang="en-US" altLang="en-US" sz="1200" b="0" i="0" u="none" strike="noStrike" cap="none" normalizeH="0" baseline="0" dirty="0">
                <a:ln>
                  <a:noFill/>
                </a:ln>
                <a:solidFill>
                  <a:schemeClr val="bg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pic>
        <p:nvPicPr>
          <p:cNvPr id="43" name="Graphic 42" descr="Badge 3 with solid fill">
            <a:extLst>
              <a:ext uri="{FF2B5EF4-FFF2-40B4-BE49-F238E27FC236}">
                <a16:creationId xmlns:a16="http://schemas.microsoft.com/office/drawing/2014/main" id="{BF9CB894-CB37-C351-0848-624927FF80C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261396" y="5703805"/>
            <a:ext cx="651600" cy="651600"/>
          </a:xfrm>
          <a:prstGeom prst="rect">
            <a:avLst/>
          </a:prstGeom>
        </p:spPr>
      </p:pic>
      <p:sp>
        <p:nvSpPr>
          <p:cNvPr id="44" name="TextBox 43">
            <a:extLst>
              <a:ext uri="{FF2B5EF4-FFF2-40B4-BE49-F238E27FC236}">
                <a16:creationId xmlns:a16="http://schemas.microsoft.com/office/drawing/2014/main" id="{2A9F0CC2-DE35-92F5-9ED6-D661E64BA813}"/>
              </a:ext>
            </a:extLst>
          </p:cNvPr>
          <p:cNvSpPr txBox="1"/>
          <p:nvPr/>
        </p:nvSpPr>
        <p:spPr>
          <a:xfrm>
            <a:off x="7367151" y="776638"/>
            <a:ext cx="6155870" cy="307777"/>
          </a:xfrm>
          <a:prstGeom prst="rect">
            <a:avLst/>
          </a:prstGeom>
          <a:noFill/>
        </p:spPr>
        <p:txBody>
          <a:bodyPr wrap="square">
            <a:spAutoFit/>
          </a:bodyPr>
          <a:lstStyle/>
          <a:p>
            <a:pPr lvl="1"/>
            <a:r>
              <a:rPr lang="en-US" sz="1400" b="1" i="1" dirty="0">
                <a:solidFill>
                  <a:srgbClr val="0070C0"/>
                </a:solidFill>
              </a:rPr>
              <a:t>Market Entry Strategy</a:t>
            </a:r>
          </a:p>
        </p:txBody>
      </p:sp>
      <p:sp>
        <p:nvSpPr>
          <p:cNvPr id="46" name="Rectangle 1">
            <a:extLst>
              <a:ext uri="{FF2B5EF4-FFF2-40B4-BE49-F238E27FC236}">
                <a16:creationId xmlns:a16="http://schemas.microsoft.com/office/drawing/2014/main" id="{5ABEB511-50B0-EB98-047E-0D7D12C27C86}"/>
              </a:ext>
            </a:extLst>
          </p:cNvPr>
          <p:cNvSpPr>
            <a:spLocks noChangeArrowheads="1"/>
          </p:cNvSpPr>
          <p:nvPr/>
        </p:nvSpPr>
        <p:spPr bwMode="auto">
          <a:xfrm>
            <a:off x="737396" y="4969213"/>
            <a:ext cx="5245608"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r>
              <a:rPr kumimoji="0" lang="en-US" altLang="en-US" sz="1200" b="1" i="0" u="none" strike="noStrike" cap="none" normalizeH="0" baseline="0" dirty="0">
                <a:ln>
                  <a:noFill/>
                </a:ln>
                <a:solidFill>
                  <a:schemeClr val="bg1"/>
                </a:solidFill>
                <a:effectLst/>
                <a:latin typeface="Arial" panose="020B0604020202020204" pitchFamily="34" charset="0"/>
              </a:rPr>
              <a:t>Domain-Aware Insights:</a:t>
            </a:r>
            <a:r>
              <a:rPr lang="en-US" altLang="en-US" sz="1200" dirty="0">
                <a:solidFill>
                  <a:schemeClr val="bg1"/>
                </a:solidFill>
                <a:latin typeface="Arial" panose="020B0604020202020204" pitchFamily="34" charset="0"/>
              </a:rPr>
              <a:t> </a:t>
            </a:r>
          </a:p>
          <a:p>
            <a:pPr marL="171450" lvl="0" indent="-171450" eaLnBrk="0" fontAlgn="base" hangingPunct="0">
              <a:spcBef>
                <a:spcPct val="0"/>
              </a:spcBef>
              <a:spcAft>
                <a:spcPct val="0"/>
              </a:spcAft>
              <a:buFont typeface="Arial" panose="020B0604020202020204" pitchFamily="34" charset="0"/>
              <a:buChar char="•"/>
            </a:pPr>
            <a:r>
              <a:rPr lang="en-US" altLang="en-US" sz="1200" dirty="0">
                <a:solidFill>
                  <a:schemeClr val="bg1"/>
                </a:solidFill>
                <a:latin typeface="Arial" panose="020B0604020202020204" pitchFamily="34" charset="0"/>
              </a:rPr>
              <a:t>Custom topic modelling for different industries</a:t>
            </a:r>
          </a:p>
          <a:p>
            <a:pPr marL="171450" lvl="0" indent="-171450" eaLnBrk="0" fontAlgn="base" hangingPunct="0">
              <a:spcBef>
                <a:spcPct val="0"/>
              </a:spcBef>
              <a:spcAft>
                <a:spcPct val="0"/>
              </a:spcAft>
              <a:buFont typeface="Arial" panose="020B0604020202020204" pitchFamily="34" charset="0"/>
              <a:buChar char="•"/>
            </a:pPr>
            <a:r>
              <a:rPr lang="en-US" altLang="en-US" sz="1200" dirty="0">
                <a:solidFill>
                  <a:schemeClr val="bg1"/>
                </a:solidFill>
                <a:latin typeface="Arial" panose="020B0604020202020204" pitchFamily="34" charset="0"/>
              </a:rPr>
              <a:t>Converts unstructured feedback into actionable insights</a:t>
            </a:r>
          </a:p>
        </p:txBody>
      </p:sp>
      <p:sp>
        <p:nvSpPr>
          <p:cNvPr id="47" name="Rectangle 3">
            <a:extLst>
              <a:ext uri="{FF2B5EF4-FFF2-40B4-BE49-F238E27FC236}">
                <a16:creationId xmlns:a16="http://schemas.microsoft.com/office/drawing/2014/main" id="{8AF20636-665E-8892-43A4-A0DDB4D1051F}"/>
              </a:ext>
            </a:extLst>
          </p:cNvPr>
          <p:cNvSpPr>
            <a:spLocks noChangeArrowheads="1"/>
          </p:cNvSpPr>
          <p:nvPr/>
        </p:nvSpPr>
        <p:spPr bwMode="auto">
          <a:xfrm>
            <a:off x="6825820" y="2967264"/>
            <a:ext cx="4295139"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solidFill>
                  <a:schemeClr val="bg1"/>
                </a:solidFill>
              </a:rPr>
              <a:t>Enterprise Scaling:</a:t>
            </a: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Build integrations (APIs, Dashboards)</a:t>
            </a:r>
          </a:p>
          <a:p>
            <a:pPr marL="171450" indent="-171450">
              <a:buFont typeface="Arial" panose="020B0604020202020204" pitchFamily="34" charset="0"/>
              <a:buChar char="•"/>
            </a:pPr>
            <a:r>
              <a:rPr lang="en-US" sz="1200" dirty="0">
                <a:solidFill>
                  <a:schemeClr val="bg1"/>
                </a:solidFill>
              </a:rPr>
              <a:t>Position as unified feedback intelligence platform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pic>
        <p:nvPicPr>
          <p:cNvPr id="48" name="Graphic 47" descr="Badge 1 with solid fill">
            <a:extLst>
              <a:ext uri="{FF2B5EF4-FFF2-40B4-BE49-F238E27FC236}">
                <a16:creationId xmlns:a16="http://schemas.microsoft.com/office/drawing/2014/main" id="{A19BDC03-81AF-286C-8567-43948BC7DF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74752" y="1314056"/>
            <a:ext cx="651068" cy="651068"/>
          </a:xfrm>
          <a:prstGeom prst="rect">
            <a:avLst/>
          </a:prstGeom>
        </p:spPr>
      </p:pic>
      <p:pic>
        <p:nvPicPr>
          <p:cNvPr id="49" name="Graphic 48" descr="Badge with solid fill">
            <a:extLst>
              <a:ext uri="{FF2B5EF4-FFF2-40B4-BE49-F238E27FC236}">
                <a16:creationId xmlns:a16="http://schemas.microsoft.com/office/drawing/2014/main" id="{70293B62-FEE6-707B-FED9-EAC27728C78D}"/>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6174486" y="2100847"/>
            <a:ext cx="651600" cy="651600"/>
          </a:xfrm>
          <a:prstGeom prst="rect">
            <a:avLst/>
          </a:prstGeom>
        </p:spPr>
      </p:pic>
      <p:sp>
        <p:nvSpPr>
          <p:cNvPr id="50" name="Rectangle 3">
            <a:extLst>
              <a:ext uri="{FF2B5EF4-FFF2-40B4-BE49-F238E27FC236}">
                <a16:creationId xmlns:a16="http://schemas.microsoft.com/office/drawing/2014/main" id="{D2C1F967-0A37-50C1-CA8E-B384935239B3}"/>
              </a:ext>
            </a:extLst>
          </p:cNvPr>
          <p:cNvSpPr>
            <a:spLocks noChangeArrowheads="1"/>
          </p:cNvSpPr>
          <p:nvPr/>
        </p:nvSpPr>
        <p:spPr bwMode="auto">
          <a:xfrm>
            <a:off x="6810146" y="2112863"/>
            <a:ext cx="4197182"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solidFill>
                  <a:schemeClr val="bg1"/>
                </a:solidFill>
              </a:rPr>
              <a:t>Expand Across Functions:</a:t>
            </a: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Scale from HR-&gt;CX-&gt;Product teams</a:t>
            </a:r>
          </a:p>
          <a:p>
            <a:pPr marL="171450" indent="-171450">
              <a:buFont typeface="Arial" panose="020B0604020202020204" pitchFamily="34" charset="0"/>
              <a:buChar char="•"/>
            </a:pPr>
            <a:r>
              <a:rPr lang="en-US" sz="1200" dirty="0">
                <a:solidFill>
                  <a:schemeClr val="bg1"/>
                </a:solidFill>
              </a:rPr>
              <a:t>Enable multi-file, multi- domain analysis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sp>
        <p:nvSpPr>
          <p:cNvPr id="51" name="Rectangle 3">
            <a:extLst>
              <a:ext uri="{FF2B5EF4-FFF2-40B4-BE49-F238E27FC236}">
                <a16:creationId xmlns:a16="http://schemas.microsoft.com/office/drawing/2014/main" id="{D8ECF027-8FE7-CF41-BE0E-D3A7C2835DF2}"/>
              </a:ext>
            </a:extLst>
          </p:cNvPr>
          <p:cNvSpPr>
            <a:spLocks noChangeArrowheads="1"/>
          </p:cNvSpPr>
          <p:nvPr/>
        </p:nvSpPr>
        <p:spPr bwMode="auto">
          <a:xfrm>
            <a:off x="6810412" y="1259765"/>
            <a:ext cx="431054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200" b="1" dirty="0">
                <a:solidFill>
                  <a:schemeClr val="bg1"/>
                </a:solidFill>
              </a:rPr>
              <a:t>Pilot-Led Adoption:</a:t>
            </a:r>
            <a:endParaRPr lang="en-US" sz="1200" dirty="0">
              <a:solidFill>
                <a:schemeClr val="bg1"/>
              </a:solidFill>
            </a:endParaRPr>
          </a:p>
          <a:p>
            <a:pPr marL="171450" indent="-171450">
              <a:buFont typeface="Arial" panose="020B0604020202020204" pitchFamily="34" charset="0"/>
              <a:buChar char="•"/>
            </a:pPr>
            <a:r>
              <a:rPr lang="en-US" sz="1200" dirty="0">
                <a:solidFill>
                  <a:schemeClr val="bg1"/>
                </a:solidFill>
              </a:rPr>
              <a:t>Offer free pilot on existing survey/feedback datasets</a:t>
            </a:r>
          </a:p>
          <a:p>
            <a:pPr marL="171450" indent="-171450">
              <a:buFont typeface="Arial" panose="020B0604020202020204" pitchFamily="34" charset="0"/>
              <a:buChar char="•"/>
            </a:pPr>
            <a:r>
              <a:rPr lang="en-US" sz="1200" dirty="0">
                <a:solidFill>
                  <a:schemeClr val="bg1"/>
                </a:solidFill>
              </a:rPr>
              <a:t>Demonstrate insights(sentiment trends, key issues)</a:t>
            </a:r>
          </a:p>
          <a:p>
            <a:endParaRPr lang="en-US" sz="1200" dirty="0">
              <a:solidFill>
                <a:schemeClr val="bg1"/>
              </a:solidFill>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200" b="0" i="0" u="none" strike="noStrike" cap="none" normalizeH="0" baseline="0" dirty="0">
              <a:ln>
                <a:noFill/>
              </a:ln>
              <a:solidFill>
                <a:schemeClr val="bg1"/>
              </a:solidFill>
              <a:effectLst/>
              <a:latin typeface="Arial" panose="020B0604020202020204" pitchFamily="34" charset="0"/>
            </a:endParaRPr>
          </a:p>
        </p:txBody>
      </p:sp>
      <p:pic>
        <p:nvPicPr>
          <p:cNvPr id="52" name="Graphic 51" descr="Badge 3 with solid fill">
            <a:extLst>
              <a:ext uri="{FF2B5EF4-FFF2-40B4-BE49-F238E27FC236}">
                <a16:creationId xmlns:a16="http://schemas.microsoft.com/office/drawing/2014/main" id="{2451BC72-8D9E-A566-F929-27FF3C698F81}"/>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189894" y="2942663"/>
            <a:ext cx="651600" cy="651600"/>
          </a:xfrm>
          <a:prstGeom prst="rect">
            <a:avLst/>
          </a:prstGeom>
        </p:spPr>
      </p:pic>
      <p:sp>
        <p:nvSpPr>
          <p:cNvPr id="4" name="TextBox 3">
            <a:extLst>
              <a:ext uri="{FF2B5EF4-FFF2-40B4-BE49-F238E27FC236}">
                <a16:creationId xmlns:a16="http://schemas.microsoft.com/office/drawing/2014/main" id="{B37D0F20-94F1-0D26-B9EC-0A102E234CB8}"/>
              </a:ext>
            </a:extLst>
          </p:cNvPr>
          <p:cNvSpPr txBox="1"/>
          <p:nvPr/>
        </p:nvSpPr>
        <p:spPr>
          <a:xfrm>
            <a:off x="296620" y="6381812"/>
            <a:ext cx="9533179" cy="215444"/>
          </a:xfrm>
          <a:prstGeom prst="rect">
            <a:avLst/>
          </a:prstGeom>
          <a:noFill/>
        </p:spPr>
        <p:txBody>
          <a:bodyPr wrap="square">
            <a:spAutoFit/>
          </a:bodyPr>
          <a:lstStyle/>
          <a:p>
            <a:r>
              <a:rPr lang="en-US" sz="800" dirty="0">
                <a:solidFill>
                  <a:schemeClr val="bg1"/>
                </a:solidFill>
              </a:rPr>
              <a:t>Sources:- Competitor websites and other secondary sources</a:t>
            </a:r>
            <a:endParaRPr lang="en-IN" sz="800" dirty="0">
              <a:solidFill>
                <a:schemeClr val="bg1"/>
              </a:solidFill>
            </a:endParaRPr>
          </a:p>
        </p:txBody>
      </p:sp>
    </p:spTree>
    <p:extLst>
      <p:ext uri="{BB962C8B-B14F-4D97-AF65-F5344CB8AC3E}">
        <p14:creationId xmlns:p14="http://schemas.microsoft.com/office/powerpoint/2010/main" val="988947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4EA28B-F8FF-A52D-C752-3B7789627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635059-D4D0-04CB-DCEC-1E111C6A6A0F}"/>
              </a:ext>
            </a:extLst>
          </p:cNvPr>
          <p:cNvSpPr>
            <a:spLocks noGrp="1"/>
          </p:cNvSpPr>
          <p:nvPr>
            <p:ph type="title"/>
          </p:nvPr>
        </p:nvSpPr>
        <p:spPr>
          <a:xfrm>
            <a:off x="84735" y="-207713"/>
            <a:ext cx="11475720" cy="649257"/>
          </a:xfrm>
        </p:spPr>
        <p:txBody>
          <a:bodyPr/>
          <a:lstStyle/>
          <a:p>
            <a:r>
              <a:rPr lang="en-US" sz="2000" b="1" dirty="0">
                <a:latin typeface="+mn-lt"/>
                <a:ea typeface="+mn-ea"/>
                <a:cs typeface="+mn-cs"/>
              </a:rPr>
              <a:t>Data Scope and Sentiment Methodology</a:t>
            </a:r>
            <a:endParaRPr lang="en-IN" sz="2000" b="1" dirty="0">
              <a:latin typeface="+mn-lt"/>
              <a:ea typeface="+mn-ea"/>
              <a:cs typeface="+mn-cs"/>
            </a:endParaRPr>
          </a:p>
        </p:txBody>
      </p:sp>
      <p:sp>
        <p:nvSpPr>
          <p:cNvPr id="3" name="TextBox 2">
            <a:extLst>
              <a:ext uri="{FF2B5EF4-FFF2-40B4-BE49-F238E27FC236}">
                <a16:creationId xmlns:a16="http://schemas.microsoft.com/office/drawing/2014/main" id="{D7D47130-7FEB-4B9F-C0CF-D46C439393E8}"/>
              </a:ext>
            </a:extLst>
          </p:cNvPr>
          <p:cNvSpPr txBox="1"/>
          <p:nvPr/>
        </p:nvSpPr>
        <p:spPr>
          <a:xfrm>
            <a:off x="0" y="538858"/>
            <a:ext cx="11412747" cy="738664"/>
          </a:xfrm>
          <a:prstGeom prst="rect">
            <a:avLst/>
          </a:prstGeom>
          <a:solidFill>
            <a:schemeClr val="bg1">
              <a:lumMod val="85000"/>
            </a:schemeClr>
          </a:solidFill>
        </p:spPr>
        <p:txBody>
          <a:bodyPr wrap="square">
            <a:spAutoFit/>
          </a:bodyPr>
          <a:lstStyle/>
          <a:p>
            <a:r>
              <a:rPr lang="en-US" sz="1400" dirty="0"/>
              <a:t>An end-to-end sentiment analysis platform leveraging Hugging Face transformer models and sentence-transformer embeddings, combined with context-aware rules and threshold-based scoring. The solution supports multi-domain feedback analysis with high accuracy and explainability. Delivered through an interactive Streamlit UI for real-time insights and visualization.</a:t>
            </a:r>
            <a:endParaRPr lang="en-IN" sz="1400" dirty="0"/>
          </a:p>
        </p:txBody>
      </p:sp>
      <p:graphicFrame>
        <p:nvGraphicFramePr>
          <p:cNvPr id="4" name="Diagram 3">
            <a:extLst>
              <a:ext uri="{FF2B5EF4-FFF2-40B4-BE49-F238E27FC236}">
                <a16:creationId xmlns:a16="http://schemas.microsoft.com/office/drawing/2014/main" id="{A29FB220-7721-A187-039B-3F878A3CE637}"/>
              </a:ext>
            </a:extLst>
          </p:cNvPr>
          <p:cNvGraphicFramePr/>
          <p:nvPr>
            <p:extLst>
              <p:ext uri="{D42A27DB-BD31-4B8C-83A1-F6EECF244321}">
                <p14:modId xmlns:p14="http://schemas.microsoft.com/office/powerpoint/2010/main" val="4280653490"/>
              </p:ext>
            </p:extLst>
          </p:nvPr>
        </p:nvGraphicFramePr>
        <p:xfrm>
          <a:off x="84735" y="1575642"/>
          <a:ext cx="5529681" cy="443894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7" name="Table 6">
            <a:extLst>
              <a:ext uri="{FF2B5EF4-FFF2-40B4-BE49-F238E27FC236}">
                <a16:creationId xmlns:a16="http://schemas.microsoft.com/office/drawing/2014/main" id="{A38D4331-EBB1-BCBE-C638-3E5D4407FD0C}"/>
              </a:ext>
            </a:extLst>
          </p:cNvPr>
          <p:cNvGraphicFramePr>
            <a:graphicFrameLocks noGrp="1"/>
          </p:cNvGraphicFramePr>
          <p:nvPr>
            <p:extLst>
              <p:ext uri="{D42A27DB-BD31-4B8C-83A1-F6EECF244321}">
                <p14:modId xmlns:p14="http://schemas.microsoft.com/office/powerpoint/2010/main" val="3850959509"/>
              </p:ext>
            </p:extLst>
          </p:nvPr>
        </p:nvGraphicFramePr>
        <p:xfrm>
          <a:off x="9162288" y="4618102"/>
          <a:ext cx="2660905" cy="1490089"/>
        </p:xfrm>
        <a:graphic>
          <a:graphicData uri="http://schemas.openxmlformats.org/drawingml/2006/table">
            <a:tbl>
              <a:tblPr>
                <a:tableStyleId>{306799F8-075E-4A3A-A7F6-7FBC6576F1A4}</a:tableStyleId>
              </a:tblPr>
              <a:tblGrid>
                <a:gridCol w="689208">
                  <a:extLst>
                    <a:ext uri="{9D8B030D-6E8A-4147-A177-3AD203B41FA5}">
                      <a16:colId xmlns:a16="http://schemas.microsoft.com/office/drawing/2014/main" val="3318541692"/>
                    </a:ext>
                  </a:extLst>
                </a:gridCol>
                <a:gridCol w="331413">
                  <a:extLst>
                    <a:ext uri="{9D8B030D-6E8A-4147-A177-3AD203B41FA5}">
                      <a16:colId xmlns:a16="http://schemas.microsoft.com/office/drawing/2014/main" val="2579308371"/>
                    </a:ext>
                  </a:extLst>
                </a:gridCol>
                <a:gridCol w="320390">
                  <a:extLst>
                    <a:ext uri="{9D8B030D-6E8A-4147-A177-3AD203B41FA5}">
                      <a16:colId xmlns:a16="http://schemas.microsoft.com/office/drawing/2014/main" val="59229512"/>
                    </a:ext>
                  </a:extLst>
                </a:gridCol>
                <a:gridCol w="488459">
                  <a:extLst>
                    <a:ext uri="{9D8B030D-6E8A-4147-A177-3AD203B41FA5}">
                      <a16:colId xmlns:a16="http://schemas.microsoft.com/office/drawing/2014/main" val="2503472690"/>
                    </a:ext>
                  </a:extLst>
                </a:gridCol>
                <a:gridCol w="474075">
                  <a:extLst>
                    <a:ext uri="{9D8B030D-6E8A-4147-A177-3AD203B41FA5}">
                      <a16:colId xmlns:a16="http://schemas.microsoft.com/office/drawing/2014/main" val="1585890807"/>
                    </a:ext>
                  </a:extLst>
                </a:gridCol>
                <a:gridCol w="357360">
                  <a:extLst>
                    <a:ext uri="{9D8B030D-6E8A-4147-A177-3AD203B41FA5}">
                      <a16:colId xmlns:a16="http://schemas.microsoft.com/office/drawing/2014/main" val="2027302924"/>
                    </a:ext>
                  </a:extLst>
                </a:gridCol>
              </a:tblGrid>
              <a:tr h="215228">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750"/>
                        </a:lnSpc>
                        <a:buNone/>
                      </a:pPr>
                      <a:endParaRPr lang="en-US" sz="1200" b="1"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979083918"/>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1315727838"/>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marL="0" marR="0" lvl="0" indent="0" algn="ctr" defTabSz="914400" rtl="0" eaLnBrk="1" fontAlgn="base" latinLnBrk="0" hangingPunct="1">
                        <a:lnSpc>
                          <a:spcPts val="600"/>
                        </a:lnSpc>
                        <a:spcBef>
                          <a:spcPts val="0"/>
                        </a:spcBef>
                        <a:spcAft>
                          <a:spcPts val="0"/>
                        </a:spcAft>
                        <a:buClrTx/>
                        <a:buSzTx/>
                        <a:buFontTx/>
                        <a:buNone/>
                        <a:tabLst/>
                        <a:defRPr/>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3975264753"/>
                  </a:ext>
                </a:extLst>
              </a:tr>
              <a:tr h="182123">
                <a:tc>
                  <a:txBody>
                    <a:bodyPr/>
                    <a:lstStyle/>
                    <a:p>
                      <a:pPr algn="l" fontAlgn="base">
                        <a:lnSpc>
                          <a:spcPts val="600"/>
                        </a:lnSpc>
                        <a:buNone/>
                      </a:pPr>
                      <a:endParaRPr lang="en-US" sz="1200" b="1" dirty="0">
                        <a:solidFill>
                          <a:schemeClr val="bg1"/>
                        </a:solidFill>
                        <a:effectLs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1560875435"/>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3901409625"/>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3752804605"/>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2374191176"/>
                  </a:ext>
                </a:extLst>
              </a:tr>
              <a:tr h="182123">
                <a:tc>
                  <a:txBody>
                    <a:bodyPr/>
                    <a:lstStyle/>
                    <a:p>
                      <a:pPr algn="l"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tc>
                  <a:txBody>
                    <a:bodyPr/>
                    <a:lstStyle/>
                    <a:p>
                      <a:pPr algn="ctr" fontAlgn="base">
                        <a:lnSpc>
                          <a:spcPts val="600"/>
                        </a:lnSpc>
                        <a:buNone/>
                      </a:pPr>
                      <a:endParaRPr lang="en-US" sz="1200" b="0" i="0" dirty="0">
                        <a:solidFill>
                          <a:schemeClr val="bg1"/>
                        </a:solidFill>
                        <a:effectLst/>
                        <a:latin typeface="+mn-lt"/>
                      </a:endParaRPr>
                    </a:p>
                  </a:txBody>
                  <a:tcPr anchor="ctr">
                    <a:lnL w="12700" cap="flat" cmpd="sng" algn="ctr">
                      <a:solidFill>
                        <a:schemeClr val="tx1">
                          <a:lumMod val="85000"/>
                          <a:lumOff val="15000"/>
                        </a:schemeClr>
                      </a:solidFill>
                      <a:prstDash val="solid"/>
                      <a:round/>
                      <a:headEnd type="none" w="med" len="med"/>
                      <a:tailEnd type="none" w="med" len="med"/>
                    </a:lnL>
                    <a:lnR w="12700" cap="flat" cmpd="sng" algn="ctr">
                      <a:solidFill>
                        <a:schemeClr val="tx1">
                          <a:lumMod val="85000"/>
                          <a:lumOff val="15000"/>
                        </a:schemeClr>
                      </a:solidFill>
                      <a:prstDash val="solid"/>
                      <a:round/>
                      <a:headEnd type="none" w="med" len="med"/>
                      <a:tailEnd type="none" w="med" len="med"/>
                    </a:lnR>
                    <a:lnT w="12700" cap="flat" cmpd="sng" algn="ctr">
                      <a:solidFill>
                        <a:schemeClr val="tx1">
                          <a:lumMod val="85000"/>
                          <a:lumOff val="15000"/>
                        </a:schemeClr>
                      </a:solidFill>
                      <a:prstDash val="solid"/>
                      <a:round/>
                      <a:headEnd type="none" w="med" len="med"/>
                      <a:tailEnd type="none" w="med" len="med"/>
                    </a:lnT>
                    <a:lnB w="12700" cap="flat" cmpd="sng" algn="ctr">
                      <a:solidFill>
                        <a:schemeClr val="tx1">
                          <a:lumMod val="85000"/>
                          <a:lumOff val="15000"/>
                        </a:schemeClr>
                      </a:solidFill>
                      <a:prstDash val="solid"/>
                      <a:round/>
                      <a:headEnd type="none" w="med" len="med"/>
                      <a:tailEnd type="none" w="med" len="med"/>
                    </a:lnB>
                  </a:tcPr>
                </a:tc>
                <a:extLst>
                  <a:ext uri="{0D108BD9-81ED-4DB2-BD59-A6C34878D82A}">
                    <a16:rowId xmlns:a16="http://schemas.microsoft.com/office/drawing/2014/main" val="443212253"/>
                  </a:ext>
                </a:extLst>
              </a:tr>
            </a:tbl>
          </a:graphicData>
        </a:graphic>
      </p:graphicFrame>
      <p:cxnSp>
        <p:nvCxnSpPr>
          <p:cNvPr id="13" name="Straight Connector 12">
            <a:extLst>
              <a:ext uri="{FF2B5EF4-FFF2-40B4-BE49-F238E27FC236}">
                <a16:creationId xmlns:a16="http://schemas.microsoft.com/office/drawing/2014/main" id="{9BBB5FBA-8026-6BE5-7467-68137851F174}"/>
              </a:ext>
            </a:extLst>
          </p:cNvPr>
          <p:cNvCxnSpPr/>
          <p:nvPr/>
        </p:nvCxnSpPr>
        <p:spPr>
          <a:xfrm>
            <a:off x="5744109" y="1263274"/>
            <a:ext cx="78486" cy="5112000"/>
          </a:xfrm>
          <a:prstGeom prst="line">
            <a:avLst/>
          </a:prstGeom>
          <a:ln>
            <a:prstDash val="sys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FF551A0-0A52-BD24-1CD8-FFC0EBD15651}"/>
              </a:ext>
            </a:extLst>
          </p:cNvPr>
          <p:cNvSpPr txBox="1"/>
          <p:nvPr/>
        </p:nvSpPr>
        <p:spPr>
          <a:xfrm>
            <a:off x="192024" y="1288869"/>
            <a:ext cx="5422392" cy="307777"/>
          </a:xfrm>
          <a:prstGeom prst="rect">
            <a:avLst/>
          </a:prstGeom>
          <a:noFill/>
        </p:spPr>
        <p:txBody>
          <a:bodyPr wrap="square" rtlCol="0">
            <a:spAutoFit/>
          </a:bodyPr>
          <a:lstStyle/>
          <a:p>
            <a:r>
              <a:rPr lang="en-US" sz="1400" b="1" i="1" dirty="0">
                <a:solidFill>
                  <a:srgbClr val="0070C0"/>
                </a:solidFill>
              </a:rPr>
              <a:t>Covering, Processing Approach and Analytical Framework</a:t>
            </a:r>
            <a:endParaRPr lang="en-IN" sz="1400" b="1" i="1" dirty="0">
              <a:solidFill>
                <a:srgbClr val="0070C0"/>
              </a:solidFill>
            </a:endParaRPr>
          </a:p>
        </p:txBody>
      </p:sp>
      <p:sp>
        <p:nvSpPr>
          <p:cNvPr id="15" name="TextBox 14">
            <a:extLst>
              <a:ext uri="{FF2B5EF4-FFF2-40B4-BE49-F238E27FC236}">
                <a16:creationId xmlns:a16="http://schemas.microsoft.com/office/drawing/2014/main" id="{345B07C4-A237-59AC-46B8-10A66108180A}"/>
              </a:ext>
            </a:extLst>
          </p:cNvPr>
          <p:cNvSpPr txBox="1"/>
          <p:nvPr/>
        </p:nvSpPr>
        <p:spPr>
          <a:xfrm>
            <a:off x="7202600" y="1288869"/>
            <a:ext cx="3654351" cy="307777"/>
          </a:xfrm>
          <a:prstGeom prst="rect">
            <a:avLst/>
          </a:prstGeom>
          <a:noFill/>
        </p:spPr>
        <p:txBody>
          <a:bodyPr wrap="square" rtlCol="0">
            <a:spAutoFit/>
          </a:bodyPr>
          <a:lstStyle/>
          <a:p>
            <a:r>
              <a:rPr lang="en-US" sz="1400" b="1" i="1" dirty="0">
                <a:solidFill>
                  <a:srgbClr val="0070C0"/>
                </a:solidFill>
              </a:rPr>
              <a:t>Sentiment Analysis Methodology Matrix</a:t>
            </a:r>
            <a:endParaRPr lang="en-IN" sz="1400" b="1" i="1" dirty="0">
              <a:solidFill>
                <a:srgbClr val="0070C0"/>
              </a:solidFill>
            </a:endParaRPr>
          </a:p>
        </p:txBody>
      </p:sp>
      <p:sp>
        <p:nvSpPr>
          <p:cNvPr id="5" name="TextBox 4">
            <a:extLst>
              <a:ext uri="{FF2B5EF4-FFF2-40B4-BE49-F238E27FC236}">
                <a16:creationId xmlns:a16="http://schemas.microsoft.com/office/drawing/2014/main" id="{41F12AD8-6654-AB92-CC77-7A094A8BFF51}"/>
              </a:ext>
            </a:extLst>
          </p:cNvPr>
          <p:cNvSpPr txBox="1"/>
          <p:nvPr/>
        </p:nvSpPr>
        <p:spPr>
          <a:xfrm>
            <a:off x="296620" y="6381812"/>
            <a:ext cx="9533179" cy="215444"/>
          </a:xfrm>
          <a:prstGeom prst="rect">
            <a:avLst/>
          </a:prstGeom>
          <a:noFill/>
        </p:spPr>
        <p:txBody>
          <a:bodyPr wrap="square">
            <a:spAutoFit/>
          </a:bodyPr>
          <a:lstStyle/>
          <a:p>
            <a:r>
              <a:rPr lang="en-US" sz="800" dirty="0">
                <a:solidFill>
                  <a:schemeClr val="bg1"/>
                </a:solidFill>
              </a:rPr>
              <a:t>Sources:- Competitor websites and other secondary sources</a:t>
            </a:r>
            <a:endParaRPr lang="en-IN" sz="800" dirty="0">
              <a:solidFill>
                <a:schemeClr val="bg1"/>
              </a:solidFill>
            </a:endParaRPr>
          </a:p>
        </p:txBody>
      </p:sp>
      <p:graphicFrame>
        <p:nvGraphicFramePr>
          <p:cNvPr id="6" name="Table 5">
            <a:extLst>
              <a:ext uri="{FF2B5EF4-FFF2-40B4-BE49-F238E27FC236}">
                <a16:creationId xmlns:a16="http://schemas.microsoft.com/office/drawing/2014/main" id="{569DF94B-5ADC-1B41-D205-2E02F36761CE}"/>
              </a:ext>
            </a:extLst>
          </p:cNvPr>
          <p:cNvGraphicFramePr>
            <a:graphicFrameLocks noGrp="1"/>
          </p:cNvGraphicFramePr>
          <p:nvPr>
            <p:extLst>
              <p:ext uri="{D42A27DB-BD31-4B8C-83A1-F6EECF244321}">
                <p14:modId xmlns:p14="http://schemas.microsoft.com/office/powerpoint/2010/main" val="1286570518"/>
              </p:ext>
            </p:extLst>
          </p:nvPr>
        </p:nvGraphicFramePr>
        <p:xfrm>
          <a:off x="5952288" y="2121407"/>
          <a:ext cx="6154976" cy="3986784"/>
        </p:xfrm>
        <a:graphic>
          <a:graphicData uri="http://schemas.openxmlformats.org/drawingml/2006/table">
            <a:tbl>
              <a:tblPr firstRow="1" bandRow="1">
                <a:tableStyleId>{00A15C55-8517-42AA-B614-E9B94910E393}</a:tableStyleId>
              </a:tblPr>
              <a:tblGrid>
                <a:gridCol w="1538744">
                  <a:extLst>
                    <a:ext uri="{9D8B030D-6E8A-4147-A177-3AD203B41FA5}">
                      <a16:colId xmlns:a16="http://schemas.microsoft.com/office/drawing/2014/main" val="2583562517"/>
                    </a:ext>
                  </a:extLst>
                </a:gridCol>
                <a:gridCol w="1538744">
                  <a:extLst>
                    <a:ext uri="{9D8B030D-6E8A-4147-A177-3AD203B41FA5}">
                      <a16:colId xmlns:a16="http://schemas.microsoft.com/office/drawing/2014/main" val="2578681754"/>
                    </a:ext>
                  </a:extLst>
                </a:gridCol>
                <a:gridCol w="1538744">
                  <a:extLst>
                    <a:ext uri="{9D8B030D-6E8A-4147-A177-3AD203B41FA5}">
                      <a16:colId xmlns:a16="http://schemas.microsoft.com/office/drawing/2014/main" val="119570817"/>
                    </a:ext>
                  </a:extLst>
                </a:gridCol>
                <a:gridCol w="1538744">
                  <a:extLst>
                    <a:ext uri="{9D8B030D-6E8A-4147-A177-3AD203B41FA5}">
                      <a16:colId xmlns:a16="http://schemas.microsoft.com/office/drawing/2014/main" val="324636942"/>
                    </a:ext>
                  </a:extLst>
                </a:gridCol>
              </a:tblGrid>
              <a:tr h="996696">
                <a:tc>
                  <a:txBody>
                    <a:bodyPr/>
                    <a:lstStyle/>
                    <a:p>
                      <a:r>
                        <a:rPr lang="en-US" dirty="0"/>
                        <a:t>Input type</a:t>
                      </a:r>
                      <a:endParaRPr lang="en-IN" dirty="0"/>
                    </a:p>
                  </a:txBody>
                  <a:tcPr/>
                </a:tc>
                <a:tc>
                  <a:txBody>
                    <a:bodyPr/>
                    <a:lstStyle/>
                    <a:p>
                      <a:r>
                        <a:rPr lang="en-US" dirty="0"/>
                        <a:t>NLP Method</a:t>
                      </a:r>
                      <a:endParaRPr lang="en-IN" dirty="0"/>
                    </a:p>
                  </a:txBody>
                  <a:tcPr/>
                </a:tc>
                <a:tc>
                  <a:txBody>
                    <a:bodyPr/>
                    <a:lstStyle/>
                    <a:p>
                      <a:r>
                        <a:rPr lang="en-US" dirty="0"/>
                        <a:t>Special Rules</a:t>
                      </a:r>
                      <a:endParaRPr lang="en-IN" dirty="0"/>
                    </a:p>
                  </a:txBody>
                  <a:tcPr/>
                </a:tc>
                <a:tc>
                  <a:txBody>
                    <a:bodyPr/>
                    <a:lstStyle/>
                    <a:p>
                      <a:r>
                        <a:rPr lang="en-US" dirty="0"/>
                        <a:t>Output</a:t>
                      </a:r>
                      <a:endParaRPr lang="en-IN" dirty="0"/>
                    </a:p>
                  </a:txBody>
                  <a:tcPr/>
                </a:tc>
                <a:extLst>
                  <a:ext uri="{0D108BD9-81ED-4DB2-BD59-A6C34878D82A}">
                    <a16:rowId xmlns:a16="http://schemas.microsoft.com/office/drawing/2014/main" val="838231571"/>
                  </a:ext>
                </a:extLst>
              </a:tr>
              <a:tr h="996696">
                <a:tc>
                  <a:txBody>
                    <a:bodyPr/>
                    <a:lstStyle/>
                    <a:p>
                      <a:r>
                        <a:rPr lang="en-US" dirty="0"/>
                        <a:t>Long feedback</a:t>
                      </a:r>
                      <a:endParaRPr lang="en-IN" dirty="0"/>
                    </a:p>
                  </a:txBody>
                  <a:tcPr/>
                </a:tc>
                <a:tc>
                  <a:txBody>
                    <a:bodyPr/>
                    <a:lstStyle/>
                    <a:p>
                      <a:r>
                        <a:rPr lang="en-US" dirty="0"/>
                        <a:t>Sentiment + Topic</a:t>
                      </a:r>
                      <a:endParaRPr lang="en-IN" dirty="0"/>
                    </a:p>
                  </a:txBody>
                  <a:tcPr/>
                </a:tc>
                <a:tc>
                  <a:txBody>
                    <a:bodyPr/>
                    <a:lstStyle/>
                    <a:p>
                      <a:r>
                        <a:rPr lang="en-US" dirty="0"/>
                        <a:t>Contrast override</a:t>
                      </a:r>
                      <a:endParaRPr lang="en-IN" dirty="0"/>
                    </a:p>
                  </a:txBody>
                  <a:tcPr/>
                </a:tc>
                <a:tc>
                  <a:txBody>
                    <a:bodyPr/>
                    <a:lstStyle/>
                    <a:p>
                      <a:r>
                        <a:rPr lang="en-US" dirty="0"/>
                        <a:t>Pos/Neu</a:t>
                      </a:r>
                    </a:p>
                    <a:p>
                      <a:r>
                        <a:rPr lang="en-US" dirty="0"/>
                        <a:t>/Neg</a:t>
                      </a:r>
                      <a:endParaRPr lang="en-IN" dirty="0"/>
                    </a:p>
                  </a:txBody>
                  <a:tcPr/>
                </a:tc>
                <a:extLst>
                  <a:ext uri="{0D108BD9-81ED-4DB2-BD59-A6C34878D82A}">
                    <a16:rowId xmlns:a16="http://schemas.microsoft.com/office/drawing/2014/main" val="355876509"/>
                  </a:ext>
                </a:extLst>
              </a:tr>
              <a:tr h="996696">
                <a:tc>
                  <a:txBody>
                    <a:bodyPr/>
                    <a:lstStyle/>
                    <a:p>
                      <a:r>
                        <a:rPr lang="en-US" dirty="0"/>
                        <a:t>Suggestions/Improvements</a:t>
                      </a:r>
                      <a:endParaRPr lang="en-IN" dirty="0"/>
                    </a:p>
                  </a:txBody>
                  <a:tcPr/>
                </a:tc>
                <a:tc>
                  <a:txBody>
                    <a:bodyPr/>
                    <a:lstStyle/>
                    <a:p>
                      <a:r>
                        <a:rPr lang="en-US" dirty="0"/>
                        <a:t>Topic Modelling</a:t>
                      </a:r>
                      <a:endParaRPr lang="en-IN" dirty="0"/>
                    </a:p>
                  </a:txBody>
                  <a:tcPr/>
                </a:tc>
                <a:tc>
                  <a:txBody>
                    <a:bodyPr/>
                    <a:lstStyle/>
                    <a:p>
                      <a:r>
                        <a:rPr lang="en-US" dirty="0"/>
                        <a:t>Only Topic Extraction</a:t>
                      </a:r>
                      <a:endParaRPr lang="en-IN" dirty="0"/>
                    </a:p>
                  </a:txBody>
                  <a:tcPr/>
                </a:tc>
                <a:tc>
                  <a:txBody>
                    <a:bodyPr/>
                    <a:lstStyle/>
                    <a:p>
                      <a:r>
                        <a:rPr lang="en-US" dirty="0"/>
                        <a:t>Key Themes</a:t>
                      </a:r>
                      <a:endParaRPr lang="en-IN" dirty="0"/>
                    </a:p>
                  </a:txBody>
                  <a:tcPr/>
                </a:tc>
                <a:extLst>
                  <a:ext uri="{0D108BD9-81ED-4DB2-BD59-A6C34878D82A}">
                    <a16:rowId xmlns:a16="http://schemas.microsoft.com/office/drawing/2014/main" val="2269951970"/>
                  </a:ext>
                </a:extLst>
              </a:tr>
              <a:tr h="996696">
                <a:tc>
                  <a:txBody>
                    <a:bodyPr/>
                    <a:lstStyle/>
                    <a:p>
                      <a:r>
                        <a:rPr lang="en-US" dirty="0"/>
                        <a:t>Survey Ratings(1-5)</a:t>
                      </a:r>
                      <a:endParaRPr lang="en-IN" dirty="0"/>
                    </a:p>
                  </a:txBody>
                  <a:tcPr/>
                </a:tc>
                <a:tc>
                  <a:txBody>
                    <a:bodyPr/>
                    <a:lstStyle/>
                    <a:p>
                      <a:r>
                        <a:rPr lang="en-US" dirty="0"/>
                        <a:t>Rule-Based Sentiment Mapping</a:t>
                      </a:r>
                      <a:endParaRPr lang="en-IN" dirty="0"/>
                    </a:p>
                  </a:txBody>
                  <a:tcPr/>
                </a:tc>
                <a:tc>
                  <a:txBody>
                    <a:bodyPr/>
                    <a:lstStyle/>
                    <a:p>
                      <a:r>
                        <a:rPr lang="en-US" dirty="0"/>
                        <a:t>1-2=Neg/</a:t>
                      </a:r>
                    </a:p>
                    <a:p>
                      <a:r>
                        <a:rPr lang="en-US" dirty="0"/>
                        <a:t>3=Neu/</a:t>
                      </a:r>
                    </a:p>
                    <a:p>
                      <a:r>
                        <a:rPr lang="en-US" dirty="0"/>
                        <a:t>4-5=Pos</a:t>
                      </a:r>
                      <a:endParaRPr lang="en-IN" dirty="0"/>
                    </a:p>
                  </a:txBody>
                  <a:tcPr/>
                </a:tc>
                <a:tc>
                  <a:txBody>
                    <a:bodyPr/>
                    <a:lstStyle/>
                    <a:p>
                      <a:r>
                        <a:rPr lang="en-US" dirty="0"/>
                        <a:t>Pos/Neu</a:t>
                      </a:r>
                    </a:p>
                    <a:p>
                      <a:r>
                        <a:rPr lang="en-US" dirty="0"/>
                        <a:t>/Neg</a:t>
                      </a:r>
                      <a:endParaRPr lang="en-IN" dirty="0"/>
                    </a:p>
                  </a:txBody>
                  <a:tcPr/>
                </a:tc>
                <a:extLst>
                  <a:ext uri="{0D108BD9-81ED-4DB2-BD59-A6C34878D82A}">
                    <a16:rowId xmlns:a16="http://schemas.microsoft.com/office/drawing/2014/main" val="3352594214"/>
                  </a:ext>
                </a:extLst>
              </a:tr>
            </a:tbl>
          </a:graphicData>
        </a:graphic>
      </p:graphicFrame>
    </p:spTree>
    <p:extLst>
      <p:ext uri="{BB962C8B-B14F-4D97-AF65-F5344CB8AC3E}">
        <p14:creationId xmlns:p14="http://schemas.microsoft.com/office/powerpoint/2010/main" val="460033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a:extLst>
            <a:ext uri="{FF2B5EF4-FFF2-40B4-BE49-F238E27FC236}">
              <a16:creationId xmlns:a16="http://schemas.microsoft.com/office/drawing/2014/main" id="{C9CC838C-B765-8C43-BAC3-B3155BC11383}"/>
            </a:ext>
          </a:extLst>
        </p:cNvPr>
        <p:cNvGrpSpPr/>
        <p:nvPr/>
      </p:nvGrpSpPr>
      <p:grpSpPr>
        <a:xfrm>
          <a:off x="0" y="0"/>
          <a:ext cx="0" cy="0"/>
          <a:chOff x="0" y="0"/>
          <a:chExt cx="0" cy="0"/>
        </a:xfrm>
      </p:grpSpPr>
      <p:sp>
        <p:nvSpPr>
          <p:cNvPr id="16" name="Title 15">
            <a:extLst>
              <a:ext uri="{FF2B5EF4-FFF2-40B4-BE49-F238E27FC236}">
                <a16:creationId xmlns:a16="http://schemas.microsoft.com/office/drawing/2014/main" id="{5B0E99C8-FFE6-DCAB-866A-889E78FB7283}"/>
              </a:ext>
            </a:extLst>
          </p:cNvPr>
          <p:cNvSpPr>
            <a:spLocks noGrp="1"/>
          </p:cNvSpPr>
          <p:nvPr>
            <p:ph type="title"/>
          </p:nvPr>
        </p:nvSpPr>
        <p:spPr>
          <a:noFill/>
        </p:spPr>
        <p:txBody>
          <a:bodyPr/>
          <a:lstStyle/>
          <a:p>
            <a:pPr lvl="0"/>
            <a:r>
              <a:rPr lang="en-US" sz="6600" dirty="0">
                <a:latin typeface="Ubuntu Light" panose="020B0304030602030204" pitchFamily="34" charset="0"/>
              </a:rPr>
              <a:t>SENTIMENT ANALYZER MODEL</a:t>
            </a:r>
          </a:p>
        </p:txBody>
      </p:sp>
    </p:spTree>
    <p:extLst>
      <p:ext uri="{BB962C8B-B14F-4D97-AF65-F5344CB8AC3E}">
        <p14:creationId xmlns:p14="http://schemas.microsoft.com/office/powerpoint/2010/main" val="1690003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50000"/>
          </a:schemeClr>
        </a:solidFill>
        <a:effectLst/>
      </p:bgPr>
    </p:bg>
    <p:spTree>
      <p:nvGrpSpPr>
        <p:cNvPr id="1" name="">
          <a:extLst>
            <a:ext uri="{FF2B5EF4-FFF2-40B4-BE49-F238E27FC236}">
              <a16:creationId xmlns:a16="http://schemas.microsoft.com/office/drawing/2014/main" id="{180757EB-A0BA-C707-8A73-02A0E21CC76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FE14E8F-723A-8BA9-D2C7-17441E5F63B5}"/>
              </a:ext>
            </a:extLst>
          </p:cNvPr>
          <p:cNvSpPr>
            <a:spLocks noGrp="1"/>
          </p:cNvSpPr>
          <p:nvPr>
            <p:ph type="title"/>
          </p:nvPr>
        </p:nvSpPr>
        <p:spPr>
          <a:xfrm>
            <a:off x="551384" y="549274"/>
            <a:ext cx="11090938" cy="930372"/>
          </a:xfrm>
        </p:spPr>
        <p:txBody>
          <a:bodyPr/>
          <a:lstStyle/>
          <a:p>
            <a:r>
              <a:rPr lang="en-US" dirty="0"/>
              <a:t>Categories 1</a:t>
            </a:r>
            <a:br>
              <a:rPr lang="en-US" dirty="0"/>
            </a:br>
            <a:endParaRPr lang="en-US" dirty="0"/>
          </a:p>
        </p:txBody>
      </p:sp>
      <p:sp>
        <p:nvSpPr>
          <p:cNvPr id="24" name="Text Placeholder 3">
            <a:extLst>
              <a:ext uri="{FF2B5EF4-FFF2-40B4-BE49-F238E27FC236}">
                <a16:creationId xmlns:a16="http://schemas.microsoft.com/office/drawing/2014/main" id="{D8AE20FB-1E35-AB1F-94A8-5198C2F23475}"/>
              </a:ext>
            </a:extLst>
          </p:cNvPr>
          <p:cNvSpPr txBox="1">
            <a:spLocks/>
          </p:cNvSpPr>
          <p:nvPr/>
        </p:nvSpPr>
        <p:spPr>
          <a:xfrm>
            <a:off x="550863" y="2204864"/>
            <a:ext cx="5108869" cy="307777"/>
          </a:xfrm>
          <a:prstGeom prst="rect">
            <a:avLst/>
          </a:prstGeom>
        </p:spPr>
        <p:txBody>
          <a:bodyPr vert="horz" wrap="square" lIns="0" tIns="0" rIns="0" bIns="0" rtlCol="0" anchor="t">
            <a:spAutoFit/>
          </a:bodyPr>
          <a:lstStyle>
            <a:defPPr>
              <a:defRPr lang="pt-PT"/>
            </a:defPPr>
            <a:lvl1pPr marR="0" indent="0" fontAlgn="auto">
              <a:lnSpc>
                <a:spcPct val="100000"/>
              </a:lnSpc>
              <a:spcBef>
                <a:spcPts val="1200"/>
              </a:spcBef>
              <a:spcAft>
                <a:spcPts val="0"/>
              </a:spcAft>
              <a:buClrTx/>
              <a:buSzTx/>
              <a:buFont typeface="Arial" panose="020B0604020202020204" pitchFamily="34" charset="0"/>
              <a:buNone/>
              <a:tabLst/>
              <a:defRPr sz="2000" b="0">
                <a:solidFill>
                  <a:schemeClr val="accent2"/>
                </a:solidFill>
              </a:defRPr>
            </a:lvl1pPr>
            <a:lvl2pPr marL="180975" indent="-180975">
              <a:lnSpc>
                <a:spcPct val="100000"/>
              </a:lnSpc>
              <a:spcBef>
                <a:spcPts val="1200"/>
              </a:spcBef>
              <a:buClr>
                <a:schemeClr val="accent1"/>
              </a:buClr>
              <a:buFont typeface="Arial" panose="020B0604020202020204" pitchFamily="34" charset="0"/>
              <a:buChar char="•"/>
              <a:defRPr sz="1400"/>
            </a:lvl2pPr>
            <a:lvl3pPr marL="360000" indent="-180000">
              <a:lnSpc>
                <a:spcPct val="100000"/>
              </a:lnSpc>
              <a:spcBef>
                <a:spcPts val="1200"/>
              </a:spcBef>
              <a:buClr>
                <a:srgbClr val="FEB100"/>
              </a:buClr>
              <a:buFont typeface="Arial" panose="020B0604020202020204" pitchFamily="34" charset="0"/>
              <a:buChar char="•"/>
              <a:defRPr sz="1400"/>
            </a:lvl3pPr>
            <a:lvl4pPr marL="539750" indent="-180000">
              <a:lnSpc>
                <a:spcPct val="100000"/>
              </a:lnSpc>
              <a:spcBef>
                <a:spcPts val="1200"/>
              </a:spcBef>
              <a:buClr>
                <a:srgbClr val="00D5D0"/>
              </a:buClr>
              <a:buFont typeface="Arial" panose="020B0604020202020204" pitchFamily="34" charset="0"/>
              <a:buChar char="•"/>
              <a:tabLst/>
              <a:defRPr sz="1200"/>
            </a:lvl4pPr>
            <a:lvl5pPr marL="719138" indent="-180975">
              <a:lnSpc>
                <a:spcPct val="100000"/>
              </a:lnSpc>
              <a:spcBef>
                <a:spcPts val="1200"/>
              </a:spcBef>
              <a:buClr>
                <a:schemeClr val="tx2"/>
              </a:buClr>
              <a:buFont typeface="Arial" panose="020B0604020202020204" pitchFamily="34" charset="0"/>
              <a:buChar char="•"/>
              <a:defRPr sz="1050"/>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0057AB"/>
                </a:solidFill>
                <a:effectLst/>
                <a:uLnTx/>
                <a:uFillTx/>
                <a:latin typeface="Ubuntu Medium"/>
                <a:ea typeface="+mn-ea"/>
                <a:cs typeface="+mn-cs"/>
              </a:rPr>
              <a:t>Market Entry Strategy</a:t>
            </a:r>
          </a:p>
        </p:txBody>
      </p:sp>
      <p:sp>
        <p:nvSpPr>
          <p:cNvPr id="26" name="Text Placeholder 3">
            <a:extLst>
              <a:ext uri="{FF2B5EF4-FFF2-40B4-BE49-F238E27FC236}">
                <a16:creationId xmlns:a16="http://schemas.microsoft.com/office/drawing/2014/main" id="{836A9D6C-4624-7245-8EF1-BD01E919C83A}"/>
              </a:ext>
            </a:extLst>
          </p:cNvPr>
          <p:cNvSpPr txBox="1">
            <a:spLocks/>
          </p:cNvSpPr>
          <p:nvPr/>
        </p:nvSpPr>
        <p:spPr>
          <a:xfrm>
            <a:off x="6095425" y="411112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121A38"/>
                </a:solidFill>
                <a:effectLst/>
                <a:uLnTx/>
                <a:uFillTx/>
                <a:latin typeface="Ubuntu Medium"/>
                <a:ea typeface="+mn-ea"/>
                <a:cs typeface="+mn-cs"/>
              </a:rPr>
              <a:t>Heading Text</a:t>
            </a:r>
          </a:p>
        </p:txBody>
      </p:sp>
      <p:sp>
        <p:nvSpPr>
          <p:cNvPr id="27" name="Content Placeholder 5">
            <a:extLst>
              <a:ext uri="{FF2B5EF4-FFF2-40B4-BE49-F238E27FC236}">
                <a16:creationId xmlns:a16="http://schemas.microsoft.com/office/drawing/2014/main" id="{3187B3A8-02CA-6ACA-D097-F7AD5A1EDC36}"/>
              </a:ext>
            </a:extLst>
          </p:cNvPr>
          <p:cNvSpPr txBox="1">
            <a:spLocks/>
          </p:cNvSpPr>
          <p:nvPr/>
        </p:nvSpPr>
        <p:spPr>
          <a:xfrm>
            <a:off x="6095425" y="4749835"/>
            <a:ext cx="5108294" cy="987914"/>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rgbClr val="000000"/>
                </a:solidFill>
                <a:latin typeface="Ubuntu"/>
              </a:rPr>
              <a:t>Reduce  </a:t>
            </a: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sp>
        <p:nvSpPr>
          <p:cNvPr id="28" name="Text Placeholder 6">
            <a:extLst>
              <a:ext uri="{FF2B5EF4-FFF2-40B4-BE49-F238E27FC236}">
                <a16:creationId xmlns:a16="http://schemas.microsoft.com/office/drawing/2014/main" id="{B7BEC12B-2CA9-7C8D-B6C0-02EDF0C172D6}"/>
              </a:ext>
            </a:extLst>
          </p:cNvPr>
          <p:cNvSpPr txBox="1">
            <a:spLocks/>
          </p:cNvSpPr>
          <p:nvPr/>
        </p:nvSpPr>
        <p:spPr>
          <a:xfrm>
            <a:off x="550863" y="4111125"/>
            <a:ext cx="5108869" cy="307777"/>
          </a:xfrm>
          <a:prstGeom prst="rect">
            <a:avLst/>
          </a:prstGeom>
        </p:spPr>
        <p:txBody>
          <a:bodyPr vert="horz" wrap="square" lIns="0" tIns="0" rIns="0" bIns="0" rtlCol="0" anchor="t">
            <a:sp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2000" b="0" kern="1200">
                <a:solidFill>
                  <a:schemeClr val="tx2"/>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a:pPr>
            <a:r>
              <a:rPr kumimoji="0" lang="en-US" sz="2000" b="0" i="0" u="none" strike="noStrike" kern="1200" cap="none" spc="0" normalizeH="0" baseline="0" noProof="0" dirty="0">
                <a:ln>
                  <a:noFill/>
                </a:ln>
                <a:solidFill>
                  <a:srgbClr val="1DB8F2"/>
                </a:solidFill>
                <a:effectLst/>
                <a:uLnTx/>
                <a:uFillTx/>
                <a:latin typeface="Ubuntu Medium"/>
                <a:ea typeface="+mn-ea"/>
                <a:cs typeface="+mn-cs"/>
              </a:rPr>
              <a:t>Value Proposition</a:t>
            </a:r>
          </a:p>
        </p:txBody>
      </p:sp>
      <p:sp>
        <p:nvSpPr>
          <p:cNvPr id="29" name="Content Placeholder 7">
            <a:extLst>
              <a:ext uri="{FF2B5EF4-FFF2-40B4-BE49-F238E27FC236}">
                <a16:creationId xmlns:a16="http://schemas.microsoft.com/office/drawing/2014/main" id="{8DC0F4A4-3A58-0291-92D2-EEF6209F3CAB}"/>
              </a:ext>
            </a:extLst>
          </p:cNvPr>
          <p:cNvSpPr txBox="1">
            <a:spLocks/>
          </p:cNvSpPr>
          <p:nvPr/>
        </p:nvSpPr>
        <p:spPr>
          <a:xfrm>
            <a:off x="550863" y="4749833"/>
            <a:ext cx="5108294" cy="1621175"/>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rgbClr val="FEB100"/>
                </a:solidFill>
                <a:latin typeface="Ubuntu"/>
              </a:rPr>
              <a:t>Converts unstructured employee and customer feedback into actionable business intelligence.</a:t>
            </a:r>
          </a:p>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rgbClr val="FEB100"/>
                </a:solidFill>
                <a:latin typeface="Ubuntu"/>
              </a:rPr>
              <a:t>Automates sentiment analysis, topic extraction and executive reporting in real time.</a:t>
            </a:r>
          </a:p>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rgbClr val="FEB100"/>
                </a:solidFill>
                <a:latin typeface="Ubuntu"/>
              </a:rPr>
              <a:t>Provides enterprise-wide visibility into engagement trends, operational risks and leadership insights</a:t>
            </a:r>
            <a:r>
              <a:rPr lang="en-US" dirty="0">
                <a:solidFill>
                  <a:srgbClr val="000000"/>
                </a:solidFill>
                <a:latin typeface="Ubuntu"/>
              </a:rPr>
              <a:t>.</a:t>
            </a:r>
          </a:p>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endParaRPr kumimoji="0" lang="en-US" sz="1400" b="0" i="0" u="none" strike="noStrike" kern="1200" cap="none" spc="0" normalizeH="0" baseline="0" noProof="0" dirty="0">
              <a:ln>
                <a:noFill/>
              </a:ln>
              <a:solidFill>
                <a:srgbClr val="000000"/>
              </a:solidFill>
              <a:effectLst/>
              <a:uLnTx/>
              <a:uFillTx/>
              <a:latin typeface="Ubuntu"/>
              <a:ea typeface="+mn-ea"/>
              <a:cs typeface="+mn-cs"/>
            </a:endParaRPr>
          </a:p>
        </p:txBody>
      </p:sp>
      <p:cxnSp>
        <p:nvCxnSpPr>
          <p:cNvPr id="30" name="Straight Connector 29">
            <a:extLst>
              <a:ext uri="{FF2B5EF4-FFF2-40B4-BE49-F238E27FC236}">
                <a16:creationId xmlns:a16="http://schemas.microsoft.com/office/drawing/2014/main" id="{074399D6-9C38-0CD8-03D4-2B20B5F89092}"/>
              </a:ext>
              <a:ext uri="{C183D7F6-B498-43B3-948B-1728B52AA6E4}">
                <adec:decorative xmlns:adec="http://schemas.microsoft.com/office/drawing/2017/decorative" val="1"/>
              </a:ext>
            </a:extLst>
          </p:cNvPr>
          <p:cNvCxnSpPr>
            <a:cxnSpLocks/>
          </p:cNvCxnSpPr>
          <p:nvPr/>
        </p:nvCxnSpPr>
        <p:spPr>
          <a:xfrm>
            <a:off x="6095426" y="4575429"/>
            <a:ext cx="5545189"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291015D-B46A-C46F-5B9B-19B422FF8F38}"/>
              </a:ext>
              <a:ext uri="{C183D7F6-B498-43B3-948B-1728B52AA6E4}">
                <adec:decorative xmlns:adec="http://schemas.microsoft.com/office/drawing/2017/decorative" val="1"/>
              </a:ext>
            </a:extLst>
          </p:cNvPr>
          <p:cNvCxnSpPr>
            <a:cxnSpLocks/>
          </p:cNvCxnSpPr>
          <p:nvPr/>
        </p:nvCxnSpPr>
        <p:spPr>
          <a:xfrm>
            <a:off x="550863" y="4575429"/>
            <a:ext cx="5108294"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5FFCDDC-C732-9F71-A98B-CA941288D7CF}"/>
              </a:ext>
              <a:ext uri="{C183D7F6-B498-43B3-948B-1728B52AA6E4}">
                <adec:decorative xmlns:adec="http://schemas.microsoft.com/office/drawing/2017/decorative" val="1"/>
              </a:ext>
            </a:extLst>
          </p:cNvPr>
          <p:cNvCxnSpPr>
            <a:cxnSpLocks/>
          </p:cNvCxnSpPr>
          <p:nvPr/>
        </p:nvCxnSpPr>
        <p:spPr>
          <a:xfrm>
            <a:off x="550864" y="2669168"/>
            <a:ext cx="11089752"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39" name="Content Placeholder 5">
            <a:extLst>
              <a:ext uri="{FF2B5EF4-FFF2-40B4-BE49-F238E27FC236}">
                <a16:creationId xmlns:a16="http://schemas.microsoft.com/office/drawing/2014/main" id="{C8AE335E-1670-EC59-B643-8019F3463467}"/>
              </a:ext>
            </a:extLst>
          </p:cNvPr>
          <p:cNvSpPr txBox="1">
            <a:spLocks/>
          </p:cNvSpPr>
          <p:nvPr/>
        </p:nvSpPr>
        <p:spPr>
          <a:xfrm>
            <a:off x="550863" y="2746875"/>
            <a:ext cx="5108294" cy="987914"/>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chemeClr val="accent4">
                    <a:lumMod val="20000"/>
                    <a:lumOff val="80000"/>
                  </a:schemeClr>
                </a:solidFill>
                <a:effectLst/>
                <a:uLnTx/>
                <a:uFillTx/>
                <a:latin typeface="Ubuntu"/>
                <a:ea typeface="+mn-ea"/>
                <a:cs typeface="+mn-cs"/>
              </a:rPr>
              <a:t>Target HR and Employee Experience teams as the primary enterprise customer segment.</a:t>
            </a:r>
          </a:p>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chemeClr val="accent4">
                    <a:lumMod val="20000"/>
                    <a:lumOff val="80000"/>
                  </a:schemeClr>
                </a:solidFill>
                <a:latin typeface="Ubuntu"/>
              </a:rPr>
              <a:t>Use a land and expand strategy by starting with one department before scaling organization-wide. </a:t>
            </a:r>
            <a:endParaRPr kumimoji="0" lang="en-US" sz="1400" b="0" i="0" u="none" strike="noStrike" kern="1200" cap="none" spc="0" normalizeH="0" baseline="0" noProof="0" dirty="0">
              <a:ln>
                <a:noFill/>
              </a:ln>
              <a:solidFill>
                <a:schemeClr val="accent4">
                  <a:lumMod val="20000"/>
                  <a:lumOff val="80000"/>
                </a:schemeClr>
              </a:solidFill>
              <a:effectLst/>
              <a:uLnTx/>
              <a:uFillTx/>
              <a:latin typeface="Ubuntu"/>
              <a:ea typeface="+mn-ea"/>
              <a:cs typeface="+mn-cs"/>
            </a:endParaRPr>
          </a:p>
        </p:txBody>
      </p:sp>
      <p:sp>
        <p:nvSpPr>
          <p:cNvPr id="40" name="Content Placeholder 7">
            <a:extLst>
              <a:ext uri="{FF2B5EF4-FFF2-40B4-BE49-F238E27FC236}">
                <a16:creationId xmlns:a16="http://schemas.microsoft.com/office/drawing/2014/main" id="{9C31D869-E0A6-E2B8-E974-BFA60F03ED92}"/>
              </a:ext>
            </a:extLst>
          </p:cNvPr>
          <p:cNvSpPr txBox="1">
            <a:spLocks/>
          </p:cNvSpPr>
          <p:nvPr/>
        </p:nvSpPr>
        <p:spPr>
          <a:xfrm>
            <a:off x="6095425" y="2746875"/>
            <a:ext cx="5543988" cy="1286339"/>
          </a:xfrm>
          <a:prstGeom prst="rect">
            <a:avLst/>
          </a:prstGeom>
        </p:spPr>
        <p:txBody>
          <a:bodyPr vert="horz" lIns="0" tIns="0" rIns="0" bIns="0" numCol="1" rtlCol="0">
            <a:noAutofit/>
          </a:bodyPr>
          <a:lst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a:solidFill>
                  <a:schemeClr val="tx1"/>
                </a:solidFill>
                <a:latin typeface="+mn-lt"/>
                <a:ea typeface="+mn-ea"/>
                <a:cs typeface="+mn-cs"/>
              </a:defRPr>
            </a:lvl1pPr>
            <a:lvl2pPr marL="180975" indent="-180975" algn="l" defTabSz="914400" rtl="0" eaLnBrk="1" latinLnBrk="0" hangingPunct="1">
              <a:lnSpc>
                <a:spcPct val="100000"/>
              </a:lnSpc>
              <a:spcBef>
                <a:spcPts val="1200"/>
              </a:spcBef>
              <a:buClr>
                <a:schemeClr val="accent1"/>
              </a:buClr>
              <a:buFont typeface="Arial" panose="020B0604020202020204" pitchFamily="34" charset="0"/>
              <a:buChar char="•"/>
              <a:defRPr sz="1400" kern="1200">
                <a:solidFill>
                  <a:schemeClr val="tx1"/>
                </a:solidFill>
                <a:latin typeface="+mn-lt"/>
                <a:ea typeface="+mn-ea"/>
                <a:cs typeface="+mn-cs"/>
              </a:defRPr>
            </a:lvl2pPr>
            <a:lvl3pPr marL="360000" indent="-180000" algn="l" defTabSz="914400" rtl="0" eaLnBrk="1" latinLnBrk="0" hangingPunct="1">
              <a:lnSpc>
                <a:spcPct val="100000"/>
              </a:lnSpc>
              <a:spcBef>
                <a:spcPts val="1200"/>
              </a:spcBef>
              <a:buClr>
                <a:srgbClr val="FEB100"/>
              </a:buClr>
              <a:buFont typeface="Arial" panose="020B0604020202020204" pitchFamily="34" charset="0"/>
              <a:buChar char="•"/>
              <a:defRPr sz="1400" kern="1200">
                <a:solidFill>
                  <a:schemeClr val="tx1"/>
                </a:solidFill>
                <a:latin typeface="+mn-lt"/>
                <a:ea typeface="+mn-ea"/>
                <a:cs typeface="+mn-cs"/>
              </a:defRPr>
            </a:lvl3pPr>
            <a:lvl4pPr marL="539750" indent="-180000" algn="l" defTabSz="914400" rtl="0" eaLnBrk="1" latinLnBrk="0" hangingPunct="1">
              <a:lnSpc>
                <a:spcPct val="100000"/>
              </a:lnSpc>
              <a:spcBef>
                <a:spcPts val="1200"/>
              </a:spcBef>
              <a:buClr>
                <a:srgbClr val="00D5D0"/>
              </a:buClr>
              <a:buFont typeface="Arial" panose="020B0604020202020204" pitchFamily="34" charset="0"/>
              <a:buChar char="•"/>
              <a:tabLst/>
              <a:defRPr sz="1200" kern="1200">
                <a:solidFill>
                  <a:schemeClr val="tx1"/>
                </a:solidFill>
                <a:latin typeface="+mn-lt"/>
                <a:ea typeface="+mn-ea"/>
                <a:cs typeface="+mn-cs"/>
              </a:defRPr>
            </a:lvl4pPr>
            <a:lvl5pPr marL="719138" indent="-180975" algn="l" defTabSz="914400" rtl="0" eaLnBrk="1" latinLnBrk="0" hangingPunct="1">
              <a:lnSpc>
                <a:spcPct val="100000"/>
              </a:lnSpc>
              <a:spcBef>
                <a:spcPts val="1200"/>
              </a:spcBef>
              <a:buClr>
                <a:schemeClr val="tx2"/>
              </a:buClr>
              <a:buFont typeface="Arial" panose="020B0604020202020204" pitchFamily="34" charset="0"/>
              <a:buChar char="•"/>
              <a:defRPr sz="105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i="0" u="none" strike="noStrike" kern="1200" cap="none" spc="0" normalizeH="0" baseline="0" noProof="0" dirty="0">
                <a:ln>
                  <a:noFill/>
                </a:ln>
                <a:solidFill>
                  <a:schemeClr val="bg1"/>
                </a:solidFill>
                <a:effectLst/>
                <a:uLnTx/>
                <a:uFillTx/>
                <a:latin typeface="Ubuntu"/>
                <a:ea typeface="+mn-ea"/>
                <a:cs typeface="+mn-cs"/>
              </a:rPr>
              <a:t>Position the product as an AI-powered Enterprise Decision Intelligence Platform rather than </a:t>
            </a:r>
            <a:r>
              <a:rPr lang="en-US" dirty="0">
                <a:solidFill>
                  <a:schemeClr val="bg1"/>
                </a:solidFill>
                <a:latin typeface="Ubuntu"/>
              </a:rPr>
              <a:t>just a </a:t>
            </a:r>
            <a:r>
              <a:rPr kumimoji="0" lang="en-US" sz="1400" i="0" u="none" strike="noStrike" kern="1200" cap="none" spc="0" normalizeH="0" baseline="0" noProof="0" dirty="0">
                <a:ln>
                  <a:noFill/>
                </a:ln>
                <a:solidFill>
                  <a:schemeClr val="bg1"/>
                </a:solidFill>
                <a:effectLst/>
                <a:uLnTx/>
                <a:uFillTx/>
                <a:latin typeface="Ubuntu"/>
                <a:ea typeface="+mn-ea"/>
                <a:cs typeface="+mn-cs"/>
              </a:rPr>
              <a:t>sentiment analysis tool.</a:t>
            </a:r>
          </a:p>
          <a:p>
            <a:pPr marL="180975" marR="0" lvl="1" indent="-180975" algn="l"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dirty="0">
                <a:solidFill>
                  <a:schemeClr val="bg1"/>
                </a:solidFill>
                <a:latin typeface="Ubuntu"/>
              </a:rPr>
              <a:t>Convert pilot customers into paid enterprise subscriptions after demonstrating measurable value such as faster reporting, sentiment visibility and operational risk detection.</a:t>
            </a:r>
          </a:p>
        </p:txBody>
      </p:sp>
      <p:sp>
        <p:nvSpPr>
          <p:cNvPr id="16" name="Date Placeholder 15">
            <a:extLst>
              <a:ext uri="{FF2B5EF4-FFF2-40B4-BE49-F238E27FC236}">
                <a16:creationId xmlns:a16="http://schemas.microsoft.com/office/drawing/2014/main" id="{67A28CF1-965F-42B6-5B0F-16BAB9D9B9FD}"/>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Company Confidential © Capgemini 2026. All rights reserved.</a:t>
            </a:r>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endParaRPr>
          </a:p>
        </p:txBody>
      </p:sp>
      <p:sp>
        <p:nvSpPr>
          <p:cNvPr id="17" name="Footer Placeholder 16">
            <a:extLst>
              <a:ext uri="{FF2B5EF4-FFF2-40B4-BE49-F238E27FC236}">
                <a16:creationId xmlns:a16="http://schemas.microsoft.com/office/drawing/2014/main" id="{C423B88A-4E1E-F739-C0BA-6A0EF2A3DA8C}"/>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dirty="0">
                <a:ln>
                  <a:noFill/>
                </a:ln>
                <a:solidFill>
                  <a:srgbClr val="FFFFFF">
                    <a:lumMod val="65000"/>
                  </a:srgbClr>
                </a:solidFill>
                <a:effectLst/>
                <a:uLnTx/>
                <a:uFillTx/>
                <a:latin typeface="Ubuntu"/>
                <a:ea typeface="+mn-ea"/>
                <a:cs typeface="+mn-cs"/>
              </a:rPr>
              <a:t>Presentation Title | Author | Date</a:t>
            </a:r>
          </a:p>
        </p:txBody>
      </p:sp>
      <p:sp>
        <p:nvSpPr>
          <p:cNvPr id="18" name="Slide Number Placeholder 17">
            <a:extLst>
              <a:ext uri="{FF2B5EF4-FFF2-40B4-BE49-F238E27FC236}">
                <a16:creationId xmlns:a16="http://schemas.microsoft.com/office/drawing/2014/main" id="{B3FBDBD2-47CE-CA2A-AECE-4E083C79327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D9A5160-6218-4E5A-B9E6-B93E3DAE377C}"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dirty="0">
              <a:ln>
                <a:noFill/>
              </a:ln>
              <a:solidFill>
                <a:srgbClr val="FFFFFF">
                  <a:lumMod val="65000"/>
                </a:srgbClr>
              </a:solidFill>
              <a:effectLst/>
              <a:uLnTx/>
              <a:uFillTx/>
              <a:latin typeface="Ubuntu"/>
              <a:ea typeface="+mn-ea"/>
              <a:cs typeface="Arial" panose="020B0604020202020204" pitchFamily="34" charset="0"/>
            </a:endParaRPr>
          </a:p>
        </p:txBody>
      </p:sp>
    </p:spTree>
    <p:extLst>
      <p:ext uri="{BB962C8B-B14F-4D97-AF65-F5344CB8AC3E}">
        <p14:creationId xmlns:p14="http://schemas.microsoft.com/office/powerpoint/2010/main" val="62138714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heme/theme1.xml><?xml version="1.0" encoding="utf-8"?>
<a:theme xmlns:a="http://schemas.openxmlformats.org/drawingml/2006/main" name="Capgemini Invent 2025">
  <a:themeElements>
    <a:clrScheme name="Capgemini 2024">
      <a:dk1>
        <a:sysClr val="windowText" lastClr="000000"/>
      </a:dk1>
      <a:lt1>
        <a:srgbClr val="FFFFFF"/>
      </a:lt1>
      <a:dk2>
        <a:srgbClr val="000000"/>
      </a:dk2>
      <a:lt2>
        <a:srgbClr val="F6F6F6"/>
      </a:lt2>
      <a:accent1>
        <a:srgbClr val="0070AD"/>
      </a:accent1>
      <a:accent2>
        <a:srgbClr val="12ABDB"/>
      </a:accent2>
      <a:accent3>
        <a:srgbClr val="14596B"/>
      </a:accent3>
      <a:accent4>
        <a:srgbClr val="272936"/>
      </a:accent4>
      <a:accent5>
        <a:srgbClr val="0F878A"/>
      </a:accent5>
      <a:accent6>
        <a:srgbClr val="00BFBF"/>
      </a:accent6>
      <a:hlink>
        <a:srgbClr val="00929B"/>
      </a:hlink>
      <a:folHlink>
        <a:srgbClr val="00BFB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Invent-template-master_2025.pptx" id="{593D72C2-0CBE-4C6C-8961-26AC50CF771A}" vid="{3DA8A1D8-FB45-4F6B-9421-3BB74D8CAE50}"/>
    </a:ext>
  </a:extLst>
</a:theme>
</file>

<file path=ppt/theme/theme2.xml><?xml version="1.0" encoding="utf-8"?>
<a:theme xmlns:a="http://schemas.openxmlformats.org/drawingml/2006/main" name="Capgemini_Dark_2025">
  <a:themeElements>
    <a:clrScheme name="Capgemini Dark 2026">
      <a:dk1>
        <a:sysClr val="windowText" lastClr="000000"/>
      </a:dk1>
      <a:lt1>
        <a:srgbClr val="FFFFFF"/>
      </a:lt1>
      <a:dk2>
        <a:srgbClr val="121A38"/>
      </a:dk2>
      <a:lt2>
        <a:srgbClr val="FFFFFF"/>
      </a:lt2>
      <a:accent1>
        <a:srgbClr val="0058AB"/>
      </a:accent1>
      <a:accent2>
        <a:srgbClr val="1DB8F2"/>
      </a:accent2>
      <a:accent3>
        <a:srgbClr val="D4D3F1"/>
      </a:accent3>
      <a:accent4>
        <a:srgbClr val="00D5D0"/>
      </a:accent4>
      <a:accent5>
        <a:srgbClr val="FEB100"/>
      </a:accent5>
      <a:accent6>
        <a:srgbClr val="FF816E"/>
      </a:accent6>
      <a:hlink>
        <a:srgbClr val="1DB8F2"/>
      </a:hlink>
      <a:folHlink>
        <a:srgbClr val="77D3F7"/>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solidFill>
              <a:schemeClr val="bg1"/>
            </a:solidFill>
          </a:defRPr>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961BB501-3E1D-4AE4-8E2F-17AD598B66F8}"/>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apgemini_Bright_2025">
  <a:themeElements>
    <a:clrScheme name="Capgemini Bright 2026">
      <a:dk1>
        <a:srgbClr val="000000"/>
      </a:dk1>
      <a:lt1>
        <a:srgbClr val="FFFFFF"/>
      </a:lt1>
      <a:dk2>
        <a:srgbClr val="0058AB"/>
      </a:dk2>
      <a:lt2>
        <a:srgbClr val="FFFFFF"/>
      </a:lt2>
      <a:accent1>
        <a:srgbClr val="0058AB"/>
      </a:accent1>
      <a:accent2>
        <a:srgbClr val="1DB8F2"/>
      </a:accent2>
      <a:accent3>
        <a:srgbClr val="121A38"/>
      </a:accent3>
      <a:accent4>
        <a:srgbClr val="00828E"/>
      </a:accent4>
      <a:accent5>
        <a:srgbClr val="BE4D00"/>
      </a:accent5>
      <a:accent6>
        <a:srgbClr val="8F3237"/>
      </a:accent6>
      <a:hlink>
        <a:srgbClr val="0058AB"/>
      </a:hlink>
      <a:folHlink>
        <a:srgbClr val="1DB8F2"/>
      </a:folHlink>
    </a:clrScheme>
    <a:fontScheme name="Capgemini 2024">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w="9525">
          <a:noFill/>
          <a:prstDash val="soli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400"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bg1">
              <a:lumMod val="6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vert="horz" wrap="square" lIns="90000" tIns="46800" rIns="90000" bIns="46800" rtlCol="0" anchor="ctr">
        <a:spAutoFit/>
      </a:bodyPr>
      <a:lstStyle>
        <a:defPPr algn="l">
          <a:spcBef>
            <a:spcPct val="0"/>
          </a:spcBef>
          <a:defRPr sz="1400" dirty="0" err="1" smtClean="0"/>
        </a:defPPr>
      </a:lstStyle>
    </a:txDef>
  </a:objectDefaults>
  <a:extraClrSchemeLst/>
  <a:custClrLst>
    <a:custClr name="Turquoise">
      <a:srgbClr val="00D5D0"/>
    </a:custClr>
    <a:custClr name="Yellow">
      <a:srgbClr val="FEB100"/>
    </a:custClr>
    <a:custClr name="Orange">
      <a:srgbClr val="FF816E"/>
    </a:custClr>
    <a:custClr name="Lilac">
      <a:srgbClr val="D4D3F1"/>
    </a:custClr>
    <a:custClr name="Teal">
      <a:srgbClr val="00828E"/>
    </a:custClr>
    <a:custClr name="Terracotta">
      <a:srgbClr val="BE4D00"/>
    </a:custClr>
    <a:custClr name="Deep Red">
      <a:srgbClr val="8F3237"/>
    </a:custClr>
    <a:custClr name="Purple">
      <a:srgbClr val="71609E"/>
    </a:custClr>
  </a:custClrLst>
  <a:extLst>
    <a:ext uri="{05A4C25C-085E-4340-85A3-A5531E510DB2}">
      <thm15:themeFamily xmlns:thm15="http://schemas.microsoft.com/office/thememl/2012/main" name="Capgemini_PPT-template_Master_February-02-2026" id="{643CFCD9-5D42-47EC-8CC7-8D856D17DCD2}" vid="{146F7EC5-EAD0-403A-8A34-B166E4CB0DE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16210</TotalTime>
  <Words>1861</Words>
  <Application>Microsoft Office PowerPoint</Application>
  <PresentationFormat>Widescreen</PresentationFormat>
  <Paragraphs>528</Paragraphs>
  <Slides>11</Slides>
  <Notes>6</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11</vt:i4>
      </vt:variant>
    </vt:vector>
  </HeadingPairs>
  <TitlesOfParts>
    <vt:vector size="24" baseType="lpstr">
      <vt:lpstr>Aptos</vt:lpstr>
      <vt:lpstr>Arial</vt:lpstr>
      <vt:lpstr>Calibri</vt:lpstr>
      <vt:lpstr>System Font Regular</vt:lpstr>
      <vt:lpstr>Ubuntu</vt:lpstr>
      <vt:lpstr>Ubuntu Light</vt:lpstr>
      <vt:lpstr>Ubuntu Medium</vt:lpstr>
      <vt:lpstr>Verdana</vt:lpstr>
      <vt:lpstr>Wingdings</vt:lpstr>
      <vt:lpstr>Capgemini Invent 2025</vt:lpstr>
      <vt:lpstr>Capgemini_Dark_2025</vt:lpstr>
      <vt:lpstr>Office Theme</vt:lpstr>
      <vt:lpstr>Capgemini_Bright_2025</vt:lpstr>
      <vt:lpstr>Sentiment Analyzer Model</vt:lpstr>
      <vt:lpstr>Business Need for Sentiment Analysis </vt:lpstr>
      <vt:lpstr>PowerPoint Presentation</vt:lpstr>
      <vt:lpstr>PowerPoint Presentation</vt:lpstr>
      <vt:lpstr>PowerPoint Presentation</vt:lpstr>
      <vt:lpstr>PowerPoint Presentation</vt:lpstr>
      <vt:lpstr>PowerPoint Presentation</vt:lpstr>
      <vt:lpstr>Market Entry Strategy, Target Segment, Value Proposition &amp; KPIs </vt:lpstr>
      <vt:lpstr>Data Scope and Sentiment Methodology</vt:lpstr>
      <vt:lpstr>SENTIMENT ANALYZER MODEL</vt:lpstr>
      <vt:lpstr>Categories 1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Tadur, Kapil</dc:creator>
  <cp:lastModifiedBy>Rishith, Mamdabad</cp:lastModifiedBy>
  <cp:revision>147</cp:revision>
  <dcterms:created xsi:type="dcterms:W3CDTF">2025-11-10T05:39:03Z</dcterms:created>
  <dcterms:modified xsi:type="dcterms:W3CDTF">2026-05-20T21:34:04Z</dcterms:modified>
</cp:coreProperties>
</file>