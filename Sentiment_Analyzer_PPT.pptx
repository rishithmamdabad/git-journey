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119.xml" ContentType="application/vnd.openxmlformats-officedocument.presentationml.slideLayout+xml"/>
  <Override PartName="/ppt/theme/theme3.xml" ContentType="application/vnd.openxmlformats-officedocument.theme+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721" r:id="rId2"/>
    <p:sldMasterId id="2147483782" r:id="rId3"/>
    <p:sldMasterId id="2147483784" r:id="rId4"/>
  </p:sldMasterIdLst>
  <p:notesMasterIdLst>
    <p:notesMasterId r:id="rId17"/>
  </p:notesMasterIdLst>
  <p:sldIdLst>
    <p:sldId id="268" r:id="rId5"/>
    <p:sldId id="2147469240" r:id="rId6"/>
    <p:sldId id="2147469241" r:id="rId7"/>
    <p:sldId id="256" r:id="rId8"/>
    <p:sldId id="2147469243" r:id="rId9"/>
    <p:sldId id="257" r:id="rId10"/>
    <p:sldId id="2147469242" r:id="rId11"/>
    <p:sldId id="2147483392" r:id="rId12"/>
    <p:sldId id="2147376649" r:id="rId13"/>
    <p:sldId id="2147376648" r:id="rId14"/>
    <p:sldId id="277" r:id="rId15"/>
    <p:sldId id="26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96EE663-AE22-AA5A-A722-5ADDE4D8695A}" name="Tadur, Kapil" initials="KT" userId="S::kapil.tadur@capgemini.com::ab5a6548-2f87-4cae-8eda-83188b2ff0d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86" autoAdjust="0"/>
    <p:restoredTop sz="94039" autoAdjust="0"/>
  </p:normalViewPr>
  <p:slideViewPr>
    <p:cSldViewPr snapToGrid="0">
      <p:cViewPr>
        <p:scale>
          <a:sx n="74" d="100"/>
          <a:sy n="74" d="100"/>
        </p:scale>
        <p:origin x="384" y="56"/>
      </p:cViewPr>
      <p:guideLst/>
    </p:cSldViewPr>
  </p:slideViewPr>
  <p:outlineViewPr>
    <p:cViewPr>
      <p:scale>
        <a:sx n="33" d="100"/>
        <a:sy n="33" d="100"/>
      </p:scale>
      <p:origin x="0" y="-2796"/>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F170B8B-93B8-4594-9A4A-1823D6AFD7AB}" type="doc">
      <dgm:prSet loTypeId="urn:microsoft.com/office/officeart/2005/8/layout/list1" loCatId="list" qsTypeId="urn:microsoft.com/office/officeart/2005/8/quickstyle/simple1" qsCatId="simple" csTypeId="urn:microsoft.com/office/officeart/2005/8/colors/colorful3" csCatId="colorful" phldr="1"/>
      <dgm:spPr/>
      <dgm:t>
        <a:bodyPr/>
        <a:lstStyle/>
        <a:p>
          <a:endParaRPr lang="en-IN"/>
        </a:p>
      </dgm:t>
    </dgm:pt>
    <dgm:pt modelId="{18D0D484-1FF6-468F-B2A4-22ADE5BDABD1}">
      <dgm:prSet phldrT="[Text]" custT="1"/>
      <dgm:spPr/>
      <dgm:t>
        <a:bodyPr/>
        <a:lstStyle/>
        <a:p>
          <a:pPr>
            <a:buClrTx/>
            <a:buSzTx/>
            <a:buFontTx/>
            <a:buChar char="•"/>
          </a:pPr>
          <a:r>
            <a:rPr kumimoji="0" lang="en-US" altLang="en-US" sz="1200" b="1" i="0" u="none" strike="noStrike" cap="none" normalizeH="0" baseline="0" dirty="0">
              <a:ln/>
              <a:effectLst/>
              <a:latin typeface="Arial" panose="020B0604020202020204" pitchFamily="34" charset="0"/>
            </a:rPr>
            <a:t>Multi-Source Text Data</a:t>
          </a:r>
          <a:r>
            <a:rPr kumimoji="0" lang="en-US" altLang="en-US" sz="1200" b="0" i="0" u="none" strike="noStrike" cap="none" normalizeH="0" baseline="0" dirty="0">
              <a:ln/>
              <a:effectLst/>
              <a:latin typeface="Arial" panose="020B0604020202020204" pitchFamily="34" charset="0"/>
            </a:rPr>
            <a:t>: Open-text data from surveys, exits, onboarding, candidates &amp; managers.</a:t>
          </a:r>
          <a:endParaRPr lang="en-IN" sz="1200" dirty="0"/>
        </a:p>
      </dgm:t>
    </dgm:pt>
    <dgm:pt modelId="{E0A3093B-0761-4C83-931D-6922043B509A}" type="parTrans" cxnId="{99E6D8AF-EC24-4FFB-8FF1-68002305207D}">
      <dgm:prSet/>
      <dgm:spPr/>
      <dgm:t>
        <a:bodyPr/>
        <a:lstStyle/>
        <a:p>
          <a:endParaRPr lang="en-IN" sz="1200"/>
        </a:p>
      </dgm:t>
    </dgm:pt>
    <dgm:pt modelId="{D623FBBD-B460-4E53-8CB4-9F18A0AF2B51}" type="sibTrans" cxnId="{99E6D8AF-EC24-4FFB-8FF1-68002305207D}">
      <dgm:prSet/>
      <dgm:spPr/>
      <dgm:t>
        <a:bodyPr/>
        <a:lstStyle/>
        <a:p>
          <a:endParaRPr lang="en-IN" sz="1200"/>
        </a:p>
      </dgm:t>
    </dgm:pt>
    <dgm:pt modelId="{518148E5-C5F5-48E7-AC6A-CEBCD4443F9C}">
      <dgm:prSet phldrT="[Text]" custT="1"/>
      <dgm:spPr/>
      <dgm:t>
        <a:bodyPr/>
        <a:lstStyle/>
        <a:p>
          <a:pPr>
            <a:buClrTx/>
            <a:buSzTx/>
            <a:buFontTx/>
            <a:buChar char="•"/>
          </a:pPr>
          <a:r>
            <a:rPr kumimoji="0" lang="en-US" altLang="en-US" sz="1200" b="1" i="0" u="none" strike="noStrike" cap="none" normalizeH="0" baseline="0" dirty="0">
              <a:ln/>
              <a:effectLst/>
              <a:latin typeface="Arial" panose="020B0604020202020204" pitchFamily="34" charset="0"/>
            </a:rPr>
            <a:t>Unstructured at Scale</a:t>
          </a:r>
          <a:r>
            <a:rPr kumimoji="0" lang="en-US" altLang="en-US" sz="1200" b="0" i="0" u="none" strike="noStrike" cap="none" normalizeH="0" baseline="0" dirty="0">
              <a:ln/>
              <a:effectLst/>
              <a:latin typeface="Arial" panose="020B0604020202020204" pitchFamily="34" charset="0"/>
            </a:rPr>
            <a:t>: Thousands of comments per cycle, 70% + free text-inputs.</a:t>
          </a:r>
          <a:endParaRPr lang="en-IN" sz="1200" dirty="0"/>
        </a:p>
      </dgm:t>
    </dgm:pt>
    <dgm:pt modelId="{AE58C22F-4F33-4A97-B93E-B31BDD3C201C}" type="parTrans" cxnId="{6B2C71BB-2E27-4D83-9D20-C9626F1D2939}">
      <dgm:prSet/>
      <dgm:spPr/>
      <dgm:t>
        <a:bodyPr/>
        <a:lstStyle/>
        <a:p>
          <a:endParaRPr lang="en-IN" sz="1200"/>
        </a:p>
      </dgm:t>
    </dgm:pt>
    <dgm:pt modelId="{1D8236F6-A38D-4867-9713-219368B65B8C}" type="sibTrans" cxnId="{6B2C71BB-2E27-4D83-9D20-C9626F1D2939}">
      <dgm:prSet/>
      <dgm:spPr/>
      <dgm:t>
        <a:bodyPr/>
        <a:lstStyle/>
        <a:p>
          <a:endParaRPr lang="en-IN" sz="1200"/>
        </a:p>
      </dgm:t>
    </dgm:pt>
    <dgm:pt modelId="{61955A0C-A1A3-4344-B6C5-2647F70100D2}">
      <dgm:prSet phldrT="[Text]" custT="1"/>
      <dgm:spPr/>
      <dgm:t>
        <a:bodyPr/>
        <a:lstStyle/>
        <a:p>
          <a:pPr>
            <a:buClrTx/>
            <a:buSzTx/>
            <a:buFontTx/>
            <a:buChar char="•"/>
          </a:pPr>
          <a:r>
            <a:rPr kumimoji="0" lang="en-US" altLang="en-US" sz="1200" b="1" i="0" u="none" strike="noStrike" cap="none" normalizeH="0" baseline="0" dirty="0">
              <a:ln/>
              <a:effectLst/>
              <a:latin typeface="Arial" panose="020B0604020202020204" pitchFamily="34" charset="0"/>
            </a:rPr>
            <a:t>Standardized Pre-Processing</a:t>
          </a:r>
          <a:r>
            <a:rPr kumimoji="0" lang="en-US" altLang="en-US" sz="1200" b="0" i="0" u="none" strike="noStrike" cap="none" normalizeH="0" baseline="0" dirty="0">
              <a:ln/>
              <a:effectLst/>
              <a:latin typeface="Arial" panose="020B0604020202020204" pitchFamily="34" charset="0"/>
            </a:rPr>
            <a:t>: Cleaning, normalization and de-duplication across datasets.</a:t>
          </a:r>
          <a:endParaRPr lang="en-IN" sz="1200" dirty="0"/>
        </a:p>
      </dgm:t>
    </dgm:pt>
    <dgm:pt modelId="{3386F86F-B3C6-46A4-944D-51A6EDB6951A}" type="parTrans" cxnId="{D6344033-C95C-4C36-9225-8272F24E7660}">
      <dgm:prSet/>
      <dgm:spPr/>
      <dgm:t>
        <a:bodyPr/>
        <a:lstStyle/>
        <a:p>
          <a:endParaRPr lang="en-IN" sz="1200"/>
        </a:p>
      </dgm:t>
    </dgm:pt>
    <dgm:pt modelId="{95DD8141-6013-472B-901F-246FDC5DC703}" type="sibTrans" cxnId="{D6344033-C95C-4C36-9225-8272F24E7660}">
      <dgm:prSet/>
      <dgm:spPr/>
      <dgm:t>
        <a:bodyPr/>
        <a:lstStyle/>
        <a:p>
          <a:endParaRPr lang="en-IN" sz="1200"/>
        </a:p>
      </dgm:t>
    </dgm:pt>
    <dgm:pt modelId="{2F90207F-9CEA-468A-A901-B8A51A52ABBB}">
      <dgm:prSet phldrT="[Text]" custT="1"/>
      <dgm:spPr/>
      <dgm:t>
        <a:bodyPr/>
        <a:lstStyle/>
        <a:p>
          <a:pPr>
            <a:buClrTx/>
            <a:buSzTx/>
            <a:buFontTx/>
            <a:buChar char="•"/>
          </a:pPr>
          <a:r>
            <a:rPr kumimoji="0" lang="en-US" altLang="en-US" sz="1200" b="1" i="0" u="none" strike="noStrike" cap="none" normalizeH="0" baseline="0" dirty="0">
              <a:ln/>
              <a:effectLst/>
              <a:latin typeface="Arial" panose="020B0604020202020204" pitchFamily="34" charset="0"/>
            </a:rPr>
            <a:t>AI-Driven Sentiment Scoring</a:t>
          </a:r>
          <a:r>
            <a:rPr kumimoji="0" lang="en-US" altLang="en-US" sz="1200" b="0" i="0" u="none" strike="noStrike" cap="none" normalizeH="0" baseline="0" dirty="0">
              <a:ln/>
              <a:effectLst/>
              <a:latin typeface="Arial" panose="020B0604020202020204" pitchFamily="34" charset="0"/>
            </a:rPr>
            <a:t>: Transformer NLP classifies Positive/ Neutral/ Negative with score.</a:t>
          </a:r>
          <a:endParaRPr lang="en-IN" sz="1200" dirty="0"/>
        </a:p>
      </dgm:t>
    </dgm:pt>
    <dgm:pt modelId="{26F1E9A0-0E78-438D-87A3-56121D62C688}" type="parTrans" cxnId="{F61AD807-14A5-4EE0-A59A-AF31745708AD}">
      <dgm:prSet/>
      <dgm:spPr/>
      <dgm:t>
        <a:bodyPr/>
        <a:lstStyle/>
        <a:p>
          <a:endParaRPr lang="en-IN" sz="1200"/>
        </a:p>
      </dgm:t>
    </dgm:pt>
    <dgm:pt modelId="{2D1C6D96-1BBC-40AC-8C3E-F102C8703BC4}" type="sibTrans" cxnId="{F61AD807-14A5-4EE0-A59A-AF31745708AD}">
      <dgm:prSet/>
      <dgm:spPr/>
      <dgm:t>
        <a:bodyPr/>
        <a:lstStyle/>
        <a:p>
          <a:endParaRPr lang="en-IN" sz="1200"/>
        </a:p>
      </dgm:t>
    </dgm:pt>
    <dgm:pt modelId="{32812587-EF04-48BB-9960-E9062FB51CBC}">
      <dgm:prSet phldrT="[Text]" custT="1"/>
      <dgm:spPr/>
      <dgm:t>
        <a:bodyPr/>
        <a:lstStyle/>
        <a:p>
          <a:pPr>
            <a:buClrTx/>
            <a:buSzTx/>
            <a:buFontTx/>
            <a:buChar char="•"/>
          </a:pPr>
          <a:r>
            <a:rPr kumimoji="0" lang="en-US" altLang="en-US" sz="1200" b="1" i="0" u="none" strike="noStrike" cap="none" normalizeH="0" baseline="0" dirty="0">
              <a:ln/>
              <a:effectLst/>
              <a:latin typeface="Arial" panose="020B0604020202020204" pitchFamily="34" charset="0"/>
            </a:rPr>
            <a:t>Context-Aware Logic</a:t>
          </a:r>
          <a:r>
            <a:rPr kumimoji="0" lang="en-US" altLang="en-US" sz="1200" b="0" i="0" u="none" strike="noStrike" cap="none" normalizeH="0" baseline="0" dirty="0">
              <a:ln/>
              <a:effectLst/>
              <a:latin typeface="Arial" panose="020B0604020202020204" pitchFamily="34" charset="0"/>
            </a:rPr>
            <a:t>: Contrast phrases handled to prevent false positivity and ensuring neutrality.</a:t>
          </a:r>
          <a:endParaRPr lang="en-IN" sz="1200" dirty="0"/>
        </a:p>
      </dgm:t>
    </dgm:pt>
    <dgm:pt modelId="{8C1F29EB-2BD9-429A-BE48-5D3EA8CC1721}" type="parTrans" cxnId="{9273FC05-5424-473C-B4B7-CFDCFB0456D7}">
      <dgm:prSet/>
      <dgm:spPr/>
      <dgm:t>
        <a:bodyPr/>
        <a:lstStyle/>
        <a:p>
          <a:endParaRPr lang="en-IN" sz="1200"/>
        </a:p>
      </dgm:t>
    </dgm:pt>
    <dgm:pt modelId="{14EDE97C-E527-4906-A586-F4B9BFAEE48B}" type="sibTrans" cxnId="{9273FC05-5424-473C-B4B7-CFDCFB0456D7}">
      <dgm:prSet/>
      <dgm:spPr/>
      <dgm:t>
        <a:bodyPr/>
        <a:lstStyle/>
        <a:p>
          <a:endParaRPr lang="en-IN" sz="1200"/>
        </a:p>
      </dgm:t>
    </dgm:pt>
    <dgm:pt modelId="{253C5AE7-9D88-4A9B-A62A-37CD8374604B}">
      <dgm:prSet phldrT="[Text]" custT="1"/>
      <dgm:spPr/>
      <dgm:t>
        <a:bodyPr/>
        <a:lstStyle/>
        <a:p>
          <a:pPr>
            <a:buClrTx/>
            <a:buSzTx/>
            <a:buFontTx/>
            <a:buChar char="•"/>
          </a:pPr>
          <a:r>
            <a:rPr kumimoji="0" lang="en-US" altLang="en-US" sz="1200" b="1" i="0" u="none" strike="noStrike" cap="none" normalizeH="0" baseline="0" dirty="0">
              <a:ln/>
              <a:effectLst/>
              <a:latin typeface="Arial" panose="020B0604020202020204" pitchFamily="34" charset="0"/>
            </a:rPr>
            <a:t>Insight-to-Action Outputs</a:t>
          </a:r>
          <a:r>
            <a:rPr kumimoji="0" lang="en-US" altLang="en-US" sz="1200" b="0" i="0" u="none" strike="noStrike" cap="none" normalizeH="0" baseline="0" dirty="0">
              <a:ln/>
              <a:effectLst/>
              <a:latin typeface="Arial" panose="020B0604020202020204" pitchFamily="34" charset="0"/>
            </a:rPr>
            <a:t>: Aggregated insights highlight priority issues for decisions.</a:t>
          </a:r>
          <a:endParaRPr lang="en-IN" sz="1200" dirty="0"/>
        </a:p>
      </dgm:t>
    </dgm:pt>
    <dgm:pt modelId="{8B18345D-6F11-486C-A5E3-05FDCE711EA0}" type="parTrans" cxnId="{F0C56D5D-902B-471C-B8BA-D24B35174F98}">
      <dgm:prSet/>
      <dgm:spPr/>
      <dgm:t>
        <a:bodyPr/>
        <a:lstStyle/>
        <a:p>
          <a:endParaRPr lang="en-IN" sz="1200"/>
        </a:p>
      </dgm:t>
    </dgm:pt>
    <dgm:pt modelId="{8B5CD186-6028-401F-B5C1-F64212E0B63B}" type="sibTrans" cxnId="{F0C56D5D-902B-471C-B8BA-D24B35174F98}">
      <dgm:prSet/>
      <dgm:spPr/>
      <dgm:t>
        <a:bodyPr/>
        <a:lstStyle/>
        <a:p>
          <a:endParaRPr lang="en-IN" sz="1200"/>
        </a:p>
      </dgm:t>
    </dgm:pt>
    <dgm:pt modelId="{F71A8C2D-2A11-4C46-ABC9-C95AA8AECC44}" type="pres">
      <dgm:prSet presAssocID="{1F170B8B-93B8-4594-9A4A-1823D6AFD7AB}" presName="linear" presStyleCnt="0">
        <dgm:presLayoutVars>
          <dgm:dir/>
          <dgm:animLvl val="lvl"/>
          <dgm:resizeHandles val="exact"/>
        </dgm:presLayoutVars>
      </dgm:prSet>
      <dgm:spPr/>
    </dgm:pt>
    <dgm:pt modelId="{72286EAE-E39B-4E73-AAB2-BC733F262DBF}" type="pres">
      <dgm:prSet presAssocID="{18D0D484-1FF6-468F-B2A4-22ADE5BDABD1}" presName="parentLin" presStyleCnt="0"/>
      <dgm:spPr/>
    </dgm:pt>
    <dgm:pt modelId="{F0CE37A7-BA7A-4FC2-A833-2CE7E8F97286}" type="pres">
      <dgm:prSet presAssocID="{18D0D484-1FF6-468F-B2A4-22ADE5BDABD1}" presName="parentLeftMargin" presStyleLbl="node1" presStyleIdx="0" presStyleCnt="6"/>
      <dgm:spPr/>
    </dgm:pt>
    <dgm:pt modelId="{23F55550-4951-49AC-939E-9A6BDB8EBF93}" type="pres">
      <dgm:prSet presAssocID="{18D0D484-1FF6-468F-B2A4-22ADE5BDABD1}" presName="parentText" presStyleLbl="node1" presStyleIdx="0" presStyleCnt="6">
        <dgm:presLayoutVars>
          <dgm:chMax val="0"/>
          <dgm:bulletEnabled val="1"/>
        </dgm:presLayoutVars>
      </dgm:prSet>
      <dgm:spPr/>
    </dgm:pt>
    <dgm:pt modelId="{3D499E0E-4EF8-4DAF-B896-0B6DFA80DFFC}" type="pres">
      <dgm:prSet presAssocID="{18D0D484-1FF6-468F-B2A4-22ADE5BDABD1}" presName="negativeSpace" presStyleCnt="0"/>
      <dgm:spPr/>
    </dgm:pt>
    <dgm:pt modelId="{81DB1E5F-4F88-42F1-9396-B0C15AFD2506}" type="pres">
      <dgm:prSet presAssocID="{18D0D484-1FF6-468F-B2A4-22ADE5BDABD1}" presName="childText" presStyleLbl="conFgAcc1" presStyleIdx="0" presStyleCnt="6">
        <dgm:presLayoutVars>
          <dgm:bulletEnabled val="1"/>
        </dgm:presLayoutVars>
      </dgm:prSet>
      <dgm:spPr/>
    </dgm:pt>
    <dgm:pt modelId="{1C47F607-FB19-4E51-819B-1696EADA8735}" type="pres">
      <dgm:prSet presAssocID="{D623FBBD-B460-4E53-8CB4-9F18A0AF2B51}" presName="spaceBetweenRectangles" presStyleCnt="0"/>
      <dgm:spPr/>
    </dgm:pt>
    <dgm:pt modelId="{269B9505-682A-46AA-9C57-14326697852A}" type="pres">
      <dgm:prSet presAssocID="{518148E5-C5F5-48E7-AC6A-CEBCD4443F9C}" presName="parentLin" presStyleCnt="0"/>
      <dgm:spPr/>
    </dgm:pt>
    <dgm:pt modelId="{0C1DAF38-49C8-40B9-8CF4-B6EF1D0D4151}" type="pres">
      <dgm:prSet presAssocID="{518148E5-C5F5-48E7-AC6A-CEBCD4443F9C}" presName="parentLeftMargin" presStyleLbl="node1" presStyleIdx="0" presStyleCnt="6"/>
      <dgm:spPr/>
    </dgm:pt>
    <dgm:pt modelId="{EF2ED781-C811-4359-9A61-7DB2C0DE3E66}" type="pres">
      <dgm:prSet presAssocID="{518148E5-C5F5-48E7-AC6A-CEBCD4443F9C}" presName="parentText" presStyleLbl="node1" presStyleIdx="1" presStyleCnt="6">
        <dgm:presLayoutVars>
          <dgm:chMax val="0"/>
          <dgm:bulletEnabled val="1"/>
        </dgm:presLayoutVars>
      </dgm:prSet>
      <dgm:spPr/>
    </dgm:pt>
    <dgm:pt modelId="{6ED08EB7-C63E-494A-8141-F16E1B55C46C}" type="pres">
      <dgm:prSet presAssocID="{518148E5-C5F5-48E7-AC6A-CEBCD4443F9C}" presName="negativeSpace" presStyleCnt="0"/>
      <dgm:spPr/>
    </dgm:pt>
    <dgm:pt modelId="{4F24A9FB-227C-45AF-9980-9B7AFACFFAC9}" type="pres">
      <dgm:prSet presAssocID="{518148E5-C5F5-48E7-AC6A-CEBCD4443F9C}" presName="childText" presStyleLbl="conFgAcc1" presStyleIdx="1" presStyleCnt="6">
        <dgm:presLayoutVars>
          <dgm:bulletEnabled val="1"/>
        </dgm:presLayoutVars>
      </dgm:prSet>
      <dgm:spPr/>
    </dgm:pt>
    <dgm:pt modelId="{B9C8584F-85DA-484A-8BBA-2E6C8B550D7C}" type="pres">
      <dgm:prSet presAssocID="{1D8236F6-A38D-4867-9713-219368B65B8C}" presName="spaceBetweenRectangles" presStyleCnt="0"/>
      <dgm:spPr/>
    </dgm:pt>
    <dgm:pt modelId="{73B1104F-A0BD-41F6-92EB-DBA215967480}" type="pres">
      <dgm:prSet presAssocID="{61955A0C-A1A3-4344-B6C5-2647F70100D2}" presName="parentLin" presStyleCnt="0"/>
      <dgm:spPr/>
    </dgm:pt>
    <dgm:pt modelId="{2C5A13C9-2BA6-4432-A9D4-FAE8199257EB}" type="pres">
      <dgm:prSet presAssocID="{61955A0C-A1A3-4344-B6C5-2647F70100D2}" presName="parentLeftMargin" presStyleLbl="node1" presStyleIdx="1" presStyleCnt="6"/>
      <dgm:spPr/>
    </dgm:pt>
    <dgm:pt modelId="{C7142B4A-D235-49F1-A4F4-D974AE7BA13E}" type="pres">
      <dgm:prSet presAssocID="{61955A0C-A1A3-4344-B6C5-2647F70100D2}" presName="parentText" presStyleLbl="node1" presStyleIdx="2" presStyleCnt="6">
        <dgm:presLayoutVars>
          <dgm:chMax val="0"/>
          <dgm:bulletEnabled val="1"/>
        </dgm:presLayoutVars>
      </dgm:prSet>
      <dgm:spPr/>
    </dgm:pt>
    <dgm:pt modelId="{D3547833-1CF3-4F53-8731-964736736325}" type="pres">
      <dgm:prSet presAssocID="{61955A0C-A1A3-4344-B6C5-2647F70100D2}" presName="negativeSpace" presStyleCnt="0"/>
      <dgm:spPr/>
    </dgm:pt>
    <dgm:pt modelId="{A4D345B3-7351-4A8E-A488-5FB1D8916A53}" type="pres">
      <dgm:prSet presAssocID="{61955A0C-A1A3-4344-B6C5-2647F70100D2}" presName="childText" presStyleLbl="conFgAcc1" presStyleIdx="2" presStyleCnt="6">
        <dgm:presLayoutVars>
          <dgm:bulletEnabled val="1"/>
        </dgm:presLayoutVars>
      </dgm:prSet>
      <dgm:spPr/>
    </dgm:pt>
    <dgm:pt modelId="{B4FDE6A0-5BD1-4283-9FB0-5D74AAA74E8F}" type="pres">
      <dgm:prSet presAssocID="{95DD8141-6013-472B-901F-246FDC5DC703}" presName="spaceBetweenRectangles" presStyleCnt="0"/>
      <dgm:spPr/>
    </dgm:pt>
    <dgm:pt modelId="{D7D78775-E82D-48F9-834B-403577B85A35}" type="pres">
      <dgm:prSet presAssocID="{2F90207F-9CEA-468A-A901-B8A51A52ABBB}" presName="parentLin" presStyleCnt="0"/>
      <dgm:spPr/>
    </dgm:pt>
    <dgm:pt modelId="{CB74CD3D-DE55-40C5-8E53-5DA0A0A532EC}" type="pres">
      <dgm:prSet presAssocID="{2F90207F-9CEA-468A-A901-B8A51A52ABBB}" presName="parentLeftMargin" presStyleLbl="node1" presStyleIdx="2" presStyleCnt="6"/>
      <dgm:spPr/>
    </dgm:pt>
    <dgm:pt modelId="{2DE18B4B-A523-4953-8742-F54A1B54B1DD}" type="pres">
      <dgm:prSet presAssocID="{2F90207F-9CEA-468A-A901-B8A51A52ABBB}" presName="parentText" presStyleLbl="node1" presStyleIdx="3" presStyleCnt="6">
        <dgm:presLayoutVars>
          <dgm:chMax val="0"/>
          <dgm:bulletEnabled val="1"/>
        </dgm:presLayoutVars>
      </dgm:prSet>
      <dgm:spPr/>
    </dgm:pt>
    <dgm:pt modelId="{F84C5F9F-4A15-4F51-BF1A-7A36A448B611}" type="pres">
      <dgm:prSet presAssocID="{2F90207F-9CEA-468A-A901-B8A51A52ABBB}" presName="negativeSpace" presStyleCnt="0"/>
      <dgm:spPr/>
    </dgm:pt>
    <dgm:pt modelId="{0DB53AE7-36BE-445D-B83E-206E88F74A1E}" type="pres">
      <dgm:prSet presAssocID="{2F90207F-9CEA-468A-A901-B8A51A52ABBB}" presName="childText" presStyleLbl="conFgAcc1" presStyleIdx="3" presStyleCnt="6">
        <dgm:presLayoutVars>
          <dgm:bulletEnabled val="1"/>
        </dgm:presLayoutVars>
      </dgm:prSet>
      <dgm:spPr/>
    </dgm:pt>
    <dgm:pt modelId="{1B8915F9-339D-4E9B-801E-42C91D498617}" type="pres">
      <dgm:prSet presAssocID="{2D1C6D96-1BBC-40AC-8C3E-F102C8703BC4}" presName="spaceBetweenRectangles" presStyleCnt="0"/>
      <dgm:spPr/>
    </dgm:pt>
    <dgm:pt modelId="{B97E518B-AAB8-4D3D-A4EA-1183E6F837E9}" type="pres">
      <dgm:prSet presAssocID="{32812587-EF04-48BB-9960-E9062FB51CBC}" presName="parentLin" presStyleCnt="0"/>
      <dgm:spPr/>
    </dgm:pt>
    <dgm:pt modelId="{5B0241A3-3214-4A4D-8EFC-51AB2B824B2C}" type="pres">
      <dgm:prSet presAssocID="{32812587-EF04-48BB-9960-E9062FB51CBC}" presName="parentLeftMargin" presStyleLbl="node1" presStyleIdx="3" presStyleCnt="6"/>
      <dgm:spPr/>
    </dgm:pt>
    <dgm:pt modelId="{B9732A78-22DD-4438-B7A3-38CAE7E3B7AA}" type="pres">
      <dgm:prSet presAssocID="{32812587-EF04-48BB-9960-E9062FB51CBC}" presName="parentText" presStyleLbl="node1" presStyleIdx="4" presStyleCnt="6">
        <dgm:presLayoutVars>
          <dgm:chMax val="0"/>
          <dgm:bulletEnabled val="1"/>
        </dgm:presLayoutVars>
      </dgm:prSet>
      <dgm:spPr/>
    </dgm:pt>
    <dgm:pt modelId="{DF454A24-59E4-4BDD-8CE0-E40A7919723A}" type="pres">
      <dgm:prSet presAssocID="{32812587-EF04-48BB-9960-E9062FB51CBC}" presName="negativeSpace" presStyleCnt="0"/>
      <dgm:spPr/>
    </dgm:pt>
    <dgm:pt modelId="{A0DF60A5-1D2C-435B-863B-18B37CDC7820}" type="pres">
      <dgm:prSet presAssocID="{32812587-EF04-48BB-9960-E9062FB51CBC}" presName="childText" presStyleLbl="conFgAcc1" presStyleIdx="4" presStyleCnt="6">
        <dgm:presLayoutVars>
          <dgm:bulletEnabled val="1"/>
        </dgm:presLayoutVars>
      </dgm:prSet>
      <dgm:spPr/>
    </dgm:pt>
    <dgm:pt modelId="{0A4F403F-4C3A-4C57-B83E-CD2DB24ED5C2}" type="pres">
      <dgm:prSet presAssocID="{14EDE97C-E527-4906-A586-F4B9BFAEE48B}" presName="spaceBetweenRectangles" presStyleCnt="0"/>
      <dgm:spPr/>
    </dgm:pt>
    <dgm:pt modelId="{FCF9AEBE-E957-4AB2-AD5F-5B6D7FD6191B}" type="pres">
      <dgm:prSet presAssocID="{253C5AE7-9D88-4A9B-A62A-37CD8374604B}" presName="parentLin" presStyleCnt="0"/>
      <dgm:spPr/>
    </dgm:pt>
    <dgm:pt modelId="{C77252B5-ED88-461C-981C-6C9C590B6E35}" type="pres">
      <dgm:prSet presAssocID="{253C5AE7-9D88-4A9B-A62A-37CD8374604B}" presName="parentLeftMargin" presStyleLbl="node1" presStyleIdx="4" presStyleCnt="6"/>
      <dgm:spPr/>
    </dgm:pt>
    <dgm:pt modelId="{C89EBB00-15B5-44D9-A1B6-8CE068219B90}" type="pres">
      <dgm:prSet presAssocID="{253C5AE7-9D88-4A9B-A62A-37CD8374604B}" presName="parentText" presStyleLbl="node1" presStyleIdx="5" presStyleCnt="6">
        <dgm:presLayoutVars>
          <dgm:chMax val="0"/>
          <dgm:bulletEnabled val="1"/>
        </dgm:presLayoutVars>
      </dgm:prSet>
      <dgm:spPr/>
    </dgm:pt>
    <dgm:pt modelId="{E2978C37-2B2F-4AE8-80C8-1E28C3E03D69}" type="pres">
      <dgm:prSet presAssocID="{253C5AE7-9D88-4A9B-A62A-37CD8374604B}" presName="negativeSpace" presStyleCnt="0"/>
      <dgm:spPr/>
    </dgm:pt>
    <dgm:pt modelId="{33F44D27-0CE0-459D-9622-99AA21F152A8}" type="pres">
      <dgm:prSet presAssocID="{253C5AE7-9D88-4A9B-A62A-37CD8374604B}" presName="childText" presStyleLbl="conFgAcc1" presStyleIdx="5" presStyleCnt="6">
        <dgm:presLayoutVars>
          <dgm:bulletEnabled val="1"/>
        </dgm:presLayoutVars>
      </dgm:prSet>
      <dgm:spPr/>
    </dgm:pt>
  </dgm:ptLst>
  <dgm:cxnLst>
    <dgm:cxn modelId="{9273FC05-5424-473C-B4B7-CFDCFB0456D7}" srcId="{1F170B8B-93B8-4594-9A4A-1823D6AFD7AB}" destId="{32812587-EF04-48BB-9960-E9062FB51CBC}" srcOrd="4" destOrd="0" parTransId="{8C1F29EB-2BD9-429A-BE48-5D3EA8CC1721}" sibTransId="{14EDE97C-E527-4906-A586-F4B9BFAEE48B}"/>
    <dgm:cxn modelId="{F61AD807-14A5-4EE0-A59A-AF31745708AD}" srcId="{1F170B8B-93B8-4594-9A4A-1823D6AFD7AB}" destId="{2F90207F-9CEA-468A-A901-B8A51A52ABBB}" srcOrd="3" destOrd="0" parTransId="{26F1E9A0-0E78-438D-87A3-56121D62C688}" sibTransId="{2D1C6D96-1BBC-40AC-8C3E-F102C8703BC4}"/>
    <dgm:cxn modelId="{58CD600D-F6BB-4E01-B0DD-32C3B079833C}" type="presOf" srcId="{1F170B8B-93B8-4594-9A4A-1823D6AFD7AB}" destId="{F71A8C2D-2A11-4C46-ABC9-C95AA8AECC44}" srcOrd="0" destOrd="0" presId="urn:microsoft.com/office/officeart/2005/8/layout/list1"/>
    <dgm:cxn modelId="{AB434D19-DA77-467E-9431-FE36105C0ABC}" type="presOf" srcId="{18D0D484-1FF6-468F-B2A4-22ADE5BDABD1}" destId="{F0CE37A7-BA7A-4FC2-A833-2CE7E8F97286}" srcOrd="0" destOrd="0" presId="urn:microsoft.com/office/officeart/2005/8/layout/list1"/>
    <dgm:cxn modelId="{0CDD3228-3FD7-403A-B67C-458A53D2240D}" type="presOf" srcId="{253C5AE7-9D88-4A9B-A62A-37CD8374604B}" destId="{C77252B5-ED88-461C-981C-6C9C590B6E35}" srcOrd="0" destOrd="0" presId="urn:microsoft.com/office/officeart/2005/8/layout/list1"/>
    <dgm:cxn modelId="{D6344033-C95C-4C36-9225-8272F24E7660}" srcId="{1F170B8B-93B8-4594-9A4A-1823D6AFD7AB}" destId="{61955A0C-A1A3-4344-B6C5-2647F70100D2}" srcOrd="2" destOrd="0" parTransId="{3386F86F-B3C6-46A4-944D-51A6EDB6951A}" sibTransId="{95DD8141-6013-472B-901F-246FDC5DC703}"/>
    <dgm:cxn modelId="{21B18C3A-B889-4662-9772-9639A844FDA7}" type="presOf" srcId="{518148E5-C5F5-48E7-AC6A-CEBCD4443F9C}" destId="{EF2ED781-C811-4359-9A61-7DB2C0DE3E66}" srcOrd="1" destOrd="0" presId="urn:microsoft.com/office/officeart/2005/8/layout/list1"/>
    <dgm:cxn modelId="{9AC4C23C-BAE7-49C9-A0D8-B83484EA1166}" type="presOf" srcId="{32812587-EF04-48BB-9960-E9062FB51CBC}" destId="{B9732A78-22DD-4438-B7A3-38CAE7E3B7AA}" srcOrd="1" destOrd="0" presId="urn:microsoft.com/office/officeart/2005/8/layout/list1"/>
    <dgm:cxn modelId="{F0C56D5D-902B-471C-B8BA-D24B35174F98}" srcId="{1F170B8B-93B8-4594-9A4A-1823D6AFD7AB}" destId="{253C5AE7-9D88-4A9B-A62A-37CD8374604B}" srcOrd="5" destOrd="0" parTransId="{8B18345D-6F11-486C-A5E3-05FDCE711EA0}" sibTransId="{8B5CD186-6028-401F-B5C1-F64212E0B63B}"/>
    <dgm:cxn modelId="{5872C44B-75A4-4DC0-99B5-A5FC4D2CC3D0}" type="presOf" srcId="{32812587-EF04-48BB-9960-E9062FB51CBC}" destId="{5B0241A3-3214-4A4D-8EFC-51AB2B824B2C}" srcOrd="0" destOrd="0" presId="urn:microsoft.com/office/officeart/2005/8/layout/list1"/>
    <dgm:cxn modelId="{85A7184E-5F7F-4F58-827F-FD8D771BF74A}" type="presOf" srcId="{518148E5-C5F5-48E7-AC6A-CEBCD4443F9C}" destId="{0C1DAF38-49C8-40B9-8CF4-B6EF1D0D4151}" srcOrd="0" destOrd="0" presId="urn:microsoft.com/office/officeart/2005/8/layout/list1"/>
    <dgm:cxn modelId="{8F8FD39C-058A-4638-A0A1-99D0C3128FCE}" type="presOf" srcId="{2F90207F-9CEA-468A-A901-B8A51A52ABBB}" destId="{2DE18B4B-A523-4953-8742-F54A1B54B1DD}" srcOrd="1" destOrd="0" presId="urn:microsoft.com/office/officeart/2005/8/layout/list1"/>
    <dgm:cxn modelId="{A1C940A3-2C63-43AF-B253-0A2718CE4942}" type="presOf" srcId="{61955A0C-A1A3-4344-B6C5-2647F70100D2}" destId="{C7142B4A-D235-49F1-A4F4-D974AE7BA13E}" srcOrd="1" destOrd="0" presId="urn:microsoft.com/office/officeart/2005/8/layout/list1"/>
    <dgm:cxn modelId="{99E6D8AF-EC24-4FFB-8FF1-68002305207D}" srcId="{1F170B8B-93B8-4594-9A4A-1823D6AFD7AB}" destId="{18D0D484-1FF6-468F-B2A4-22ADE5BDABD1}" srcOrd="0" destOrd="0" parTransId="{E0A3093B-0761-4C83-931D-6922043B509A}" sibTransId="{D623FBBD-B460-4E53-8CB4-9F18A0AF2B51}"/>
    <dgm:cxn modelId="{22151BB4-C37E-4725-A520-5219CDE0B0B7}" type="presOf" srcId="{253C5AE7-9D88-4A9B-A62A-37CD8374604B}" destId="{C89EBB00-15B5-44D9-A1B6-8CE068219B90}" srcOrd="1" destOrd="0" presId="urn:microsoft.com/office/officeart/2005/8/layout/list1"/>
    <dgm:cxn modelId="{6B2C71BB-2E27-4D83-9D20-C9626F1D2939}" srcId="{1F170B8B-93B8-4594-9A4A-1823D6AFD7AB}" destId="{518148E5-C5F5-48E7-AC6A-CEBCD4443F9C}" srcOrd="1" destOrd="0" parTransId="{AE58C22F-4F33-4A97-B93E-B31BDD3C201C}" sibTransId="{1D8236F6-A38D-4867-9713-219368B65B8C}"/>
    <dgm:cxn modelId="{840959BC-5EF3-424D-A9DE-9D234A71296F}" type="presOf" srcId="{61955A0C-A1A3-4344-B6C5-2647F70100D2}" destId="{2C5A13C9-2BA6-4432-A9D4-FAE8199257EB}" srcOrd="0" destOrd="0" presId="urn:microsoft.com/office/officeart/2005/8/layout/list1"/>
    <dgm:cxn modelId="{4B313EBD-6DD1-4139-ADDF-51DC04957C86}" type="presOf" srcId="{2F90207F-9CEA-468A-A901-B8A51A52ABBB}" destId="{CB74CD3D-DE55-40C5-8E53-5DA0A0A532EC}" srcOrd="0" destOrd="0" presId="urn:microsoft.com/office/officeart/2005/8/layout/list1"/>
    <dgm:cxn modelId="{5DA593E4-664D-42E6-ABD7-5C292D3C8236}" type="presOf" srcId="{18D0D484-1FF6-468F-B2A4-22ADE5BDABD1}" destId="{23F55550-4951-49AC-939E-9A6BDB8EBF93}" srcOrd="1" destOrd="0" presId="urn:microsoft.com/office/officeart/2005/8/layout/list1"/>
    <dgm:cxn modelId="{0BD6031B-A529-4E92-B5B2-A57BFFC355DD}" type="presParOf" srcId="{F71A8C2D-2A11-4C46-ABC9-C95AA8AECC44}" destId="{72286EAE-E39B-4E73-AAB2-BC733F262DBF}" srcOrd="0" destOrd="0" presId="urn:microsoft.com/office/officeart/2005/8/layout/list1"/>
    <dgm:cxn modelId="{82FE27B7-6D85-4876-904F-32BAA715EC20}" type="presParOf" srcId="{72286EAE-E39B-4E73-AAB2-BC733F262DBF}" destId="{F0CE37A7-BA7A-4FC2-A833-2CE7E8F97286}" srcOrd="0" destOrd="0" presId="urn:microsoft.com/office/officeart/2005/8/layout/list1"/>
    <dgm:cxn modelId="{AA2EAC34-5D9F-41E0-9ECD-AEBEFF650073}" type="presParOf" srcId="{72286EAE-E39B-4E73-AAB2-BC733F262DBF}" destId="{23F55550-4951-49AC-939E-9A6BDB8EBF93}" srcOrd="1" destOrd="0" presId="urn:microsoft.com/office/officeart/2005/8/layout/list1"/>
    <dgm:cxn modelId="{C80BA950-C68A-4B40-827E-2DA559D945E7}" type="presParOf" srcId="{F71A8C2D-2A11-4C46-ABC9-C95AA8AECC44}" destId="{3D499E0E-4EF8-4DAF-B896-0B6DFA80DFFC}" srcOrd="1" destOrd="0" presId="urn:microsoft.com/office/officeart/2005/8/layout/list1"/>
    <dgm:cxn modelId="{9765A12D-B309-44DE-BFE0-B1BE1D77E47C}" type="presParOf" srcId="{F71A8C2D-2A11-4C46-ABC9-C95AA8AECC44}" destId="{81DB1E5F-4F88-42F1-9396-B0C15AFD2506}" srcOrd="2" destOrd="0" presId="urn:microsoft.com/office/officeart/2005/8/layout/list1"/>
    <dgm:cxn modelId="{B62FE68B-EABA-4345-88A4-B62948CAD114}" type="presParOf" srcId="{F71A8C2D-2A11-4C46-ABC9-C95AA8AECC44}" destId="{1C47F607-FB19-4E51-819B-1696EADA8735}" srcOrd="3" destOrd="0" presId="urn:microsoft.com/office/officeart/2005/8/layout/list1"/>
    <dgm:cxn modelId="{6C39F943-5192-4C93-9C8F-CCFF525C1426}" type="presParOf" srcId="{F71A8C2D-2A11-4C46-ABC9-C95AA8AECC44}" destId="{269B9505-682A-46AA-9C57-14326697852A}" srcOrd="4" destOrd="0" presId="urn:microsoft.com/office/officeart/2005/8/layout/list1"/>
    <dgm:cxn modelId="{F7669F62-8612-4C44-A798-37ED552EE7A9}" type="presParOf" srcId="{269B9505-682A-46AA-9C57-14326697852A}" destId="{0C1DAF38-49C8-40B9-8CF4-B6EF1D0D4151}" srcOrd="0" destOrd="0" presId="urn:microsoft.com/office/officeart/2005/8/layout/list1"/>
    <dgm:cxn modelId="{10D8176E-4116-42BC-B9BF-9BBFEC0BB94C}" type="presParOf" srcId="{269B9505-682A-46AA-9C57-14326697852A}" destId="{EF2ED781-C811-4359-9A61-7DB2C0DE3E66}" srcOrd="1" destOrd="0" presId="urn:microsoft.com/office/officeart/2005/8/layout/list1"/>
    <dgm:cxn modelId="{29039E69-42BB-4C48-AD6B-562C76E3450E}" type="presParOf" srcId="{F71A8C2D-2A11-4C46-ABC9-C95AA8AECC44}" destId="{6ED08EB7-C63E-494A-8141-F16E1B55C46C}" srcOrd="5" destOrd="0" presId="urn:microsoft.com/office/officeart/2005/8/layout/list1"/>
    <dgm:cxn modelId="{0FEFF397-2CC3-4E15-A104-FFECF3F5DDE3}" type="presParOf" srcId="{F71A8C2D-2A11-4C46-ABC9-C95AA8AECC44}" destId="{4F24A9FB-227C-45AF-9980-9B7AFACFFAC9}" srcOrd="6" destOrd="0" presId="urn:microsoft.com/office/officeart/2005/8/layout/list1"/>
    <dgm:cxn modelId="{C4DA0F49-3A7B-4625-B70F-CE2FC1EAA42A}" type="presParOf" srcId="{F71A8C2D-2A11-4C46-ABC9-C95AA8AECC44}" destId="{B9C8584F-85DA-484A-8BBA-2E6C8B550D7C}" srcOrd="7" destOrd="0" presId="urn:microsoft.com/office/officeart/2005/8/layout/list1"/>
    <dgm:cxn modelId="{F40CB790-00B4-4B44-85CE-1327B9B46292}" type="presParOf" srcId="{F71A8C2D-2A11-4C46-ABC9-C95AA8AECC44}" destId="{73B1104F-A0BD-41F6-92EB-DBA215967480}" srcOrd="8" destOrd="0" presId="urn:microsoft.com/office/officeart/2005/8/layout/list1"/>
    <dgm:cxn modelId="{8EA65359-021D-4AD0-B4AF-00AA51197F0E}" type="presParOf" srcId="{73B1104F-A0BD-41F6-92EB-DBA215967480}" destId="{2C5A13C9-2BA6-4432-A9D4-FAE8199257EB}" srcOrd="0" destOrd="0" presId="urn:microsoft.com/office/officeart/2005/8/layout/list1"/>
    <dgm:cxn modelId="{53CC42D1-C551-4959-B48F-059191CE87DB}" type="presParOf" srcId="{73B1104F-A0BD-41F6-92EB-DBA215967480}" destId="{C7142B4A-D235-49F1-A4F4-D974AE7BA13E}" srcOrd="1" destOrd="0" presId="urn:microsoft.com/office/officeart/2005/8/layout/list1"/>
    <dgm:cxn modelId="{5EBE7685-E66C-4278-AD16-41C82F43E0E0}" type="presParOf" srcId="{F71A8C2D-2A11-4C46-ABC9-C95AA8AECC44}" destId="{D3547833-1CF3-4F53-8731-964736736325}" srcOrd="9" destOrd="0" presId="urn:microsoft.com/office/officeart/2005/8/layout/list1"/>
    <dgm:cxn modelId="{580F203F-F413-4A80-909F-D891E81706A8}" type="presParOf" srcId="{F71A8C2D-2A11-4C46-ABC9-C95AA8AECC44}" destId="{A4D345B3-7351-4A8E-A488-5FB1D8916A53}" srcOrd="10" destOrd="0" presId="urn:microsoft.com/office/officeart/2005/8/layout/list1"/>
    <dgm:cxn modelId="{0C2DD41A-70A7-4C4D-882A-C3A337F1157F}" type="presParOf" srcId="{F71A8C2D-2A11-4C46-ABC9-C95AA8AECC44}" destId="{B4FDE6A0-5BD1-4283-9FB0-5D74AAA74E8F}" srcOrd="11" destOrd="0" presId="urn:microsoft.com/office/officeart/2005/8/layout/list1"/>
    <dgm:cxn modelId="{6A0EA721-214C-41B1-9254-F8BC82101F80}" type="presParOf" srcId="{F71A8C2D-2A11-4C46-ABC9-C95AA8AECC44}" destId="{D7D78775-E82D-48F9-834B-403577B85A35}" srcOrd="12" destOrd="0" presId="urn:microsoft.com/office/officeart/2005/8/layout/list1"/>
    <dgm:cxn modelId="{571027CE-3B7D-4811-B365-4A3B4888F81E}" type="presParOf" srcId="{D7D78775-E82D-48F9-834B-403577B85A35}" destId="{CB74CD3D-DE55-40C5-8E53-5DA0A0A532EC}" srcOrd="0" destOrd="0" presId="urn:microsoft.com/office/officeart/2005/8/layout/list1"/>
    <dgm:cxn modelId="{B33DF04B-D9A1-42A7-8B2A-95A76DA0560A}" type="presParOf" srcId="{D7D78775-E82D-48F9-834B-403577B85A35}" destId="{2DE18B4B-A523-4953-8742-F54A1B54B1DD}" srcOrd="1" destOrd="0" presId="urn:microsoft.com/office/officeart/2005/8/layout/list1"/>
    <dgm:cxn modelId="{4F7AF071-1647-41C4-A629-C8434B2B20E6}" type="presParOf" srcId="{F71A8C2D-2A11-4C46-ABC9-C95AA8AECC44}" destId="{F84C5F9F-4A15-4F51-BF1A-7A36A448B611}" srcOrd="13" destOrd="0" presId="urn:microsoft.com/office/officeart/2005/8/layout/list1"/>
    <dgm:cxn modelId="{FF28B9E0-30F6-4167-83F3-47A54035BC4D}" type="presParOf" srcId="{F71A8C2D-2A11-4C46-ABC9-C95AA8AECC44}" destId="{0DB53AE7-36BE-445D-B83E-206E88F74A1E}" srcOrd="14" destOrd="0" presId="urn:microsoft.com/office/officeart/2005/8/layout/list1"/>
    <dgm:cxn modelId="{275323FF-369A-4A12-90AD-7EA242CD1980}" type="presParOf" srcId="{F71A8C2D-2A11-4C46-ABC9-C95AA8AECC44}" destId="{1B8915F9-339D-4E9B-801E-42C91D498617}" srcOrd="15" destOrd="0" presId="urn:microsoft.com/office/officeart/2005/8/layout/list1"/>
    <dgm:cxn modelId="{01FC78BF-1537-4EB1-BAFF-36E6E76BAABE}" type="presParOf" srcId="{F71A8C2D-2A11-4C46-ABC9-C95AA8AECC44}" destId="{B97E518B-AAB8-4D3D-A4EA-1183E6F837E9}" srcOrd="16" destOrd="0" presId="urn:microsoft.com/office/officeart/2005/8/layout/list1"/>
    <dgm:cxn modelId="{F36DC3C9-D693-4ADA-97D7-F8B6E16B7015}" type="presParOf" srcId="{B97E518B-AAB8-4D3D-A4EA-1183E6F837E9}" destId="{5B0241A3-3214-4A4D-8EFC-51AB2B824B2C}" srcOrd="0" destOrd="0" presId="urn:microsoft.com/office/officeart/2005/8/layout/list1"/>
    <dgm:cxn modelId="{813F836F-2F21-48F7-95D2-663B75BAC9CA}" type="presParOf" srcId="{B97E518B-AAB8-4D3D-A4EA-1183E6F837E9}" destId="{B9732A78-22DD-4438-B7A3-38CAE7E3B7AA}" srcOrd="1" destOrd="0" presId="urn:microsoft.com/office/officeart/2005/8/layout/list1"/>
    <dgm:cxn modelId="{0B570CAA-31EB-46FE-8413-8CD645FE401D}" type="presParOf" srcId="{F71A8C2D-2A11-4C46-ABC9-C95AA8AECC44}" destId="{DF454A24-59E4-4BDD-8CE0-E40A7919723A}" srcOrd="17" destOrd="0" presId="urn:microsoft.com/office/officeart/2005/8/layout/list1"/>
    <dgm:cxn modelId="{C3454126-9FF4-4953-AE9B-298D6932D53C}" type="presParOf" srcId="{F71A8C2D-2A11-4C46-ABC9-C95AA8AECC44}" destId="{A0DF60A5-1D2C-435B-863B-18B37CDC7820}" srcOrd="18" destOrd="0" presId="urn:microsoft.com/office/officeart/2005/8/layout/list1"/>
    <dgm:cxn modelId="{49F04717-0CB8-49EA-93BE-A5DD3865B6EF}" type="presParOf" srcId="{F71A8C2D-2A11-4C46-ABC9-C95AA8AECC44}" destId="{0A4F403F-4C3A-4C57-B83E-CD2DB24ED5C2}" srcOrd="19" destOrd="0" presId="urn:microsoft.com/office/officeart/2005/8/layout/list1"/>
    <dgm:cxn modelId="{2C386461-7497-49C4-9503-5F62C453C0E9}" type="presParOf" srcId="{F71A8C2D-2A11-4C46-ABC9-C95AA8AECC44}" destId="{FCF9AEBE-E957-4AB2-AD5F-5B6D7FD6191B}" srcOrd="20" destOrd="0" presId="urn:microsoft.com/office/officeart/2005/8/layout/list1"/>
    <dgm:cxn modelId="{EB7E71D1-0710-4BB4-9FC5-92E3C46F5199}" type="presParOf" srcId="{FCF9AEBE-E957-4AB2-AD5F-5B6D7FD6191B}" destId="{C77252B5-ED88-461C-981C-6C9C590B6E35}" srcOrd="0" destOrd="0" presId="urn:microsoft.com/office/officeart/2005/8/layout/list1"/>
    <dgm:cxn modelId="{9136E039-3A14-45CF-AB62-0EFA483EB585}" type="presParOf" srcId="{FCF9AEBE-E957-4AB2-AD5F-5B6D7FD6191B}" destId="{C89EBB00-15B5-44D9-A1B6-8CE068219B90}" srcOrd="1" destOrd="0" presId="urn:microsoft.com/office/officeart/2005/8/layout/list1"/>
    <dgm:cxn modelId="{42489FC6-F6FC-4B6E-BD02-180DC51864E3}" type="presParOf" srcId="{F71A8C2D-2A11-4C46-ABC9-C95AA8AECC44}" destId="{E2978C37-2B2F-4AE8-80C8-1E28C3E03D69}" srcOrd="21" destOrd="0" presId="urn:microsoft.com/office/officeart/2005/8/layout/list1"/>
    <dgm:cxn modelId="{8832158C-E8B3-4B83-9210-E1ECB1E9B2CE}" type="presParOf" srcId="{F71A8C2D-2A11-4C46-ABC9-C95AA8AECC44}" destId="{33F44D27-0CE0-459D-9622-99AA21F152A8}" srcOrd="22"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DB1E5F-4F88-42F1-9396-B0C15AFD2506}">
      <dsp:nvSpPr>
        <dsp:cNvPr id="0" name=""/>
        <dsp:cNvSpPr/>
      </dsp:nvSpPr>
      <dsp:spPr>
        <a:xfrm>
          <a:off x="0" y="321549"/>
          <a:ext cx="5529681" cy="4032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3F55550-4951-49AC-939E-9A6BDB8EBF93}">
      <dsp:nvSpPr>
        <dsp:cNvPr id="0" name=""/>
        <dsp:cNvSpPr/>
      </dsp:nvSpPr>
      <dsp:spPr>
        <a:xfrm>
          <a:off x="276484" y="85389"/>
          <a:ext cx="3870776" cy="4723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306" tIns="0" rIns="146306" bIns="0" numCol="1" spcCol="1270" anchor="ctr" anchorCtr="0">
          <a:noAutofit/>
        </a:bodyPr>
        <a:lstStyle/>
        <a:p>
          <a:pPr marL="0" lvl="0" indent="0" algn="l" defTabSz="533400">
            <a:lnSpc>
              <a:spcPct val="90000"/>
            </a:lnSpc>
            <a:spcBef>
              <a:spcPct val="0"/>
            </a:spcBef>
            <a:spcAft>
              <a:spcPct val="35000"/>
            </a:spcAft>
            <a:buClrTx/>
            <a:buSzTx/>
            <a:buFontTx/>
            <a:buNone/>
          </a:pPr>
          <a:r>
            <a:rPr kumimoji="0" lang="en-US" altLang="en-US" sz="1200" b="1" i="0" u="none" strike="noStrike" kern="1200" cap="none" normalizeH="0" baseline="0" dirty="0">
              <a:ln/>
              <a:effectLst/>
              <a:latin typeface="Arial" panose="020B0604020202020204" pitchFamily="34" charset="0"/>
            </a:rPr>
            <a:t>Multi-Source Text Data</a:t>
          </a:r>
          <a:r>
            <a:rPr kumimoji="0" lang="en-US" altLang="en-US" sz="1200" b="0" i="0" u="none" strike="noStrike" kern="1200" cap="none" normalizeH="0" baseline="0" dirty="0">
              <a:ln/>
              <a:effectLst/>
              <a:latin typeface="Arial" panose="020B0604020202020204" pitchFamily="34" charset="0"/>
            </a:rPr>
            <a:t>: Open-text data from surveys, exits, onboarding, candidates &amp; managers.</a:t>
          </a:r>
          <a:endParaRPr lang="en-IN" sz="1200" kern="1200" dirty="0"/>
        </a:p>
      </dsp:txBody>
      <dsp:txXfrm>
        <a:off x="299541" y="108446"/>
        <a:ext cx="3824662" cy="426206"/>
      </dsp:txXfrm>
    </dsp:sp>
    <dsp:sp modelId="{4F24A9FB-227C-45AF-9980-9B7AFACFFAC9}">
      <dsp:nvSpPr>
        <dsp:cNvPr id="0" name=""/>
        <dsp:cNvSpPr/>
      </dsp:nvSpPr>
      <dsp:spPr>
        <a:xfrm>
          <a:off x="0" y="1047309"/>
          <a:ext cx="5529681" cy="403200"/>
        </a:xfrm>
        <a:prstGeom prst="rect">
          <a:avLst/>
        </a:prstGeom>
        <a:solidFill>
          <a:schemeClr val="lt1">
            <a:alpha val="90000"/>
            <a:hueOff val="0"/>
            <a:satOff val="0"/>
            <a:lumOff val="0"/>
            <a:alphaOff val="0"/>
          </a:schemeClr>
        </a:solidFill>
        <a:ln w="12700" cap="flat" cmpd="sng" algn="ctr">
          <a:solidFill>
            <a:schemeClr val="accent3">
              <a:hueOff val="475277"/>
              <a:satOff val="-10473"/>
              <a:lumOff val="-1334"/>
              <a:alphaOff val="0"/>
            </a:schemeClr>
          </a:solidFill>
          <a:prstDash val="solid"/>
          <a:miter lim="800000"/>
        </a:ln>
        <a:effectLst/>
      </dsp:spPr>
      <dsp:style>
        <a:lnRef idx="2">
          <a:scrgbClr r="0" g="0" b="0"/>
        </a:lnRef>
        <a:fillRef idx="1">
          <a:scrgbClr r="0" g="0" b="0"/>
        </a:fillRef>
        <a:effectRef idx="0">
          <a:scrgbClr r="0" g="0" b="0"/>
        </a:effectRef>
        <a:fontRef idx="minor"/>
      </dsp:style>
    </dsp:sp>
    <dsp:sp modelId="{EF2ED781-C811-4359-9A61-7DB2C0DE3E66}">
      <dsp:nvSpPr>
        <dsp:cNvPr id="0" name=""/>
        <dsp:cNvSpPr/>
      </dsp:nvSpPr>
      <dsp:spPr>
        <a:xfrm>
          <a:off x="276484" y="811149"/>
          <a:ext cx="3870776" cy="472320"/>
        </a:xfrm>
        <a:prstGeom prst="roundRect">
          <a:avLst/>
        </a:prstGeom>
        <a:solidFill>
          <a:schemeClr val="accent3">
            <a:hueOff val="475277"/>
            <a:satOff val="-10473"/>
            <a:lumOff val="-133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306" tIns="0" rIns="146306" bIns="0" numCol="1" spcCol="1270" anchor="ctr" anchorCtr="0">
          <a:noAutofit/>
        </a:bodyPr>
        <a:lstStyle/>
        <a:p>
          <a:pPr marL="0" lvl="0" indent="0" algn="l" defTabSz="533400">
            <a:lnSpc>
              <a:spcPct val="90000"/>
            </a:lnSpc>
            <a:spcBef>
              <a:spcPct val="0"/>
            </a:spcBef>
            <a:spcAft>
              <a:spcPct val="35000"/>
            </a:spcAft>
            <a:buClrTx/>
            <a:buSzTx/>
            <a:buFontTx/>
            <a:buNone/>
          </a:pPr>
          <a:r>
            <a:rPr kumimoji="0" lang="en-US" altLang="en-US" sz="1200" b="1" i="0" u="none" strike="noStrike" kern="1200" cap="none" normalizeH="0" baseline="0" dirty="0">
              <a:ln/>
              <a:effectLst/>
              <a:latin typeface="Arial" panose="020B0604020202020204" pitchFamily="34" charset="0"/>
            </a:rPr>
            <a:t>Unstructured at Scale</a:t>
          </a:r>
          <a:r>
            <a:rPr kumimoji="0" lang="en-US" altLang="en-US" sz="1200" b="0" i="0" u="none" strike="noStrike" kern="1200" cap="none" normalizeH="0" baseline="0" dirty="0">
              <a:ln/>
              <a:effectLst/>
              <a:latin typeface="Arial" panose="020B0604020202020204" pitchFamily="34" charset="0"/>
            </a:rPr>
            <a:t>: Thousands of comments per cycle, 70% + free text-inputs.</a:t>
          </a:r>
          <a:endParaRPr lang="en-IN" sz="1200" kern="1200" dirty="0"/>
        </a:p>
      </dsp:txBody>
      <dsp:txXfrm>
        <a:off x="299541" y="834206"/>
        <a:ext cx="3824662" cy="426206"/>
      </dsp:txXfrm>
    </dsp:sp>
    <dsp:sp modelId="{A4D345B3-7351-4A8E-A488-5FB1D8916A53}">
      <dsp:nvSpPr>
        <dsp:cNvPr id="0" name=""/>
        <dsp:cNvSpPr/>
      </dsp:nvSpPr>
      <dsp:spPr>
        <a:xfrm>
          <a:off x="0" y="1773069"/>
          <a:ext cx="5529681" cy="403200"/>
        </a:xfrm>
        <a:prstGeom prst="rect">
          <a:avLst/>
        </a:prstGeom>
        <a:solidFill>
          <a:schemeClr val="lt1">
            <a:alpha val="90000"/>
            <a:hueOff val="0"/>
            <a:satOff val="0"/>
            <a:lumOff val="0"/>
            <a:alphaOff val="0"/>
          </a:schemeClr>
        </a:solidFill>
        <a:ln w="12700" cap="flat" cmpd="sng" algn="ctr">
          <a:solidFill>
            <a:schemeClr val="accent3">
              <a:hueOff val="950555"/>
              <a:satOff val="-20946"/>
              <a:lumOff val="-2667"/>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142B4A-D235-49F1-A4F4-D974AE7BA13E}">
      <dsp:nvSpPr>
        <dsp:cNvPr id="0" name=""/>
        <dsp:cNvSpPr/>
      </dsp:nvSpPr>
      <dsp:spPr>
        <a:xfrm>
          <a:off x="276484" y="1536909"/>
          <a:ext cx="3870776" cy="472320"/>
        </a:xfrm>
        <a:prstGeom prst="roundRect">
          <a:avLst/>
        </a:prstGeom>
        <a:solidFill>
          <a:schemeClr val="accent3">
            <a:hueOff val="950555"/>
            <a:satOff val="-20946"/>
            <a:lumOff val="-266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306" tIns="0" rIns="146306" bIns="0" numCol="1" spcCol="1270" anchor="ctr" anchorCtr="0">
          <a:noAutofit/>
        </a:bodyPr>
        <a:lstStyle/>
        <a:p>
          <a:pPr marL="0" lvl="0" indent="0" algn="l" defTabSz="533400">
            <a:lnSpc>
              <a:spcPct val="90000"/>
            </a:lnSpc>
            <a:spcBef>
              <a:spcPct val="0"/>
            </a:spcBef>
            <a:spcAft>
              <a:spcPct val="35000"/>
            </a:spcAft>
            <a:buClrTx/>
            <a:buSzTx/>
            <a:buFontTx/>
            <a:buNone/>
          </a:pPr>
          <a:r>
            <a:rPr kumimoji="0" lang="en-US" altLang="en-US" sz="1200" b="1" i="0" u="none" strike="noStrike" kern="1200" cap="none" normalizeH="0" baseline="0" dirty="0">
              <a:ln/>
              <a:effectLst/>
              <a:latin typeface="Arial" panose="020B0604020202020204" pitchFamily="34" charset="0"/>
            </a:rPr>
            <a:t>Standardized Pre-Processing</a:t>
          </a:r>
          <a:r>
            <a:rPr kumimoji="0" lang="en-US" altLang="en-US" sz="1200" b="0" i="0" u="none" strike="noStrike" kern="1200" cap="none" normalizeH="0" baseline="0" dirty="0">
              <a:ln/>
              <a:effectLst/>
              <a:latin typeface="Arial" panose="020B0604020202020204" pitchFamily="34" charset="0"/>
            </a:rPr>
            <a:t>: Cleaning, normalization and de-duplication across datasets.</a:t>
          </a:r>
          <a:endParaRPr lang="en-IN" sz="1200" kern="1200" dirty="0"/>
        </a:p>
      </dsp:txBody>
      <dsp:txXfrm>
        <a:off x="299541" y="1559966"/>
        <a:ext cx="3824662" cy="426206"/>
      </dsp:txXfrm>
    </dsp:sp>
    <dsp:sp modelId="{0DB53AE7-36BE-445D-B83E-206E88F74A1E}">
      <dsp:nvSpPr>
        <dsp:cNvPr id="0" name=""/>
        <dsp:cNvSpPr/>
      </dsp:nvSpPr>
      <dsp:spPr>
        <a:xfrm>
          <a:off x="0" y="2498829"/>
          <a:ext cx="5529681" cy="403200"/>
        </a:xfrm>
        <a:prstGeom prst="rect">
          <a:avLst/>
        </a:prstGeom>
        <a:solidFill>
          <a:schemeClr val="lt1">
            <a:alpha val="90000"/>
            <a:hueOff val="0"/>
            <a:satOff val="0"/>
            <a:lumOff val="0"/>
            <a:alphaOff val="0"/>
          </a:schemeClr>
        </a:solidFill>
        <a:ln w="12700" cap="flat" cmpd="sng" algn="ctr">
          <a:solidFill>
            <a:schemeClr val="accent3">
              <a:hueOff val="1425832"/>
              <a:satOff val="-31419"/>
              <a:lumOff val="-4001"/>
              <a:alphaOff val="0"/>
            </a:schemeClr>
          </a:solidFill>
          <a:prstDash val="solid"/>
          <a:miter lim="800000"/>
        </a:ln>
        <a:effectLst/>
      </dsp:spPr>
      <dsp:style>
        <a:lnRef idx="2">
          <a:scrgbClr r="0" g="0" b="0"/>
        </a:lnRef>
        <a:fillRef idx="1">
          <a:scrgbClr r="0" g="0" b="0"/>
        </a:fillRef>
        <a:effectRef idx="0">
          <a:scrgbClr r="0" g="0" b="0"/>
        </a:effectRef>
        <a:fontRef idx="minor"/>
      </dsp:style>
    </dsp:sp>
    <dsp:sp modelId="{2DE18B4B-A523-4953-8742-F54A1B54B1DD}">
      <dsp:nvSpPr>
        <dsp:cNvPr id="0" name=""/>
        <dsp:cNvSpPr/>
      </dsp:nvSpPr>
      <dsp:spPr>
        <a:xfrm>
          <a:off x="276484" y="2262669"/>
          <a:ext cx="3870776" cy="472320"/>
        </a:xfrm>
        <a:prstGeom prst="roundRect">
          <a:avLst/>
        </a:prstGeom>
        <a:solidFill>
          <a:schemeClr val="accent3">
            <a:hueOff val="1425832"/>
            <a:satOff val="-31419"/>
            <a:lumOff val="-400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306" tIns="0" rIns="146306" bIns="0" numCol="1" spcCol="1270" anchor="ctr" anchorCtr="0">
          <a:noAutofit/>
        </a:bodyPr>
        <a:lstStyle/>
        <a:p>
          <a:pPr marL="0" lvl="0" indent="0" algn="l" defTabSz="533400">
            <a:lnSpc>
              <a:spcPct val="90000"/>
            </a:lnSpc>
            <a:spcBef>
              <a:spcPct val="0"/>
            </a:spcBef>
            <a:spcAft>
              <a:spcPct val="35000"/>
            </a:spcAft>
            <a:buClrTx/>
            <a:buSzTx/>
            <a:buFontTx/>
            <a:buNone/>
          </a:pPr>
          <a:r>
            <a:rPr kumimoji="0" lang="en-US" altLang="en-US" sz="1200" b="1" i="0" u="none" strike="noStrike" kern="1200" cap="none" normalizeH="0" baseline="0" dirty="0">
              <a:ln/>
              <a:effectLst/>
              <a:latin typeface="Arial" panose="020B0604020202020204" pitchFamily="34" charset="0"/>
            </a:rPr>
            <a:t>AI-Driven Sentiment Scoring</a:t>
          </a:r>
          <a:r>
            <a:rPr kumimoji="0" lang="en-US" altLang="en-US" sz="1200" b="0" i="0" u="none" strike="noStrike" kern="1200" cap="none" normalizeH="0" baseline="0" dirty="0">
              <a:ln/>
              <a:effectLst/>
              <a:latin typeface="Arial" panose="020B0604020202020204" pitchFamily="34" charset="0"/>
            </a:rPr>
            <a:t>: Transformer NLP classifies Positive/ Neutral/ Negative with score.</a:t>
          </a:r>
          <a:endParaRPr lang="en-IN" sz="1200" kern="1200" dirty="0"/>
        </a:p>
      </dsp:txBody>
      <dsp:txXfrm>
        <a:off x="299541" y="2285726"/>
        <a:ext cx="3824662" cy="426206"/>
      </dsp:txXfrm>
    </dsp:sp>
    <dsp:sp modelId="{A0DF60A5-1D2C-435B-863B-18B37CDC7820}">
      <dsp:nvSpPr>
        <dsp:cNvPr id="0" name=""/>
        <dsp:cNvSpPr/>
      </dsp:nvSpPr>
      <dsp:spPr>
        <a:xfrm>
          <a:off x="0" y="3224590"/>
          <a:ext cx="5529681" cy="403200"/>
        </a:xfrm>
        <a:prstGeom prst="rect">
          <a:avLst/>
        </a:prstGeom>
        <a:solidFill>
          <a:schemeClr val="lt1">
            <a:alpha val="90000"/>
            <a:hueOff val="0"/>
            <a:satOff val="0"/>
            <a:lumOff val="0"/>
            <a:alphaOff val="0"/>
          </a:schemeClr>
        </a:solidFill>
        <a:ln w="12700" cap="flat" cmpd="sng" algn="ctr">
          <a:solidFill>
            <a:schemeClr val="accent3">
              <a:hueOff val="1901109"/>
              <a:satOff val="-41892"/>
              <a:lumOff val="-5334"/>
              <a:alphaOff val="0"/>
            </a:schemeClr>
          </a:solidFill>
          <a:prstDash val="solid"/>
          <a:miter lim="800000"/>
        </a:ln>
        <a:effectLst/>
      </dsp:spPr>
      <dsp:style>
        <a:lnRef idx="2">
          <a:scrgbClr r="0" g="0" b="0"/>
        </a:lnRef>
        <a:fillRef idx="1">
          <a:scrgbClr r="0" g="0" b="0"/>
        </a:fillRef>
        <a:effectRef idx="0">
          <a:scrgbClr r="0" g="0" b="0"/>
        </a:effectRef>
        <a:fontRef idx="minor"/>
      </dsp:style>
    </dsp:sp>
    <dsp:sp modelId="{B9732A78-22DD-4438-B7A3-38CAE7E3B7AA}">
      <dsp:nvSpPr>
        <dsp:cNvPr id="0" name=""/>
        <dsp:cNvSpPr/>
      </dsp:nvSpPr>
      <dsp:spPr>
        <a:xfrm>
          <a:off x="276484" y="2988429"/>
          <a:ext cx="3870776" cy="472320"/>
        </a:xfrm>
        <a:prstGeom prst="roundRect">
          <a:avLst/>
        </a:prstGeom>
        <a:solidFill>
          <a:schemeClr val="accent3">
            <a:hueOff val="1901109"/>
            <a:satOff val="-41892"/>
            <a:lumOff val="-533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306" tIns="0" rIns="146306" bIns="0" numCol="1" spcCol="1270" anchor="ctr" anchorCtr="0">
          <a:noAutofit/>
        </a:bodyPr>
        <a:lstStyle/>
        <a:p>
          <a:pPr marL="0" lvl="0" indent="0" algn="l" defTabSz="533400">
            <a:lnSpc>
              <a:spcPct val="90000"/>
            </a:lnSpc>
            <a:spcBef>
              <a:spcPct val="0"/>
            </a:spcBef>
            <a:spcAft>
              <a:spcPct val="35000"/>
            </a:spcAft>
            <a:buClrTx/>
            <a:buSzTx/>
            <a:buFontTx/>
            <a:buNone/>
          </a:pPr>
          <a:r>
            <a:rPr kumimoji="0" lang="en-US" altLang="en-US" sz="1200" b="1" i="0" u="none" strike="noStrike" kern="1200" cap="none" normalizeH="0" baseline="0" dirty="0">
              <a:ln/>
              <a:effectLst/>
              <a:latin typeface="Arial" panose="020B0604020202020204" pitchFamily="34" charset="0"/>
            </a:rPr>
            <a:t>Context-Aware Logic</a:t>
          </a:r>
          <a:r>
            <a:rPr kumimoji="0" lang="en-US" altLang="en-US" sz="1200" b="0" i="0" u="none" strike="noStrike" kern="1200" cap="none" normalizeH="0" baseline="0" dirty="0">
              <a:ln/>
              <a:effectLst/>
              <a:latin typeface="Arial" panose="020B0604020202020204" pitchFamily="34" charset="0"/>
            </a:rPr>
            <a:t>: Contrast phrases handled to prevent false positivity and ensuring neutrality.</a:t>
          </a:r>
          <a:endParaRPr lang="en-IN" sz="1200" kern="1200" dirty="0"/>
        </a:p>
      </dsp:txBody>
      <dsp:txXfrm>
        <a:off x="299541" y="3011486"/>
        <a:ext cx="3824662" cy="426206"/>
      </dsp:txXfrm>
    </dsp:sp>
    <dsp:sp modelId="{33F44D27-0CE0-459D-9622-99AA21F152A8}">
      <dsp:nvSpPr>
        <dsp:cNvPr id="0" name=""/>
        <dsp:cNvSpPr/>
      </dsp:nvSpPr>
      <dsp:spPr>
        <a:xfrm>
          <a:off x="0" y="3950350"/>
          <a:ext cx="5529681" cy="403200"/>
        </a:xfrm>
        <a:prstGeom prst="rect">
          <a:avLst/>
        </a:prstGeom>
        <a:solidFill>
          <a:schemeClr val="lt1">
            <a:alpha val="90000"/>
            <a:hueOff val="0"/>
            <a:satOff val="0"/>
            <a:lumOff val="0"/>
            <a:alphaOff val="0"/>
          </a:schemeClr>
        </a:solidFill>
        <a:ln w="12700" cap="flat" cmpd="sng" algn="ctr">
          <a:solidFill>
            <a:schemeClr val="accent3">
              <a:hueOff val="2376387"/>
              <a:satOff val="-52365"/>
              <a:lumOff val="-6668"/>
              <a:alphaOff val="0"/>
            </a:schemeClr>
          </a:solidFill>
          <a:prstDash val="solid"/>
          <a:miter lim="800000"/>
        </a:ln>
        <a:effectLst/>
      </dsp:spPr>
      <dsp:style>
        <a:lnRef idx="2">
          <a:scrgbClr r="0" g="0" b="0"/>
        </a:lnRef>
        <a:fillRef idx="1">
          <a:scrgbClr r="0" g="0" b="0"/>
        </a:fillRef>
        <a:effectRef idx="0">
          <a:scrgbClr r="0" g="0" b="0"/>
        </a:effectRef>
        <a:fontRef idx="minor"/>
      </dsp:style>
    </dsp:sp>
    <dsp:sp modelId="{C89EBB00-15B5-44D9-A1B6-8CE068219B90}">
      <dsp:nvSpPr>
        <dsp:cNvPr id="0" name=""/>
        <dsp:cNvSpPr/>
      </dsp:nvSpPr>
      <dsp:spPr>
        <a:xfrm>
          <a:off x="276484" y="3714190"/>
          <a:ext cx="3870776" cy="472320"/>
        </a:xfrm>
        <a:prstGeom prst="roundRect">
          <a:avLst/>
        </a:prstGeom>
        <a:solidFill>
          <a:schemeClr val="accent3">
            <a:hueOff val="2376387"/>
            <a:satOff val="-52365"/>
            <a:lumOff val="-666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306" tIns="0" rIns="146306" bIns="0" numCol="1" spcCol="1270" anchor="ctr" anchorCtr="0">
          <a:noAutofit/>
        </a:bodyPr>
        <a:lstStyle/>
        <a:p>
          <a:pPr marL="0" lvl="0" indent="0" algn="l" defTabSz="533400">
            <a:lnSpc>
              <a:spcPct val="90000"/>
            </a:lnSpc>
            <a:spcBef>
              <a:spcPct val="0"/>
            </a:spcBef>
            <a:spcAft>
              <a:spcPct val="35000"/>
            </a:spcAft>
            <a:buClrTx/>
            <a:buSzTx/>
            <a:buFontTx/>
            <a:buNone/>
          </a:pPr>
          <a:r>
            <a:rPr kumimoji="0" lang="en-US" altLang="en-US" sz="1200" b="1" i="0" u="none" strike="noStrike" kern="1200" cap="none" normalizeH="0" baseline="0" dirty="0">
              <a:ln/>
              <a:effectLst/>
              <a:latin typeface="Arial" panose="020B0604020202020204" pitchFamily="34" charset="0"/>
            </a:rPr>
            <a:t>Insight-to-Action Outputs</a:t>
          </a:r>
          <a:r>
            <a:rPr kumimoji="0" lang="en-US" altLang="en-US" sz="1200" b="0" i="0" u="none" strike="noStrike" kern="1200" cap="none" normalizeH="0" baseline="0" dirty="0">
              <a:ln/>
              <a:effectLst/>
              <a:latin typeface="Arial" panose="020B0604020202020204" pitchFamily="34" charset="0"/>
            </a:rPr>
            <a:t>: Aggregated insights highlight priority issues for decisions.</a:t>
          </a:r>
          <a:endParaRPr lang="en-IN" sz="1200" kern="1200" dirty="0"/>
        </a:p>
      </dsp:txBody>
      <dsp:txXfrm>
        <a:off x="299541" y="3737247"/>
        <a:ext cx="3824662"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EE76B3-8ABA-476D-A936-BC2CF905C940}" type="datetimeFigureOut">
              <a:rPr lang="en-IN" smtClean="0"/>
              <a:t>21-05-2026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86FEEF-4300-4A6F-A2FB-B8AFD3D1EAA1}" type="slidenum">
              <a:rPr lang="en-IN" smtClean="0"/>
              <a:t>‹#›</a:t>
            </a:fld>
            <a:endParaRPr lang="en-IN"/>
          </a:p>
        </p:txBody>
      </p:sp>
    </p:spTree>
    <p:extLst>
      <p:ext uri="{BB962C8B-B14F-4D97-AF65-F5344CB8AC3E}">
        <p14:creationId xmlns:p14="http://schemas.microsoft.com/office/powerpoint/2010/main" val="1242964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0696B5C-12A0-4042-B4D0-BD3B9A4F58C6}" type="slidenum">
              <a:rPr kumimoji="0" lang="pt-BR" sz="900" b="0" i="0" u="none" strike="noStrike" kern="1200" cap="none" spc="0" normalizeH="0" baseline="0" noProof="0" smtClean="0">
                <a:ln>
                  <a:noFill/>
                </a:ln>
                <a:solidFill>
                  <a:prstClr val="black"/>
                </a:solidFill>
                <a:effectLst/>
                <a:uLnTx/>
                <a:uFillTx/>
                <a:latin typeface="Verdana"/>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pt-BR" sz="900" b="0" i="0" u="none" strike="noStrike" kern="1200" cap="none" spc="0" normalizeH="0" baseline="0" noProof="0">
              <a:ln>
                <a:noFill/>
              </a:ln>
              <a:solidFill>
                <a:prstClr val="black"/>
              </a:solidFill>
              <a:effectLst/>
              <a:uLnTx/>
              <a:uFillTx/>
              <a:latin typeface="Verdana"/>
              <a:ea typeface="+mn-ea"/>
              <a:cs typeface="+mn-cs"/>
            </a:endParaRPr>
          </a:p>
        </p:txBody>
      </p:sp>
    </p:spTree>
    <p:extLst>
      <p:ext uri="{BB962C8B-B14F-4D97-AF65-F5344CB8AC3E}">
        <p14:creationId xmlns:p14="http://schemas.microsoft.com/office/powerpoint/2010/main" val="35376319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586FEEF-4300-4A6F-A2FB-B8AFD3D1EAA1}" type="slidenum">
              <a:rPr lang="en-IN" smtClean="0"/>
              <a:t>10</a:t>
            </a:fld>
            <a:endParaRPr lang="en-IN"/>
          </a:p>
        </p:txBody>
      </p:sp>
    </p:spTree>
    <p:extLst>
      <p:ext uri="{BB962C8B-B14F-4D97-AF65-F5344CB8AC3E}">
        <p14:creationId xmlns:p14="http://schemas.microsoft.com/office/powerpoint/2010/main" val="6638173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hyperlink" Target="http://www.facebook.com/capgemini" TargetMode="External"/><Relationship Id="rId1" Type="http://schemas.openxmlformats.org/officeDocument/2006/relationships/slideMaster" Target="../slideMasters/slideMaster1.xml"/><Relationship Id="rId6" Type="http://schemas.openxmlformats.org/officeDocument/2006/relationships/hyperlink" Target="http://www.slideshare.net/capgemini" TargetMode="External"/><Relationship Id="rId11" Type="http://schemas.openxmlformats.org/officeDocument/2006/relationships/image" Target="../media/image2.sv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hyperlink" Target="http://www.linkedin.com/company/capgemini" TargetMode="External"/><Relationship Id="rId9"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hyperlink" Target="http://www.facebook.com/capgemini" TargetMode="External"/><Relationship Id="rId1" Type="http://schemas.openxmlformats.org/officeDocument/2006/relationships/slideMaster" Target="../slideMasters/slideMaster1.xml"/><Relationship Id="rId6" Type="http://schemas.openxmlformats.org/officeDocument/2006/relationships/hyperlink" Target="http://www.slideshare.net/capgemini" TargetMode="External"/><Relationship Id="rId11" Type="http://schemas.openxmlformats.org/officeDocument/2006/relationships/image" Target="../media/image2.svg"/><Relationship Id="rId5" Type="http://schemas.openxmlformats.org/officeDocument/2006/relationships/image" Target="../media/image7.png"/><Relationship Id="rId10" Type="http://schemas.openxmlformats.org/officeDocument/2006/relationships/image" Target="../media/image11.png"/><Relationship Id="rId4" Type="http://schemas.openxmlformats.org/officeDocument/2006/relationships/hyperlink" Target="http://www.linkedin.com/company/capgemini" TargetMode="External"/><Relationship Id="rId9"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8" Type="http://schemas.microsoft.com/office/2007/relationships/hdphoto" Target="../media/hdphoto1.wdp"/><Relationship Id="rId13" Type="http://schemas.openxmlformats.org/officeDocument/2006/relationships/image" Target="../media/image15.png"/><Relationship Id="rId18" Type="http://schemas.openxmlformats.org/officeDocument/2006/relationships/hyperlink" Target="https://www.instagram.com/capgemini/" TargetMode="External"/><Relationship Id="rId3" Type="http://schemas.openxmlformats.org/officeDocument/2006/relationships/tags" Target="../tags/tag3.xml"/><Relationship Id="rId7" Type="http://schemas.openxmlformats.org/officeDocument/2006/relationships/image" Target="../media/image13.png"/><Relationship Id="rId12" Type="http://schemas.openxmlformats.org/officeDocument/2006/relationships/hyperlink" Target="http://www.facebook.com/capgemini" TargetMode="External"/><Relationship Id="rId17" Type="http://schemas.microsoft.com/office/2007/relationships/hdphoto" Target="../media/hdphoto4.wdp"/><Relationship Id="rId2" Type="http://schemas.openxmlformats.org/officeDocument/2006/relationships/tags" Target="../tags/tag2.xml"/><Relationship Id="rId16" Type="http://schemas.openxmlformats.org/officeDocument/2006/relationships/image" Target="../media/image16.png"/><Relationship Id="rId20" Type="http://schemas.microsoft.com/office/2007/relationships/hdphoto" Target="../media/hdphoto5.wdp"/><Relationship Id="rId1" Type="http://schemas.openxmlformats.org/officeDocument/2006/relationships/tags" Target="../tags/tag1.xml"/><Relationship Id="rId6" Type="http://schemas.openxmlformats.org/officeDocument/2006/relationships/hyperlink" Target="https://www.glassdoor.com/Overview/Working-at-Capgemini-EI_IE3803.11,20.htm" TargetMode="External"/><Relationship Id="rId11" Type="http://schemas.microsoft.com/office/2007/relationships/hdphoto" Target="../media/hdphoto2.wdp"/><Relationship Id="rId5" Type="http://schemas.openxmlformats.org/officeDocument/2006/relationships/slideMaster" Target="../slideMasters/slideMaster2.xml"/><Relationship Id="rId15" Type="http://schemas.openxmlformats.org/officeDocument/2006/relationships/hyperlink" Target="http://www.linkedin.com/company/capgemini" TargetMode="External"/><Relationship Id="rId10" Type="http://schemas.openxmlformats.org/officeDocument/2006/relationships/image" Target="../media/image14.png"/><Relationship Id="rId19" Type="http://schemas.openxmlformats.org/officeDocument/2006/relationships/image" Target="../media/image17.png"/><Relationship Id="rId4" Type="http://schemas.openxmlformats.org/officeDocument/2006/relationships/tags" Target="../tags/tag4.xml"/><Relationship Id="rId9" Type="http://schemas.openxmlformats.org/officeDocument/2006/relationships/hyperlink" Target="http://www.youtube.com/capgeminimedia" TargetMode="External"/><Relationship Id="rId14" Type="http://schemas.microsoft.com/office/2007/relationships/hdphoto" Target="../media/hdphoto3.wdp"/></Relationships>
</file>

<file path=ppt/slideLayouts/_rels/slideLayout117.xml.rels><?xml version="1.0" encoding="UTF-8" standalone="yes"?>
<Relationships xmlns="http://schemas.openxmlformats.org/package/2006/relationships"><Relationship Id="rId8" Type="http://schemas.openxmlformats.org/officeDocument/2006/relationships/hyperlink" Target="http://www.facebook.com/capgemini" TargetMode="External"/><Relationship Id="rId13" Type="http://schemas.microsoft.com/office/2007/relationships/hdphoto" Target="../media/hdphoto4.wdp"/><Relationship Id="rId3" Type="http://schemas.openxmlformats.org/officeDocument/2006/relationships/image" Target="../media/image13.png"/><Relationship Id="rId7" Type="http://schemas.microsoft.com/office/2007/relationships/hdphoto" Target="../media/hdphoto2.wdp"/><Relationship Id="rId12" Type="http://schemas.openxmlformats.org/officeDocument/2006/relationships/image" Target="../media/image16.png"/><Relationship Id="rId2" Type="http://schemas.openxmlformats.org/officeDocument/2006/relationships/hyperlink" Target="https://www.glassdoor.com/Overview/Working-at-Capgemini-EI_IE3803.11,20.htm" TargetMode="External"/><Relationship Id="rId16" Type="http://schemas.microsoft.com/office/2007/relationships/hdphoto" Target="../media/hdphoto5.wdp"/><Relationship Id="rId1" Type="http://schemas.openxmlformats.org/officeDocument/2006/relationships/slideMaster" Target="../slideMasters/slideMaster2.xml"/><Relationship Id="rId6" Type="http://schemas.openxmlformats.org/officeDocument/2006/relationships/image" Target="../media/image14.png"/><Relationship Id="rId11" Type="http://schemas.openxmlformats.org/officeDocument/2006/relationships/hyperlink" Target="http://www.linkedin.com/company/capgemini" TargetMode="External"/><Relationship Id="rId5" Type="http://schemas.openxmlformats.org/officeDocument/2006/relationships/hyperlink" Target="http://www.youtube.com/capgeminimedia" TargetMode="External"/><Relationship Id="rId15" Type="http://schemas.openxmlformats.org/officeDocument/2006/relationships/image" Target="../media/image17.png"/><Relationship Id="rId10" Type="http://schemas.microsoft.com/office/2007/relationships/hdphoto" Target="../media/hdphoto3.wdp"/><Relationship Id="rId4" Type="http://schemas.microsoft.com/office/2007/relationships/hdphoto" Target="../media/hdphoto1.wdp"/><Relationship Id="rId9" Type="http://schemas.openxmlformats.org/officeDocument/2006/relationships/image" Target="../media/image15.png"/><Relationship Id="rId14" Type="http://schemas.openxmlformats.org/officeDocument/2006/relationships/hyperlink" Target="https://www.instagram.com/capgemini/" TargetMode="External"/></Relationships>
</file>

<file path=ppt/slideLayouts/_rels/slideLayout118.xml.rels><?xml version="1.0" encoding="UTF-8" standalone="yes"?>
<Relationships xmlns="http://schemas.openxmlformats.org/package/2006/relationships"><Relationship Id="rId8" Type="http://schemas.openxmlformats.org/officeDocument/2006/relationships/hyperlink" Target="http://www.facebook.com/capgemini" TargetMode="External"/><Relationship Id="rId13" Type="http://schemas.microsoft.com/office/2007/relationships/hdphoto" Target="../media/hdphoto9.wdp"/><Relationship Id="rId3" Type="http://schemas.openxmlformats.org/officeDocument/2006/relationships/image" Target="../media/image13.png"/><Relationship Id="rId7" Type="http://schemas.microsoft.com/office/2007/relationships/hdphoto" Target="../media/hdphoto7.wdp"/><Relationship Id="rId12" Type="http://schemas.openxmlformats.org/officeDocument/2006/relationships/image" Target="../media/image16.png"/><Relationship Id="rId2" Type="http://schemas.openxmlformats.org/officeDocument/2006/relationships/hyperlink" Target="https://www.glassdoor.com/Overview/Working-at-Capgemini-EI_IE3803.11,20.htm" TargetMode="External"/><Relationship Id="rId16" Type="http://schemas.microsoft.com/office/2007/relationships/hdphoto" Target="../media/hdphoto10.wdp"/><Relationship Id="rId1" Type="http://schemas.openxmlformats.org/officeDocument/2006/relationships/slideMaster" Target="../slideMasters/slideMaster2.xml"/><Relationship Id="rId6" Type="http://schemas.openxmlformats.org/officeDocument/2006/relationships/image" Target="../media/image14.png"/><Relationship Id="rId11" Type="http://schemas.openxmlformats.org/officeDocument/2006/relationships/hyperlink" Target="http://www.linkedin.com/company/capgemini" TargetMode="External"/><Relationship Id="rId5" Type="http://schemas.openxmlformats.org/officeDocument/2006/relationships/hyperlink" Target="http://www.youtube.com/capgeminimedia" TargetMode="External"/><Relationship Id="rId15" Type="http://schemas.openxmlformats.org/officeDocument/2006/relationships/image" Target="../media/image17.png"/><Relationship Id="rId10" Type="http://schemas.microsoft.com/office/2007/relationships/hdphoto" Target="../media/hdphoto8.wdp"/><Relationship Id="rId4" Type="http://schemas.microsoft.com/office/2007/relationships/hdphoto" Target="../media/hdphoto6.wdp"/><Relationship Id="rId9" Type="http://schemas.openxmlformats.org/officeDocument/2006/relationships/image" Target="../media/image15.png"/><Relationship Id="rId14" Type="http://schemas.openxmlformats.org/officeDocument/2006/relationships/hyperlink" Target="https://www.instagram.com/capgemini/" TargetMode="Externa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4.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9.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60.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6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4.xml"/></Relationships>
</file>

<file path=ppt/slideLayouts/_rels/slideLayout16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7.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9.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4.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1.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5.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Master" Target="../slideMasters/slideMaster4.xml"/></Relationships>
</file>

<file path=ppt/slideLayouts/_rels/slideLayout176.xml.rels><?xml version="1.0" encoding="UTF-8" standalone="yes"?>
<Relationships xmlns="http://schemas.openxmlformats.org/package/2006/relationships"><Relationship Id="rId8" Type="http://schemas.openxmlformats.org/officeDocument/2006/relationships/hyperlink" Target="http://www.youtube.com/capgeminimedia" TargetMode="External"/><Relationship Id="rId13" Type="http://schemas.openxmlformats.org/officeDocument/2006/relationships/image" Target="../media/image23.png"/><Relationship Id="rId3" Type="http://schemas.openxmlformats.org/officeDocument/2006/relationships/tags" Target="../tags/tag7.xml"/><Relationship Id="rId7" Type="http://schemas.openxmlformats.org/officeDocument/2006/relationships/image" Target="../media/image20.png"/><Relationship Id="rId12" Type="http://schemas.openxmlformats.org/officeDocument/2006/relationships/hyperlink" Target="http://www.linkedin.com/company/capgemini" TargetMode="Externa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hyperlink" Target="https://www.glassdoor.com/Overview/Working-at-Capgemini-EI_IE3803.11,20.htm" TargetMode="External"/><Relationship Id="rId11" Type="http://schemas.openxmlformats.org/officeDocument/2006/relationships/image" Target="../media/image22.png"/><Relationship Id="rId5" Type="http://schemas.openxmlformats.org/officeDocument/2006/relationships/slideMaster" Target="../slideMasters/slideMaster4.xml"/><Relationship Id="rId15" Type="http://schemas.openxmlformats.org/officeDocument/2006/relationships/image" Target="../media/image24.png"/><Relationship Id="rId10" Type="http://schemas.openxmlformats.org/officeDocument/2006/relationships/hyperlink" Target="http://www.facebook.com/capgemini" TargetMode="External"/><Relationship Id="rId4" Type="http://schemas.openxmlformats.org/officeDocument/2006/relationships/tags" Target="../tags/tag8.xml"/><Relationship Id="rId9" Type="http://schemas.openxmlformats.org/officeDocument/2006/relationships/image" Target="../media/image21.png"/><Relationship Id="rId14" Type="http://schemas.openxmlformats.org/officeDocument/2006/relationships/hyperlink" Target="https://www.instagram.com/capgemini/" TargetMode="External"/></Relationships>
</file>

<file path=ppt/slideLayouts/_rels/slideLayout177.xml.rels><?xml version="1.0" encoding="UTF-8" standalone="yes"?>
<Relationships xmlns="http://schemas.openxmlformats.org/package/2006/relationships"><Relationship Id="rId8" Type="http://schemas.openxmlformats.org/officeDocument/2006/relationships/hyperlink" Target="http://www.linkedin.com/company/capgemini" TargetMode="External"/><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hyperlink" Target="https://www.glassdoor.com/Overview/Working-at-Capgemini-EI_IE3803.11,20.htm" TargetMode="External"/><Relationship Id="rId1" Type="http://schemas.openxmlformats.org/officeDocument/2006/relationships/slideMaster" Target="../slideMasters/slideMaster4.xml"/><Relationship Id="rId6" Type="http://schemas.openxmlformats.org/officeDocument/2006/relationships/hyperlink" Target="http://www.facebook.com/capgemini" TargetMode="External"/><Relationship Id="rId11" Type="http://schemas.openxmlformats.org/officeDocument/2006/relationships/image" Target="../media/image24.png"/><Relationship Id="rId5" Type="http://schemas.openxmlformats.org/officeDocument/2006/relationships/image" Target="../media/image21.png"/><Relationship Id="rId10" Type="http://schemas.openxmlformats.org/officeDocument/2006/relationships/hyperlink" Target="https://www.instagram.com/capgemini/" TargetMode="External"/><Relationship Id="rId4" Type="http://schemas.openxmlformats.org/officeDocument/2006/relationships/hyperlink" Target="http://www.youtube.com/capgeminimedia" TargetMode="External"/><Relationship Id="rId9" Type="http://schemas.openxmlformats.org/officeDocument/2006/relationships/image" Target="../media/image23.png"/></Relationships>
</file>

<file path=ppt/slideLayouts/_rels/slideLayout178.xml.rels><?xml version="1.0" encoding="UTF-8" standalone="yes"?>
<Relationships xmlns="http://schemas.openxmlformats.org/package/2006/relationships"><Relationship Id="rId8" Type="http://schemas.openxmlformats.org/officeDocument/2006/relationships/hyperlink" Target="http://www.facebook.com/capgemini" TargetMode="External"/><Relationship Id="rId13" Type="http://schemas.microsoft.com/office/2007/relationships/hdphoto" Target="../media/hdphoto9.wdp"/><Relationship Id="rId3" Type="http://schemas.openxmlformats.org/officeDocument/2006/relationships/image" Target="../media/image13.png"/><Relationship Id="rId7" Type="http://schemas.microsoft.com/office/2007/relationships/hdphoto" Target="../media/hdphoto7.wdp"/><Relationship Id="rId12" Type="http://schemas.openxmlformats.org/officeDocument/2006/relationships/image" Target="../media/image16.png"/><Relationship Id="rId2" Type="http://schemas.openxmlformats.org/officeDocument/2006/relationships/hyperlink" Target="https://www.glassdoor.com/Overview/Working-at-Capgemini-EI_IE3803.11,20.htm" TargetMode="External"/><Relationship Id="rId16" Type="http://schemas.microsoft.com/office/2007/relationships/hdphoto" Target="../media/hdphoto10.wdp"/><Relationship Id="rId1" Type="http://schemas.openxmlformats.org/officeDocument/2006/relationships/slideMaster" Target="../slideMasters/slideMaster4.xml"/><Relationship Id="rId6" Type="http://schemas.openxmlformats.org/officeDocument/2006/relationships/image" Target="../media/image14.png"/><Relationship Id="rId11" Type="http://schemas.openxmlformats.org/officeDocument/2006/relationships/hyperlink" Target="http://www.linkedin.com/company/capgemini" TargetMode="External"/><Relationship Id="rId5" Type="http://schemas.openxmlformats.org/officeDocument/2006/relationships/hyperlink" Target="http://www.youtube.com/capgeminimedia" TargetMode="External"/><Relationship Id="rId15" Type="http://schemas.openxmlformats.org/officeDocument/2006/relationships/image" Target="../media/image17.png"/><Relationship Id="rId10" Type="http://schemas.microsoft.com/office/2007/relationships/hdphoto" Target="../media/hdphoto8.wdp"/><Relationship Id="rId4" Type="http://schemas.microsoft.com/office/2007/relationships/hdphoto" Target="../media/hdphoto6.wdp"/><Relationship Id="rId9" Type="http://schemas.openxmlformats.org/officeDocument/2006/relationships/image" Target="../media/image15.png"/><Relationship Id="rId14" Type="http://schemas.openxmlformats.org/officeDocument/2006/relationships/hyperlink" Target="https://www.instagram.com/capgemini/"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e 5">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4" name="Text Placeholder 6">
            <a:extLst>
              <a:ext uri="{FF2B5EF4-FFF2-40B4-BE49-F238E27FC236}">
                <a16:creationId xmlns:a16="http://schemas.microsoft.com/office/drawing/2014/main" id="{6C58B55F-3EAC-C6DA-30E9-A9EAE34D711F}"/>
              </a:ext>
            </a:extLst>
          </p:cNvPr>
          <p:cNvSpPr>
            <a:spLocks noGrp="1"/>
          </p:cNvSpPr>
          <p:nvPr>
            <p:ph type="body" sz="quarter" idx="10" hasCustomPrompt="1"/>
          </p:nvPr>
        </p:nvSpPr>
        <p:spPr>
          <a:xfrm>
            <a:off x="427038" y="2320211"/>
            <a:ext cx="11356975" cy="2215991"/>
          </a:xfrm>
          <a:prstGeom prst="rect">
            <a:avLst/>
          </a:prstGeom>
        </p:spPr>
        <p:txBody>
          <a:bodyPr wrap="square" anchor="ctr" anchorCtr="0">
            <a:spAutoFit/>
          </a:bodyPr>
          <a:lstStyle>
            <a:lvl1pPr marL="0" indent="0" algn="l">
              <a:lnSpc>
                <a:spcPct val="90000"/>
              </a:lnSpc>
              <a:spcBef>
                <a:spcPts val="0"/>
              </a:spcBef>
              <a:spcAft>
                <a:spcPts val="0"/>
              </a:spcAft>
              <a:buFontTx/>
              <a:buNone/>
              <a:defRPr sz="8000" b="0" cap="none" baseline="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fr-FR" dirty="0"/>
              <a:t>Click to </a:t>
            </a:r>
            <a:r>
              <a:rPr lang="fr-FR" dirty="0" err="1"/>
              <a:t>edit</a:t>
            </a:r>
            <a:r>
              <a:rPr lang="fr-FR" dirty="0"/>
              <a:t> master </a:t>
            </a:r>
            <a:r>
              <a:rPr lang="fr-FR" dirty="0" err="1"/>
              <a:t>title</a:t>
            </a:r>
            <a:r>
              <a:rPr lang="fr-FR" dirty="0"/>
              <a:t> Style</a:t>
            </a:r>
          </a:p>
        </p:txBody>
      </p:sp>
      <p:pic>
        <p:nvPicPr>
          <p:cNvPr id="6" name="Graphique 5">
            <a:extLst>
              <a:ext uri="{FF2B5EF4-FFF2-40B4-BE49-F238E27FC236}">
                <a16:creationId xmlns:a16="http://schemas.microsoft.com/office/drawing/2014/main" id="{1FC0C195-743A-45CA-A7AC-41DE07F8712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383967340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gradFill flip="none" rotWithShape="1">
          <a:gsLst>
            <a:gs pos="100000">
              <a:schemeClr val="accent1"/>
            </a:gs>
            <a:gs pos="0">
              <a:schemeClr val="accent4"/>
            </a:gs>
          </a:gsLst>
          <a:lin ang="18900000" scaled="1"/>
          <a:tileRect/>
        </a:gradFill>
        <a:effectLst/>
      </p:bgPr>
    </p:bg>
    <p:spTree>
      <p:nvGrpSpPr>
        <p:cNvPr id="1" name=""/>
        <p:cNvGrpSpPr/>
        <p:nvPr/>
      </p:nvGrpSpPr>
      <p:grpSpPr>
        <a:xfrm>
          <a:off x="0" y="0"/>
          <a:ext cx="0" cy="0"/>
          <a:chOff x="0" y="0"/>
          <a:chExt cx="0" cy="0"/>
        </a:xfrm>
      </p:grpSpPr>
      <p:sp>
        <p:nvSpPr>
          <p:cNvPr id="2" name="Subtitle">
            <a:extLst>
              <a:ext uri="{FF2B5EF4-FFF2-40B4-BE49-F238E27FC236}">
                <a16:creationId xmlns:a16="http://schemas.microsoft.com/office/drawing/2014/main" id="{263427DF-DAE9-5C4C-6A1A-438ED4F52194}"/>
              </a:ext>
            </a:extLst>
          </p:cNvPr>
          <p:cNvSpPr>
            <a:spLocks noGrp="1"/>
          </p:cNvSpPr>
          <p:nvPr>
            <p:ph type="subTitle" idx="1"/>
          </p:nvPr>
        </p:nvSpPr>
        <p:spPr>
          <a:xfrm>
            <a:off x="407368" y="5457155"/>
            <a:ext cx="11090276" cy="246221"/>
          </a:xfrm>
          <a:prstGeom prst="rect">
            <a:avLst/>
          </a:prstGeom>
        </p:spPr>
        <p:txBody>
          <a:bodyPr wrap="square" lIns="18000" tIns="0" rIns="0" anchor="b"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endParaRPr lang="en-GB" dirty="0"/>
          </a:p>
        </p:txBody>
      </p:sp>
      <p:sp>
        <p:nvSpPr>
          <p:cNvPr id="3" name="Title">
            <a:extLst>
              <a:ext uri="{FF2B5EF4-FFF2-40B4-BE49-F238E27FC236}">
                <a16:creationId xmlns:a16="http://schemas.microsoft.com/office/drawing/2014/main" id="{4AAC7C66-F303-132A-295B-65A79300A34B}"/>
              </a:ext>
            </a:extLst>
          </p:cNvPr>
          <p:cNvSpPr>
            <a:spLocks noGrp="1"/>
          </p:cNvSpPr>
          <p:nvPr>
            <p:ph type="ctrTitle"/>
          </p:nvPr>
        </p:nvSpPr>
        <p:spPr>
          <a:xfrm>
            <a:off x="407368" y="4697327"/>
            <a:ext cx="11090276" cy="747897"/>
          </a:xfrm>
        </p:spPr>
        <p:txBody>
          <a:bodyPr wrap="square" lIns="0" tIns="0" rIns="0" bIns="0" anchor="b" anchorCtr="0">
            <a:noAutofit/>
          </a:bodyPr>
          <a:lstStyle>
            <a:lvl1pPr algn="l">
              <a:lnSpc>
                <a:spcPct val="90000"/>
              </a:lnSpc>
              <a:tabLst>
                <a:tab pos="1258888" algn="l"/>
              </a:tabLst>
              <a:defRPr sz="5400" b="0" cap="none" baseline="0">
                <a:solidFill>
                  <a:schemeClr val="bg1"/>
                </a:solidFill>
                <a:latin typeface="+mj-lt"/>
              </a:defRPr>
            </a:lvl1pPr>
          </a:lstStyle>
          <a:p>
            <a:r>
              <a:rPr lang="fr-FR" dirty="0"/>
              <a:t>Modifiez le style du titre</a:t>
            </a:r>
            <a:endParaRPr lang="en-GB" dirty="0"/>
          </a:p>
        </p:txBody>
      </p:sp>
      <p:pic>
        <p:nvPicPr>
          <p:cNvPr id="4" name="Image 3">
            <a:extLst>
              <a:ext uri="{FF2B5EF4-FFF2-40B4-BE49-F238E27FC236}">
                <a16:creationId xmlns:a16="http://schemas.microsoft.com/office/drawing/2014/main" id="{75AF5888-BD34-41EB-546E-BE945F03BA06}"/>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flipH="1">
            <a:off x="3429336" y="25029"/>
            <a:ext cx="8715336" cy="7220395"/>
          </a:xfrm>
          <a:prstGeom prst="rect">
            <a:avLst/>
          </a:prstGeom>
        </p:spPr>
      </p:pic>
      <p:pic>
        <p:nvPicPr>
          <p:cNvPr id="6" name="Graphique 5">
            <a:extLst>
              <a:ext uri="{FF2B5EF4-FFF2-40B4-BE49-F238E27FC236}">
                <a16:creationId xmlns:a16="http://schemas.microsoft.com/office/drawing/2014/main" id="{62971821-4041-E15C-FC0D-85A8A39C84D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671152000"/>
      </p:ext>
    </p:extLst>
  </p:cSld>
  <p:clrMapOvr>
    <a:masterClrMapping/>
  </p:clrMapOvr>
  <p:extLst>
    <p:ext uri="{DCECCB84-F9BA-43D5-87BE-67443E8EF086}">
      <p15:sldGuideLst xmlns:p15="http://schemas.microsoft.com/office/powerpoint/2012/main">
        <p15:guide id="2" pos="7423">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gradFill flip="none" rotWithShape="1">
          <a:gsLst>
            <a:gs pos="100000">
              <a:schemeClr val="accent1"/>
            </a:gs>
            <a:gs pos="0">
              <a:schemeClr val="accent4"/>
            </a:gs>
          </a:gsLst>
          <a:lin ang="18900000" scaled="1"/>
          <a:tileRect/>
        </a:gradFill>
        <a:effectLst/>
      </p:bgPr>
    </p:bg>
    <p:spTree>
      <p:nvGrpSpPr>
        <p:cNvPr id="1" name=""/>
        <p:cNvGrpSpPr/>
        <p:nvPr/>
      </p:nvGrpSpPr>
      <p:grpSpPr>
        <a:xfrm>
          <a:off x="0" y="0"/>
          <a:ext cx="0" cy="0"/>
          <a:chOff x="0" y="0"/>
          <a:chExt cx="0" cy="0"/>
        </a:xfrm>
      </p:grpSpPr>
      <p:sp>
        <p:nvSpPr>
          <p:cNvPr id="4" name="Subtitle">
            <a:extLst>
              <a:ext uri="{FF2B5EF4-FFF2-40B4-BE49-F238E27FC236}">
                <a16:creationId xmlns:a16="http://schemas.microsoft.com/office/drawing/2014/main" id="{A762397C-7EE3-E752-C3C7-E1EB83F8081E}"/>
              </a:ext>
            </a:extLst>
          </p:cNvPr>
          <p:cNvSpPr>
            <a:spLocks noGrp="1"/>
          </p:cNvSpPr>
          <p:nvPr>
            <p:ph type="subTitle" idx="1"/>
          </p:nvPr>
        </p:nvSpPr>
        <p:spPr>
          <a:xfrm>
            <a:off x="407369" y="3676570"/>
            <a:ext cx="6336703" cy="246221"/>
          </a:xfrm>
          <a:prstGeom prst="rect">
            <a:avLst/>
          </a:prstGeom>
        </p:spPr>
        <p:txBody>
          <a:bodyPr wrap="square" lIns="18000" tIns="0" rIns="0" anchor="b"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endParaRPr lang="en-GB" dirty="0"/>
          </a:p>
        </p:txBody>
      </p:sp>
      <p:sp>
        <p:nvSpPr>
          <p:cNvPr id="5" name="Title">
            <a:extLst>
              <a:ext uri="{FF2B5EF4-FFF2-40B4-BE49-F238E27FC236}">
                <a16:creationId xmlns:a16="http://schemas.microsoft.com/office/drawing/2014/main" id="{EA67FB30-5217-5F8D-B4ED-781E4E0C8973}"/>
              </a:ext>
            </a:extLst>
          </p:cNvPr>
          <p:cNvSpPr>
            <a:spLocks noGrp="1"/>
          </p:cNvSpPr>
          <p:nvPr>
            <p:ph type="ctrTitle"/>
          </p:nvPr>
        </p:nvSpPr>
        <p:spPr>
          <a:xfrm>
            <a:off x="407368" y="1343944"/>
            <a:ext cx="6336704" cy="2326627"/>
          </a:xfrm>
        </p:spPr>
        <p:txBody>
          <a:bodyPr wrap="square" lIns="0" tIns="0" rIns="0" bIns="0" anchor="t" anchorCtr="0">
            <a:noAutofit/>
          </a:bodyPr>
          <a:lstStyle>
            <a:lvl1pPr algn="l">
              <a:lnSpc>
                <a:spcPct val="90000"/>
              </a:lnSpc>
              <a:tabLst>
                <a:tab pos="1258888" algn="l"/>
              </a:tabLst>
              <a:defRPr sz="5400" b="0" cap="none" baseline="0">
                <a:solidFill>
                  <a:schemeClr val="bg1"/>
                </a:solidFill>
                <a:latin typeface="+mj-lt"/>
              </a:defRPr>
            </a:lvl1pPr>
          </a:lstStyle>
          <a:p>
            <a:r>
              <a:rPr lang="fr-FR" dirty="0"/>
              <a:t>Modifiez le style du titre</a:t>
            </a:r>
            <a:endParaRPr lang="en-GB" dirty="0"/>
          </a:p>
        </p:txBody>
      </p:sp>
      <p:sp>
        <p:nvSpPr>
          <p:cNvPr id="20" name="Text Placeholder 8">
            <a:extLst>
              <a:ext uri="{FF2B5EF4-FFF2-40B4-BE49-F238E27FC236}">
                <a16:creationId xmlns:a16="http://schemas.microsoft.com/office/drawing/2014/main" id="{04E8B402-A28C-9742-E11A-B00843CA0EDC}"/>
              </a:ext>
            </a:extLst>
          </p:cNvPr>
          <p:cNvSpPr>
            <a:spLocks noGrp="1"/>
          </p:cNvSpPr>
          <p:nvPr>
            <p:ph type="body" sz="quarter" idx="13" hasCustomPrompt="1"/>
          </p:nvPr>
        </p:nvSpPr>
        <p:spPr>
          <a:xfrm>
            <a:off x="407368" y="1051220"/>
            <a:ext cx="6336704" cy="215444"/>
          </a:xfrm>
        </p:spPr>
        <p:txBody>
          <a:bodyPr vert="horz" wrap="square" lIns="18000" tIns="0" rIns="0" bIns="0" rtlCol="0" anchor="t" anchorCtr="0">
            <a:spAutoFit/>
          </a:bodyPr>
          <a:lstStyle>
            <a:lvl1pPr>
              <a:defRPr lang="en-US" sz="1400" dirty="0">
                <a:solidFill>
                  <a:schemeClr val="bg1"/>
                </a:solidFill>
                <a:latin typeface="Ubuntu Light" panose="020B0304030602030204" pitchFamily="34" charset="0"/>
              </a:defRPr>
            </a:lvl1pPr>
          </a:lstStyle>
          <a:p>
            <a:pPr lvl="0"/>
            <a:r>
              <a:rPr lang="en-US" dirty="0"/>
              <a:t>Optional: Click to insert name</a:t>
            </a:r>
          </a:p>
        </p:txBody>
      </p:sp>
      <p:pic>
        <p:nvPicPr>
          <p:cNvPr id="3" name="Graphique 2">
            <a:extLst>
              <a:ext uri="{FF2B5EF4-FFF2-40B4-BE49-F238E27FC236}">
                <a16:creationId xmlns:a16="http://schemas.microsoft.com/office/drawing/2014/main" id="{3F56F8D6-CB7B-5AA5-61D2-3306F16792C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123936634"/>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6">
    <p:bg>
      <p:bgPr>
        <a:gradFill flip="none" rotWithShape="1">
          <a:gsLst>
            <a:gs pos="100000">
              <a:schemeClr val="accent1"/>
            </a:gs>
            <a:gs pos="0">
              <a:schemeClr val="accent4"/>
            </a:gs>
          </a:gsLst>
          <a:lin ang="18900000" scaled="1"/>
          <a:tileRect/>
        </a:gra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5159896" y="1916832"/>
            <a:ext cx="7032104" cy="4941168"/>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0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7368" y="3341212"/>
            <a:ext cx="4609034" cy="215444"/>
          </a:xfrm>
        </p:spPr>
        <p:txBody>
          <a:bodyPr vert="horz" wrap="square" lIns="18000" tIns="0" rIns="0" bIns="0" rtlCol="0" anchor="t" anchorCtr="0">
            <a:spAutoFit/>
          </a:bodyPr>
          <a:lstStyle>
            <a:lvl1pPr>
              <a:defRPr lang="en-US" sz="1400" dirty="0">
                <a:solidFill>
                  <a:schemeClr val="bg1"/>
                </a:solidFill>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407368" y="2924944"/>
            <a:ext cx="4609034" cy="246221"/>
          </a:xfrm>
          <a:prstGeom prst="rect">
            <a:avLst/>
          </a:prstGeom>
        </p:spPr>
        <p:txBody>
          <a:bodyPr wrap="square" lIns="18000" tIns="0" rIns="0" anchor="t"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407368" y="1285134"/>
            <a:ext cx="4609034" cy="1495794"/>
          </a:xfrm>
        </p:spPr>
        <p:txBody>
          <a:bodyPr wrap="square" lIns="0" tIns="0" rIns="0" bIns="0" anchor="b" anchorCtr="0">
            <a:spAutoFit/>
          </a:bodyPr>
          <a:lstStyle>
            <a:lvl1pPr algn="l">
              <a:lnSpc>
                <a:spcPct val="90000"/>
              </a:lnSpc>
              <a:tabLst>
                <a:tab pos="1258888" algn="l"/>
              </a:tabLst>
              <a:defRPr sz="5400" b="0" cap="none" baseline="0">
                <a:solidFill>
                  <a:schemeClr val="bg1"/>
                </a:solidFill>
                <a:latin typeface="+mj-lt"/>
              </a:defRPr>
            </a:lvl1pPr>
          </a:lstStyle>
          <a:p>
            <a:r>
              <a:rPr lang="fr-FR"/>
              <a:t>Modifiez le style du titre</a:t>
            </a:r>
            <a:endParaRPr lang="en-GB" dirty="0"/>
          </a:p>
        </p:txBody>
      </p:sp>
      <p:pic>
        <p:nvPicPr>
          <p:cNvPr id="9" name="Graphique 8">
            <a:extLst>
              <a:ext uri="{FF2B5EF4-FFF2-40B4-BE49-F238E27FC236}">
                <a16:creationId xmlns:a16="http://schemas.microsoft.com/office/drawing/2014/main" id="{C9CAB1DF-7FB3-56CD-1D30-0C2D243EE3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1121398915"/>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6a">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5159896" y="1916832"/>
            <a:ext cx="7032104" cy="3528392"/>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0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7368" y="3341212"/>
            <a:ext cx="4609034" cy="215444"/>
          </a:xfrm>
        </p:spPr>
        <p:txBody>
          <a:bodyPr vert="horz" wrap="square" lIns="18000" tIns="0" rIns="0" bIns="0" rtlCol="0" anchor="t" anchorCtr="0">
            <a:spAutoFit/>
          </a:bodyPr>
          <a:lstStyle>
            <a:lvl1pPr>
              <a:defRPr lang="en-US" sz="1400" dirty="0">
                <a:solidFill>
                  <a:schemeClr val="bg1"/>
                </a:solidFill>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407368" y="2924944"/>
            <a:ext cx="4609034" cy="246221"/>
          </a:xfrm>
          <a:prstGeom prst="rect">
            <a:avLst/>
          </a:prstGeom>
        </p:spPr>
        <p:txBody>
          <a:bodyPr wrap="square" lIns="18000" tIns="0" rIns="0" anchor="t"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407368" y="1285134"/>
            <a:ext cx="4609034" cy="1495794"/>
          </a:xfrm>
        </p:spPr>
        <p:txBody>
          <a:bodyPr wrap="square" lIns="0" tIns="0" rIns="0" bIns="0" anchor="b" anchorCtr="0">
            <a:spAutoFit/>
          </a:bodyPr>
          <a:lstStyle>
            <a:lvl1pPr algn="l">
              <a:lnSpc>
                <a:spcPct val="90000"/>
              </a:lnSpc>
              <a:tabLst>
                <a:tab pos="1258888" algn="l"/>
              </a:tabLst>
              <a:defRPr sz="5400" b="0" cap="none" baseline="0">
                <a:solidFill>
                  <a:schemeClr val="bg1"/>
                </a:solidFill>
                <a:latin typeface="+mj-lt"/>
              </a:defRPr>
            </a:lvl1pPr>
          </a:lstStyle>
          <a:p>
            <a:r>
              <a:rPr lang="fr-FR" dirty="0"/>
              <a:t>Modifiez le style du titre</a:t>
            </a:r>
            <a:endParaRPr lang="en-GB" dirty="0"/>
          </a:p>
        </p:txBody>
      </p:sp>
      <p:pic>
        <p:nvPicPr>
          <p:cNvPr id="9" name="Graphique 8">
            <a:extLst>
              <a:ext uri="{FF2B5EF4-FFF2-40B4-BE49-F238E27FC236}">
                <a16:creationId xmlns:a16="http://schemas.microsoft.com/office/drawing/2014/main" id="{AA840DDF-5BC5-48B9-ABBE-65FE00C2FF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101323249"/>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6b">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6096000" y="1916832"/>
            <a:ext cx="3816424" cy="4941168"/>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0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7368" y="3341212"/>
            <a:ext cx="4597606" cy="215444"/>
          </a:xfrm>
        </p:spPr>
        <p:txBody>
          <a:bodyPr vert="horz" wrap="square" lIns="18000" tIns="0" rIns="0" bIns="0" rtlCol="0" anchor="t" anchorCtr="0">
            <a:spAutoFit/>
          </a:bodyPr>
          <a:lstStyle>
            <a:lvl1pPr>
              <a:defRPr lang="en-US" sz="1400" dirty="0">
                <a:solidFill>
                  <a:schemeClr val="bg1"/>
                </a:solidFill>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407368" y="2924944"/>
            <a:ext cx="4597606" cy="246221"/>
          </a:xfrm>
          <a:prstGeom prst="rect">
            <a:avLst/>
          </a:prstGeom>
        </p:spPr>
        <p:txBody>
          <a:bodyPr wrap="square" lIns="18000" tIns="0" rIns="0" anchor="t"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407368" y="537237"/>
            <a:ext cx="4597606" cy="2243691"/>
          </a:xfrm>
        </p:spPr>
        <p:txBody>
          <a:bodyPr wrap="square" lIns="0" tIns="0" rIns="0" bIns="0" anchor="t" anchorCtr="0">
            <a:spAutoFit/>
          </a:bodyPr>
          <a:lstStyle>
            <a:lvl1pPr algn="l">
              <a:lnSpc>
                <a:spcPct val="90000"/>
              </a:lnSpc>
              <a:tabLst>
                <a:tab pos="1258888" algn="l"/>
              </a:tabLst>
              <a:defRPr sz="5400" b="0" cap="none" baseline="0">
                <a:solidFill>
                  <a:schemeClr val="bg1"/>
                </a:solidFill>
                <a:latin typeface="+mj-lt"/>
              </a:defRPr>
            </a:lvl1pPr>
          </a:lstStyle>
          <a:p>
            <a:r>
              <a:rPr lang="fr-FR"/>
              <a:t>Modifiez le style du titre</a:t>
            </a:r>
            <a:endParaRPr lang="en-GB" dirty="0"/>
          </a:p>
        </p:txBody>
      </p:sp>
      <p:pic>
        <p:nvPicPr>
          <p:cNvPr id="9" name="Graphique 8">
            <a:extLst>
              <a:ext uri="{FF2B5EF4-FFF2-40B4-BE49-F238E27FC236}">
                <a16:creationId xmlns:a16="http://schemas.microsoft.com/office/drawing/2014/main" id="{D7EB50A5-41A5-4BAC-53D7-978E67178EC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4213971410"/>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6c">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1343473" y="1"/>
            <a:ext cx="10877102" cy="2931886"/>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8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1343473" y="5498477"/>
            <a:ext cx="10440540" cy="215444"/>
          </a:xfrm>
        </p:spPr>
        <p:txBody>
          <a:bodyPr vert="horz" wrap="square" lIns="18000" tIns="0" rIns="0" bIns="0" rtlCol="0" anchor="t" anchorCtr="0">
            <a:spAutoFit/>
          </a:bodyPr>
          <a:lstStyle>
            <a:lvl1pPr>
              <a:defRPr lang="en-US" sz="1400" dirty="0">
                <a:solidFill>
                  <a:schemeClr val="bg1"/>
                </a:solidFill>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1343473" y="5082209"/>
            <a:ext cx="10440540" cy="246221"/>
          </a:xfrm>
          <a:prstGeom prst="rect">
            <a:avLst/>
          </a:prstGeom>
        </p:spPr>
        <p:txBody>
          <a:bodyPr wrap="square" lIns="18000" tIns="0" rIns="0" anchor="t"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1343473" y="3429000"/>
            <a:ext cx="10440540" cy="1580003"/>
          </a:xfrm>
        </p:spPr>
        <p:txBody>
          <a:bodyPr wrap="square" lIns="0" tIns="0" rIns="0" bIns="0" anchor="b" anchorCtr="0">
            <a:noAutofit/>
          </a:bodyPr>
          <a:lstStyle>
            <a:lvl1pPr algn="l">
              <a:lnSpc>
                <a:spcPct val="90000"/>
              </a:lnSpc>
              <a:tabLst>
                <a:tab pos="1258888" algn="l"/>
              </a:tabLst>
              <a:defRPr sz="5400" b="0" cap="none" baseline="0">
                <a:solidFill>
                  <a:schemeClr val="bg1"/>
                </a:solidFill>
                <a:latin typeface="+mj-lt"/>
              </a:defRPr>
            </a:lvl1pPr>
          </a:lstStyle>
          <a:p>
            <a:r>
              <a:rPr lang="fr-FR"/>
              <a:t>Modifiez le style du titre</a:t>
            </a:r>
            <a:endParaRPr lang="en-GB" dirty="0"/>
          </a:p>
        </p:txBody>
      </p:sp>
      <p:pic>
        <p:nvPicPr>
          <p:cNvPr id="3" name="Graphique 2">
            <a:extLst>
              <a:ext uri="{FF2B5EF4-FFF2-40B4-BE49-F238E27FC236}">
                <a16:creationId xmlns:a16="http://schemas.microsoft.com/office/drawing/2014/main" id="{55F61D2F-C668-D733-F6F7-B8B6B075C5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25473" y="5975962"/>
            <a:ext cx="2988000" cy="453937"/>
          </a:xfrm>
          <a:prstGeom prst="rect">
            <a:avLst/>
          </a:prstGeom>
        </p:spPr>
      </p:pic>
    </p:spTree>
    <p:extLst>
      <p:ext uri="{BB962C8B-B14F-4D97-AF65-F5344CB8AC3E}">
        <p14:creationId xmlns:p14="http://schemas.microsoft.com/office/powerpoint/2010/main" val="3530305246"/>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clusion">
    <p:bg>
      <p:bgPr>
        <a:solidFill>
          <a:schemeClr val="accent4"/>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hasCustomPrompt="1"/>
          </p:nvPr>
        </p:nvSpPr>
        <p:spPr>
          <a:xfrm>
            <a:off x="427038" y="2320211"/>
            <a:ext cx="11356975" cy="2215991"/>
          </a:xfrm>
          <a:prstGeom prst="rect">
            <a:avLst/>
          </a:prstGeom>
        </p:spPr>
        <p:txBody>
          <a:bodyPr wrap="square" anchor="ctr" anchorCtr="0">
            <a:spAutoFit/>
          </a:bodyPr>
          <a:lstStyle>
            <a:lvl1pPr marL="0" indent="0" algn="l">
              <a:lnSpc>
                <a:spcPct val="90000"/>
              </a:lnSpc>
              <a:spcBef>
                <a:spcPts val="0"/>
              </a:spcBef>
              <a:spcAft>
                <a:spcPts val="0"/>
              </a:spcAft>
              <a:buFontTx/>
              <a:buNone/>
              <a:defRPr sz="8000" b="0" cap="none" baseline="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fr-FR" dirty="0"/>
              <a:t>Click to </a:t>
            </a:r>
            <a:r>
              <a:rPr lang="fr-FR" dirty="0" err="1"/>
              <a:t>edit</a:t>
            </a:r>
            <a:r>
              <a:rPr lang="fr-FR" dirty="0"/>
              <a:t> master </a:t>
            </a:r>
            <a:r>
              <a:rPr lang="fr-FR" dirty="0" err="1"/>
              <a:t>title</a:t>
            </a:r>
            <a:r>
              <a:rPr lang="fr-FR" dirty="0"/>
              <a:t> Style</a:t>
            </a:r>
          </a:p>
        </p:txBody>
      </p:sp>
      <p:pic>
        <p:nvPicPr>
          <p:cNvPr id="4" name="Picture 16">
            <a:extLst>
              <a:ext uri="{FF2B5EF4-FFF2-40B4-BE49-F238E27FC236}">
                <a16:creationId xmlns:a16="http://schemas.microsoft.com/office/drawing/2014/main" id="{415561A2-AF17-AE8E-8E0A-9B607FD1FAB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5159896" y="1107202"/>
            <a:ext cx="8281358" cy="6858000"/>
          </a:xfrm>
          <a:prstGeom prst="rect">
            <a:avLst/>
          </a:prstGeom>
        </p:spPr>
      </p:pic>
      <p:pic>
        <p:nvPicPr>
          <p:cNvPr id="6" name="Graphique 5">
            <a:extLst>
              <a:ext uri="{FF2B5EF4-FFF2-40B4-BE49-F238E27FC236}">
                <a16:creationId xmlns:a16="http://schemas.microsoft.com/office/drawing/2014/main" id="{1D4088C5-5458-D4E6-28EF-C60FAD359A2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25819718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accent4"/>
        </a:solidFill>
        <a:effectLst/>
      </p:bgPr>
    </p:bg>
    <p:spTree>
      <p:nvGrpSpPr>
        <p:cNvPr id="1" name=""/>
        <p:cNvGrpSpPr/>
        <p:nvPr/>
      </p:nvGrpSpPr>
      <p:grpSpPr>
        <a:xfrm>
          <a:off x="0" y="0"/>
          <a:ext cx="0" cy="0"/>
          <a:chOff x="0" y="0"/>
          <a:chExt cx="0" cy="0"/>
        </a:xfrm>
      </p:grpSpPr>
      <p:sp>
        <p:nvSpPr>
          <p:cNvPr id="4" name="Subtitle">
            <a:extLst>
              <a:ext uri="{FF2B5EF4-FFF2-40B4-BE49-F238E27FC236}">
                <a16:creationId xmlns:a16="http://schemas.microsoft.com/office/drawing/2014/main" id="{70ACFCFC-1DDE-342C-6F6C-421985D8A34A}"/>
              </a:ext>
            </a:extLst>
          </p:cNvPr>
          <p:cNvSpPr>
            <a:spLocks noGrp="1"/>
          </p:cNvSpPr>
          <p:nvPr>
            <p:ph type="subTitle" idx="1"/>
          </p:nvPr>
        </p:nvSpPr>
        <p:spPr>
          <a:xfrm>
            <a:off x="407988" y="5460790"/>
            <a:ext cx="11090275" cy="246221"/>
          </a:xfrm>
          <a:prstGeom prst="rect">
            <a:avLst/>
          </a:prstGeom>
        </p:spPr>
        <p:txBody>
          <a:bodyPr wrap="square" lIns="18000" tIns="0" rIns="0" anchor="b"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endParaRPr lang="en-GB" dirty="0"/>
          </a:p>
        </p:txBody>
      </p:sp>
      <p:sp>
        <p:nvSpPr>
          <p:cNvPr id="15" name="Title">
            <a:extLst>
              <a:ext uri="{FF2B5EF4-FFF2-40B4-BE49-F238E27FC236}">
                <a16:creationId xmlns:a16="http://schemas.microsoft.com/office/drawing/2014/main" id="{BA5DDAC5-BAB8-79F8-0B48-89767D2C03B3}"/>
              </a:ext>
            </a:extLst>
          </p:cNvPr>
          <p:cNvSpPr>
            <a:spLocks noGrp="1"/>
          </p:cNvSpPr>
          <p:nvPr>
            <p:ph type="ctrTitle"/>
          </p:nvPr>
        </p:nvSpPr>
        <p:spPr>
          <a:xfrm>
            <a:off x="407988" y="4697327"/>
            <a:ext cx="11090276" cy="747897"/>
          </a:xfrm>
        </p:spPr>
        <p:txBody>
          <a:bodyPr wrap="square" lIns="0" tIns="0" rIns="0" bIns="0" anchor="b" anchorCtr="0">
            <a:noAutofit/>
          </a:bodyPr>
          <a:lstStyle>
            <a:lvl1pPr algn="l">
              <a:lnSpc>
                <a:spcPct val="90000"/>
              </a:lnSpc>
              <a:tabLst>
                <a:tab pos="1258888" algn="l"/>
              </a:tabLst>
              <a:defRPr sz="5400" b="0" cap="none" baseline="0">
                <a:solidFill>
                  <a:schemeClr val="bg1"/>
                </a:solidFill>
                <a:latin typeface="+mj-lt"/>
              </a:defRPr>
            </a:lvl1pPr>
          </a:lstStyle>
          <a:p>
            <a:r>
              <a:rPr lang="fr-FR"/>
              <a:t>Modifiez le style du titre</a:t>
            </a:r>
            <a:endParaRPr lang="en-GB" dirty="0"/>
          </a:p>
        </p:txBody>
      </p:sp>
      <p:pic>
        <p:nvPicPr>
          <p:cNvPr id="2" name="Image 1">
            <a:extLst>
              <a:ext uri="{FF2B5EF4-FFF2-40B4-BE49-F238E27FC236}">
                <a16:creationId xmlns:a16="http://schemas.microsoft.com/office/drawing/2014/main" id="{8B5D9CCD-97AB-0A8C-8F1D-AB5C4C775A4B}"/>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4367808" y="-1636495"/>
            <a:ext cx="8715336" cy="7220395"/>
          </a:xfrm>
          <a:prstGeom prst="rect">
            <a:avLst/>
          </a:prstGeom>
        </p:spPr>
      </p:pic>
      <p:pic>
        <p:nvPicPr>
          <p:cNvPr id="11" name="Graphique 10">
            <a:extLst>
              <a:ext uri="{FF2B5EF4-FFF2-40B4-BE49-F238E27FC236}">
                <a16:creationId xmlns:a16="http://schemas.microsoft.com/office/drawing/2014/main" id="{5EE4A2CA-448B-3DB3-0F6A-0206C7221F2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2336674012"/>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Slide 4">
    <p:bg>
      <p:bgPr>
        <a:solidFill>
          <a:schemeClr val="accent4"/>
        </a:solidFill>
        <a:effectLst/>
      </p:bgPr>
    </p:bg>
    <p:spTree>
      <p:nvGrpSpPr>
        <p:cNvPr id="1" name=""/>
        <p:cNvGrpSpPr/>
        <p:nvPr/>
      </p:nvGrpSpPr>
      <p:grpSpPr>
        <a:xfrm>
          <a:off x="0" y="0"/>
          <a:ext cx="0" cy="0"/>
          <a:chOff x="0" y="0"/>
          <a:chExt cx="0" cy="0"/>
        </a:xfrm>
      </p:grpSpPr>
      <p:sp>
        <p:nvSpPr>
          <p:cNvPr id="4" name="Subtitle">
            <a:extLst>
              <a:ext uri="{FF2B5EF4-FFF2-40B4-BE49-F238E27FC236}">
                <a16:creationId xmlns:a16="http://schemas.microsoft.com/office/drawing/2014/main" id="{A762397C-7EE3-E752-C3C7-E1EB83F8081E}"/>
              </a:ext>
            </a:extLst>
          </p:cNvPr>
          <p:cNvSpPr>
            <a:spLocks noGrp="1"/>
          </p:cNvSpPr>
          <p:nvPr>
            <p:ph type="subTitle" idx="1"/>
          </p:nvPr>
        </p:nvSpPr>
        <p:spPr>
          <a:xfrm>
            <a:off x="407370" y="3676570"/>
            <a:ext cx="5545138" cy="246221"/>
          </a:xfrm>
          <a:prstGeom prst="rect">
            <a:avLst/>
          </a:prstGeom>
        </p:spPr>
        <p:txBody>
          <a:bodyPr wrap="square" lIns="18000" tIns="0" rIns="0" anchor="b" anchorCtr="0">
            <a:spAutoFit/>
          </a:bodyPr>
          <a:lstStyle>
            <a:lvl1pPr marL="0" indent="0" algn="l">
              <a:buNone/>
              <a:defRPr sz="1600">
                <a:solidFill>
                  <a:schemeClr val="bg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endParaRPr lang="en-GB" dirty="0"/>
          </a:p>
        </p:txBody>
      </p:sp>
      <p:sp>
        <p:nvSpPr>
          <p:cNvPr id="5" name="Title">
            <a:extLst>
              <a:ext uri="{FF2B5EF4-FFF2-40B4-BE49-F238E27FC236}">
                <a16:creationId xmlns:a16="http://schemas.microsoft.com/office/drawing/2014/main" id="{EA67FB30-5217-5F8D-B4ED-781E4E0C8973}"/>
              </a:ext>
            </a:extLst>
          </p:cNvPr>
          <p:cNvSpPr>
            <a:spLocks noGrp="1"/>
          </p:cNvSpPr>
          <p:nvPr>
            <p:ph type="ctrTitle"/>
          </p:nvPr>
        </p:nvSpPr>
        <p:spPr>
          <a:xfrm>
            <a:off x="407368" y="1343944"/>
            <a:ext cx="5545139" cy="2326627"/>
          </a:xfrm>
        </p:spPr>
        <p:txBody>
          <a:bodyPr wrap="square" lIns="0" tIns="0" rIns="0" bIns="0" anchor="t" anchorCtr="0">
            <a:noAutofit/>
          </a:bodyPr>
          <a:lstStyle>
            <a:lvl1pPr algn="l">
              <a:lnSpc>
                <a:spcPct val="90000"/>
              </a:lnSpc>
              <a:tabLst>
                <a:tab pos="1258888" algn="l"/>
              </a:tabLst>
              <a:defRPr sz="5400" b="0" cap="none" baseline="0">
                <a:solidFill>
                  <a:schemeClr val="bg1"/>
                </a:solidFill>
                <a:latin typeface="+mj-lt"/>
              </a:defRPr>
            </a:lvl1pPr>
          </a:lstStyle>
          <a:p>
            <a:r>
              <a:rPr lang="fr-FR" dirty="0"/>
              <a:t>Modifiez le style du titre</a:t>
            </a:r>
            <a:endParaRPr lang="en-GB" dirty="0"/>
          </a:p>
        </p:txBody>
      </p:sp>
      <p:sp>
        <p:nvSpPr>
          <p:cNvPr id="20" name="Text Placeholder 8">
            <a:extLst>
              <a:ext uri="{FF2B5EF4-FFF2-40B4-BE49-F238E27FC236}">
                <a16:creationId xmlns:a16="http://schemas.microsoft.com/office/drawing/2014/main" id="{04E8B402-A28C-9742-E11A-B00843CA0EDC}"/>
              </a:ext>
            </a:extLst>
          </p:cNvPr>
          <p:cNvSpPr>
            <a:spLocks noGrp="1"/>
          </p:cNvSpPr>
          <p:nvPr>
            <p:ph type="body" sz="quarter" idx="13" hasCustomPrompt="1"/>
          </p:nvPr>
        </p:nvSpPr>
        <p:spPr>
          <a:xfrm>
            <a:off x="407368" y="1051220"/>
            <a:ext cx="5545139" cy="215444"/>
          </a:xfrm>
        </p:spPr>
        <p:txBody>
          <a:bodyPr vert="horz" wrap="square" lIns="18000" tIns="0" rIns="0" bIns="0" rtlCol="0" anchor="t" anchorCtr="0">
            <a:spAutoFit/>
          </a:bodyPr>
          <a:lstStyle>
            <a:lvl1pPr>
              <a:defRPr lang="en-US" sz="1400" dirty="0">
                <a:solidFill>
                  <a:schemeClr val="bg1"/>
                </a:solidFill>
                <a:latin typeface="Ubuntu Light" panose="020B0304030602030204" pitchFamily="34" charset="0"/>
              </a:defRPr>
            </a:lvl1pPr>
          </a:lstStyle>
          <a:p>
            <a:pPr lvl="0"/>
            <a:r>
              <a:rPr lang="en-US" dirty="0"/>
              <a:t>Optional: Click to insert name</a:t>
            </a:r>
          </a:p>
        </p:txBody>
      </p:sp>
      <p:pic>
        <p:nvPicPr>
          <p:cNvPr id="3" name="Graphique 2">
            <a:extLst>
              <a:ext uri="{FF2B5EF4-FFF2-40B4-BE49-F238E27FC236}">
                <a16:creationId xmlns:a16="http://schemas.microsoft.com/office/drawing/2014/main" id="{CF565734-CB9C-E6D3-8327-980EFE54926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3754918427"/>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Full Picture White Spade">
    <p:bg>
      <p:bgRef idx="1001">
        <a:schemeClr val="bg2"/>
      </p:bgRef>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9515EF69-611F-4B2F-BC64-DD310E600154}"/>
              </a:ext>
            </a:extLst>
          </p:cNvPr>
          <p:cNvSpPr>
            <a:spLocks noGrp="1"/>
          </p:cNvSpPr>
          <p:nvPr>
            <p:ph type="pic" sz="quarter" idx="10" hasCustomPrompt="1"/>
          </p:nvPr>
        </p:nvSpPr>
        <p:spPr>
          <a:xfrm>
            <a:off x="0" y="0"/>
            <a:ext cx="12192000" cy="6858000"/>
          </a:xfrm>
          <a:custGeom>
            <a:avLst/>
            <a:gdLst>
              <a:gd name="connsiteX0" fmla="*/ 11911680 w 12192000"/>
              <a:gd name="connsiteY0" fmla="*/ 373627 h 6858000"/>
              <a:gd name="connsiteX1" fmla="*/ 11857975 w 12192000"/>
              <a:gd name="connsiteY1" fmla="*/ 408564 h 6858000"/>
              <a:gd name="connsiteX2" fmla="*/ 11820236 w 12192000"/>
              <a:gd name="connsiteY2" fmla="*/ 476983 h 6858000"/>
              <a:gd name="connsiteX3" fmla="*/ 11778143 w 12192000"/>
              <a:gd name="connsiteY3" fmla="*/ 538124 h 6858000"/>
              <a:gd name="connsiteX4" fmla="*/ 11708472 w 12192000"/>
              <a:gd name="connsiteY4" fmla="*/ 581796 h 6858000"/>
              <a:gd name="connsiteX5" fmla="*/ 11753468 w 12192000"/>
              <a:gd name="connsiteY5" fmla="*/ 593441 h 6858000"/>
              <a:gd name="connsiteX6" fmla="*/ 11802818 w 12192000"/>
              <a:gd name="connsiteY6" fmla="*/ 589074 h 6858000"/>
              <a:gd name="connsiteX7" fmla="*/ 11887005 w 12192000"/>
              <a:gd name="connsiteY7" fmla="*/ 552681 h 6858000"/>
              <a:gd name="connsiteX8" fmla="*/ 11823139 w 12192000"/>
              <a:gd name="connsiteY8" fmla="*/ 494452 h 6858000"/>
              <a:gd name="connsiteX9" fmla="*/ 11911680 w 12192000"/>
              <a:gd name="connsiteY9" fmla="*/ 522111 h 6858000"/>
              <a:gd name="connsiteX10" fmla="*/ 11974094 w 12192000"/>
              <a:gd name="connsiteY10" fmla="*/ 460970 h 6858000"/>
              <a:gd name="connsiteX11" fmla="*/ 11972642 w 12192000"/>
              <a:gd name="connsiteY11" fmla="*/ 404197 h 6858000"/>
              <a:gd name="connsiteX12" fmla="*/ 11911680 w 12192000"/>
              <a:gd name="connsiteY12" fmla="*/ 373627 h 6858000"/>
              <a:gd name="connsiteX13" fmla="*/ 11785438 w 12192000"/>
              <a:gd name="connsiteY13" fmla="*/ 207688 h 6858000"/>
              <a:gd name="connsiteX14" fmla="*/ 11562864 w 12192000"/>
              <a:gd name="connsiteY14" fmla="*/ 439169 h 6858000"/>
              <a:gd name="connsiteX15" fmla="*/ 11639965 w 12192000"/>
              <a:gd name="connsiteY15" fmla="*/ 551270 h 6858000"/>
              <a:gd name="connsiteX16" fmla="*/ 11725794 w 12192000"/>
              <a:gd name="connsiteY16" fmla="*/ 546903 h 6858000"/>
              <a:gd name="connsiteX17" fmla="*/ 11786893 w 12192000"/>
              <a:gd name="connsiteY17" fmla="*/ 490124 h 6858000"/>
              <a:gd name="connsiteX18" fmla="*/ 11833444 w 12192000"/>
              <a:gd name="connsiteY18" fmla="*/ 412964 h 6858000"/>
              <a:gd name="connsiteX19" fmla="*/ 11895998 w 12192000"/>
              <a:gd name="connsiteY19" fmla="*/ 360553 h 6858000"/>
              <a:gd name="connsiteX20" fmla="*/ 11971644 w 12192000"/>
              <a:gd name="connsiteY20" fmla="*/ 379479 h 6858000"/>
              <a:gd name="connsiteX21" fmla="*/ 11907636 w 12192000"/>
              <a:gd name="connsiteY21" fmla="*/ 281937 h 6858000"/>
              <a:gd name="connsiteX22" fmla="*/ 11795621 w 12192000"/>
              <a:gd name="connsiteY22" fmla="*/ 212056 h 6858000"/>
              <a:gd name="connsiteX23" fmla="*/ 11785438 w 12192000"/>
              <a:gd name="connsiteY23" fmla="*/ 207688 h 6858000"/>
              <a:gd name="connsiteX24" fmla="*/ 0 w 12192000"/>
              <a:gd name="connsiteY24" fmla="*/ 0 h 6858000"/>
              <a:gd name="connsiteX25" fmla="*/ 12192000 w 12192000"/>
              <a:gd name="connsiteY25" fmla="*/ 0 h 6858000"/>
              <a:gd name="connsiteX26" fmla="*/ 12192000 w 12192000"/>
              <a:gd name="connsiteY26" fmla="*/ 6858000 h 6858000"/>
              <a:gd name="connsiteX27" fmla="*/ 0 w 12192000"/>
              <a:gd name="connsiteY2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192000" h="6858000">
                <a:moveTo>
                  <a:pt x="11911680" y="373627"/>
                </a:moveTo>
                <a:cubicBezTo>
                  <a:pt x="11888456" y="375083"/>
                  <a:pt x="11871038" y="389640"/>
                  <a:pt x="11857975" y="408564"/>
                </a:cubicBezTo>
                <a:cubicBezTo>
                  <a:pt x="11842009" y="428944"/>
                  <a:pt x="11831848" y="453692"/>
                  <a:pt x="11820236" y="476983"/>
                </a:cubicBezTo>
                <a:cubicBezTo>
                  <a:pt x="11808624" y="498819"/>
                  <a:pt x="11795561" y="519199"/>
                  <a:pt x="11778143" y="538124"/>
                </a:cubicBezTo>
                <a:cubicBezTo>
                  <a:pt x="11759274" y="558504"/>
                  <a:pt x="11736050" y="574517"/>
                  <a:pt x="11708472" y="581796"/>
                </a:cubicBezTo>
                <a:cubicBezTo>
                  <a:pt x="11721535" y="590530"/>
                  <a:pt x="11738953" y="593441"/>
                  <a:pt x="11753468" y="593441"/>
                </a:cubicBezTo>
                <a:cubicBezTo>
                  <a:pt x="11769434" y="594897"/>
                  <a:pt x="11786852" y="591986"/>
                  <a:pt x="11802818" y="589074"/>
                </a:cubicBezTo>
                <a:cubicBezTo>
                  <a:pt x="11833300" y="584707"/>
                  <a:pt x="11865232" y="574517"/>
                  <a:pt x="11887005" y="552681"/>
                </a:cubicBezTo>
                <a:cubicBezTo>
                  <a:pt x="11852169" y="552681"/>
                  <a:pt x="11824591" y="529389"/>
                  <a:pt x="11823139" y="494452"/>
                </a:cubicBezTo>
                <a:cubicBezTo>
                  <a:pt x="11844912" y="520655"/>
                  <a:pt x="11878296" y="530845"/>
                  <a:pt x="11911680" y="522111"/>
                </a:cubicBezTo>
                <a:cubicBezTo>
                  <a:pt x="11940709" y="513376"/>
                  <a:pt x="11965385" y="490085"/>
                  <a:pt x="11974094" y="460970"/>
                </a:cubicBezTo>
                <a:cubicBezTo>
                  <a:pt x="11979900" y="442046"/>
                  <a:pt x="11981351" y="423121"/>
                  <a:pt x="11972642" y="404197"/>
                </a:cubicBezTo>
                <a:cubicBezTo>
                  <a:pt x="11961030" y="382361"/>
                  <a:pt x="11936355" y="372171"/>
                  <a:pt x="11911680" y="373627"/>
                </a:cubicBezTo>
                <a:close/>
                <a:moveTo>
                  <a:pt x="11785438" y="207688"/>
                </a:moveTo>
                <a:cubicBezTo>
                  <a:pt x="11735977" y="268834"/>
                  <a:pt x="11562864" y="312510"/>
                  <a:pt x="11562864" y="439169"/>
                </a:cubicBezTo>
                <a:cubicBezTo>
                  <a:pt x="11562864" y="487212"/>
                  <a:pt x="11593413" y="533800"/>
                  <a:pt x="11639965" y="551270"/>
                </a:cubicBezTo>
                <a:cubicBezTo>
                  <a:pt x="11667605" y="561461"/>
                  <a:pt x="11698154" y="560005"/>
                  <a:pt x="11725794" y="546903"/>
                </a:cubicBezTo>
                <a:cubicBezTo>
                  <a:pt x="11751979" y="535256"/>
                  <a:pt x="11770891" y="514874"/>
                  <a:pt x="11786893" y="490124"/>
                </a:cubicBezTo>
                <a:cubicBezTo>
                  <a:pt x="11804350" y="465375"/>
                  <a:pt x="11817442" y="439169"/>
                  <a:pt x="11833444" y="412964"/>
                </a:cubicBezTo>
                <a:cubicBezTo>
                  <a:pt x="11847992" y="389670"/>
                  <a:pt x="11868358" y="366376"/>
                  <a:pt x="11895998" y="360553"/>
                </a:cubicBezTo>
                <a:cubicBezTo>
                  <a:pt x="11922183" y="353274"/>
                  <a:pt x="11952732" y="360553"/>
                  <a:pt x="11971644" y="379479"/>
                </a:cubicBezTo>
                <a:cubicBezTo>
                  <a:pt x="11960006" y="341627"/>
                  <a:pt x="11938185" y="309598"/>
                  <a:pt x="11907636" y="281937"/>
                </a:cubicBezTo>
                <a:cubicBezTo>
                  <a:pt x="11874177" y="251364"/>
                  <a:pt x="11836354" y="229526"/>
                  <a:pt x="11795621" y="212056"/>
                </a:cubicBezTo>
                <a:cubicBezTo>
                  <a:pt x="11792712" y="210600"/>
                  <a:pt x="11788348" y="209144"/>
                  <a:pt x="11785438" y="207688"/>
                </a:cubicBezTo>
                <a:close/>
                <a:moveTo>
                  <a:pt x="0" y="0"/>
                </a:moveTo>
                <a:lnTo>
                  <a:pt x="12192000" y="0"/>
                </a:lnTo>
                <a:lnTo>
                  <a:pt x="12192000" y="6858000"/>
                </a:lnTo>
                <a:lnTo>
                  <a:pt x="0" y="6858000"/>
                </a:lnTo>
                <a:close/>
              </a:path>
            </a:pathLst>
          </a:custGeom>
          <a:noFill/>
        </p:spPr>
        <p:txBody>
          <a:bodyPr wrap="square">
            <a:no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50000"/>
                  </a:schemeClr>
                </a:solidFill>
              </a:defRPr>
            </a:lvl1pPr>
          </a:lstStyle>
          <a:p>
            <a:r>
              <a:rPr lang="en-US" dirty="0"/>
              <a:t>Click icon to add picture and send picture to back</a:t>
            </a:r>
          </a:p>
        </p:txBody>
      </p:sp>
      <p:grpSp>
        <p:nvGrpSpPr>
          <p:cNvPr id="12" name="Group 37">
            <a:extLst>
              <a:ext uri="{FF2B5EF4-FFF2-40B4-BE49-F238E27FC236}">
                <a16:creationId xmlns:a16="http://schemas.microsoft.com/office/drawing/2014/main" id="{410EED03-E568-4797-9F93-83A0DEAA8E73}"/>
              </a:ext>
            </a:extLst>
          </p:cNvPr>
          <p:cNvGrpSpPr/>
          <p:nvPr userDrawn="1"/>
        </p:nvGrpSpPr>
        <p:grpSpPr>
          <a:xfrm>
            <a:off x="11562864" y="207688"/>
            <a:ext cx="418487" cy="387209"/>
            <a:chOff x="5481638" y="2859088"/>
            <a:chExt cx="1231900" cy="1139825"/>
          </a:xfrm>
          <a:solidFill>
            <a:schemeClr val="bg1"/>
          </a:solidFill>
        </p:grpSpPr>
        <p:sp>
          <p:nvSpPr>
            <p:cNvPr id="13" name="Freeform 320">
              <a:extLst>
                <a:ext uri="{FF2B5EF4-FFF2-40B4-BE49-F238E27FC236}">
                  <a16:creationId xmlns:a16="http://schemas.microsoft.com/office/drawing/2014/main" id="{B7BDD3A5-74DC-407F-917E-4CAA2D7F6478}"/>
                </a:ext>
              </a:extLst>
            </p:cNvPr>
            <p:cNvSpPr>
              <a:spLocks/>
            </p:cNvSpPr>
            <p:nvPr userDrawn="1"/>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14" name="Freeform 321">
              <a:extLst>
                <a:ext uri="{FF2B5EF4-FFF2-40B4-BE49-F238E27FC236}">
                  <a16:creationId xmlns:a16="http://schemas.microsoft.com/office/drawing/2014/main" id="{AFD49D75-8E14-497D-BFBC-1AB7413E4B59}"/>
                </a:ext>
              </a:extLst>
            </p:cNvPr>
            <p:cNvSpPr>
              <a:spLocks/>
            </p:cNvSpPr>
            <p:nvPr userDrawn="1"/>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2" name="Title">
            <a:extLst>
              <a:ext uri="{FF2B5EF4-FFF2-40B4-BE49-F238E27FC236}">
                <a16:creationId xmlns:a16="http://schemas.microsoft.com/office/drawing/2014/main" id="{F7412FBE-22A2-10A4-80F8-94BD980CE061}"/>
              </a:ext>
            </a:extLst>
          </p:cNvPr>
          <p:cNvSpPr>
            <a:spLocks noGrp="1"/>
          </p:cNvSpPr>
          <p:nvPr>
            <p:ph type="ctrTitle"/>
          </p:nvPr>
        </p:nvSpPr>
        <p:spPr>
          <a:xfrm>
            <a:off x="1" y="2708920"/>
            <a:ext cx="7968207" cy="2949857"/>
          </a:xfrm>
          <a:solidFill>
            <a:schemeClr val="bg2"/>
          </a:solidFill>
        </p:spPr>
        <p:txBody>
          <a:bodyPr wrap="square" lIns="396000" tIns="360000" rIns="504000" bIns="1080000" anchor="ctr" anchorCtr="0">
            <a:noAutofit/>
          </a:bodyPr>
          <a:lstStyle>
            <a:lvl1pPr algn="l">
              <a:lnSpc>
                <a:spcPct val="90000"/>
              </a:lnSpc>
              <a:tabLst>
                <a:tab pos="1258888" algn="l"/>
              </a:tabLst>
              <a:defRPr sz="5400" b="0" cap="none" baseline="0">
                <a:solidFill>
                  <a:schemeClr val="tx1"/>
                </a:solidFill>
                <a:latin typeface="+mj-lt"/>
              </a:defRPr>
            </a:lvl1pPr>
          </a:lstStyle>
          <a:p>
            <a:r>
              <a:rPr lang="fr-FR" dirty="0"/>
              <a:t>Modifiez le style du titre</a:t>
            </a:r>
            <a:endParaRPr lang="en-GB" dirty="0"/>
          </a:p>
        </p:txBody>
      </p:sp>
      <p:sp>
        <p:nvSpPr>
          <p:cNvPr id="3" name="Subtitle">
            <a:extLst>
              <a:ext uri="{FF2B5EF4-FFF2-40B4-BE49-F238E27FC236}">
                <a16:creationId xmlns:a16="http://schemas.microsoft.com/office/drawing/2014/main" id="{B3FCD38E-1F71-EA8E-7048-F655798886D1}"/>
              </a:ext>
            </a:extLst>
          </p:cNvPr>
          <p:cNvSpPr>
            <a:spLocks noGrp="1"/>
          </p:cNvSpPr>
          <p:nvPr>
            <p:ph type="subTitle" idx="1" hasCustomPrompt="1"/>
          </p:nvPr>
        </p:nvSpPr>
        <p:spPr>
          <a:xfrm>
            <a:off x="407368" y="4725144"/>
            <a:ext cx="7273330" cy="276999"/>
          </a:xfrm>
          <a:prstGeom prst="rect">
            <a:avLst/>
          </a:prstGeom>
        </p:spPr>
        <p:txBody>
          <a:bodyPr wrap="square" lIns="18000" tIns="0" rIns="0" anchor="t" anchorCtr="0">
            <a:spAutoFit/>
          </a:bodyPr>
          <a:lstStyle>
            <a:lvl1pPr marL="0" indent="0" algn="l">
              <a:buNone/>
              <a:defRPr sz="1800">
                <a:solidFill>
                  <a:schemeClr val="tx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text style</a:t>
            </a:r>
            <a:endParaRPr lang="en-GB" dirty="0"/>
          </a:p>
        </p:txBody>
      </p:sp>
      <p:grpSp>
        <p:nvGrpSpPr>
          <p:cNvPr id="11" name="Graphic 4">
            <a:extLst>
              <a:ext uri="{FF2B5EF4-FFF2-40B4-BE49-F238E27FC236}">
                <a16:creationId xmlns:a16="http://schemas.microsoft.com/office/drawing/2014/main" id="{227B5C8A-EE1D-805A-4B7E-1676BF71ED7F}"/>
              </a:ext>
            </a:extLst>
          </p:cNvPr>
          <p:cNvGrpSpPr>
            <a:grpSpLocks noChangeAspect="1"/>
          </p:cNvGrpSpPr>
          <p:nvPr userDrawn="1"/>
        </p:nvGrpSpPr>
        <p:grpSpPr>
          <a:xfrm>
            <a:off x="407368" y="6000692"/>
            <a:ext cx="2988000" cy="458780"/>
            <a:chOff x="3176111" y="1257136"/>
            <a:chExt cx="5719756" cy="878207"/>
          </a:xfrm>
        </p:grpSpPr>
        <p:sp>
          <p:nvSpPr>
            <p:cNvPr id="15" name="Freeform: Shape 2">
              <a:extLst>
                <a:ext uri="{FF2B5EF4-FFF2-40B4-BE49-F238E27FC236}">
                  <a16:creationId xmlns:a16="http://schemas.microsoft.com/office/drawing/2014/main" id="{72F6BDEF-BC59-6E49-002E-78E7F4339BA8}"/>
                </a:ext>
              </a:extLst>
            </p:cNvPr>
            <p:cNvSpPr/>
            <p:nvPr/>
          </p:nvSpPr>
          <p:spPr>
            <a:xfrm>
              <a:off x="8667268" y="1360960"/>
              <a:ext cx="228599" cy="485775"/>
            </a:xfrm>
            <a:custGeom>
              <a:avLst/>
              <a:gdLst>
                <a:gd name="connsiteX0" fmla="*/ 43339 w 228600"/>
                <a:gd name="connsiteY0" fmla="*/ 14764 h 485775"/>
                <a:gd name="connsiteX1" fmla="*/ 90011 w 228600"/>
                <a:gd name="connsiteY1" fmla="*/ 7144 h 485775"/>
                <a:gd name="connsiteX2" fmla="*/ 90011 w 228600"/>
                <a:gd name="connsiteY2" fmla="*/ 118586 h 485775"/>
                <a:gd name="connsiteX3" fmla="*/ 217646 w 228600"/>
                <a:gd name="connsiteY3" fmla="*/ 118586 h 485775"/>
                <a:gd name="connsiteX4" fmla="*/ 217646 w 228600"/>
                <a:gd name="connsiteY4" fmla="*/ 148114 h 485775"/>
                <a:gd name="connsiteX5" fmla="*/ 180499 w 228600"/>
                <a:gd name="connsiteY5" fmla="*/ 185261 h 485775"/>
                <a:gd name="connsiteX6" fmla="*/ 90011 w 228600"/>
                <a:gd name="connsiteY6" fmla="*/ 185261 h 485775"/>
                <a:gd name="connsiteX7" fmla="*/ 90011 w 228600"/>
                <a:gd name="connsiteY7" fmla="*/ 330994 h 485775"/>
                <a:gd name="connsiteX8" fmla="*/ 103346 w 228600"/>
                <a:gd name="connsiteY8" fmla="*/ 392906 h 485775"/>
                <a:gd name="connsiteX9" fmla="*/ 150019 w 228600"/>
                <a:gd name="connsiteY9" fmla="*/ 411004 h 485775"/>
                <a:gd name="connsiteX10" fmla="*/ 190024 w 228600"/>
                <a:gd name="connsiteY10" fmla="*/ 406241 h 485775"/>
                <a:gd name="connsiteX11" fmla="*/ 217646 w 228600"/>
                <a:gd name="connsiteY11" fmla="*/ 397669 h 485775"/>
                <a:gd name="connsiteX12" fmla="*/ 226219 w 228600"/>
                <a:gd name="connsiteY12" fmla="*/ 438626 h 485775"/>
                <a:gd name="connsiteX13" fmla="*/ 205264 w 228600"/>
                <a:gd name="connsiteY13" fmla="*/ 472916 h 485775"/>
                <a:gd name="connsiteX14" fmla="*/ 193834 w 228600"/>
                <a:gd name="connsiteY14" fmla="*/ 475774 h 485775"/>
                <a:gd name="connsiteX15" fmla="*/ 138589 w 228600"/>
                <a:gd name="connsiteY15" fmla="*/ 482441 h 485775"/>
                <a:gd name="connsiteX16" fmla="*/ 74771 w 228600"/>
                <a:gd name="connsiteY16" fmla="*/ 471964 h 485775"/>
                <a:gd name="connsiteX17" fmla="*/ 33814 w 228600"/>
                <a:gd name="connsiteY17" fmla="*/ 442436 h 485775"/>
                <a:gd name="connsiteX18" fmla="*/ 12859 w 228600"/>
                <a:gd name="connsiteY18" fmla="*/ 394811 h 485775"/>
                <a:gd name="connsiteX19" fmla="*/ 7144 w 228600"/>
                <a:gd name="connsiteY19" fmla="*/ 330994 h 485775"/>
                <a:gd name="connsiteX20" fmla="*/ 7144 w 228600"/>
                <a:gd name="connsiteY20" fmla="*/ 56674 h 485775"/>
                <a:gd name="connsiteX21" fmla="*/ 43339 w 228600"/>
                <a:gd name="connsiteY21" fmla="*/ 14764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8600" h="485775">
                  <a:moveTo>
                    <a:pt x="43339" y="14764"/>
                  </a:moveTo>
                  <a:lnTo>
                    <a:pt x="90011" y="7144"/>
                  </a:lnTo>
                  <a:lnTo>
                    <a:pt x="90011" y="118586"/>
                  </a:lnTo>
                  <a:lnTo>
                    <a:pt x="217646" y="118586"/>
                  </a:lnTo>
                  <a:lnTo>
                    <a:pt x="217646" y="148114"/>
                  </a:lnTo>
                  <a:cubicBezTo>
                    <a:pt x="217646" y="168116"/>
                    <a:pt x="201453" y="185261"/>
                    <a:pt x="180499" y="185261"/>
                  </a:cubicBezTo>
                  <a:lnTo>
                    <a:pt x="90011" y="185261"/>
                  </a:lnTo>
                  <a:lnTo>
                    <a:pt x="90011" y="330994"/>
                  </a:lnTo>
                  <a:cubicBezTo>
                    <a:pt x="90011" y="359569"/>
                    <a:pt x="94774" y="380524"/>
                    <a:pt x="103346" y="392906"/>
                  </a:cubicBezTo>
                  <a:cubicBezTo>
                    <a:pt x="112871" y="405289"/>
                    <a:pt x="128111" y="411004"/>
                    <a:pt x="150019" y="411004"/>
                  </a:cubicBezTo>
                  <a:cubicBezTo>
                    <a:pt x="165259" y="411004"/>
                    <a:pt x="178594" y="409099"/>
                    <a:pt x="190024" y="406241"/>
                  </a:cubicBezTo>
                  <a:cubicBezTo>
                    <a:pt x="201453" y="403384"/>
                    <a:pt x="210978" y="400526"/>
                    <a:pt x="217646" y="397669"/>
                  </a:cubicBezTo>
                  <a:lnTo>
                    <a:pt x="226219" y="438626"/>
                  </a:lnTo>
                  <a:cubicBezTo>
                    <a:pt x="229076" y="453866"/>
                    <a:pt x="220503" y="469106"/>
                    <a:pt x="205264" y="472916"/>
                  </a:cubicBezTo>
                  <a:lnTo>
                    <a:pt x="193834" y="475774"/>
                  </a:lnTo>
                  <a:cubicBezTo>
                    <a:pt x="178594" y="480536"/>
                    <a:pt x="159544" y="482441"/>
                    <a:pt x="138589" y="482441"/>
                  </a:cubicBezTo>
                  <a:cubicBezTo>
                    <a:pt x="112871" y="482441"/>
                    <a:pt x="91916" y="478631"/>
                    <a:pt x="74771" y="471964"/>
                  </a:cubicBezTo>
                  <a:cubicBezTo>
                    <a:pt x="57626" y="465296"/>
                    <a:pt x="44291" y="454819"/>
                    <a:pt x="33814" y="442436"/>
                  </a:cubicBezTo>
                  <a:cubicBezTo>
                    <a:pt x="23336" y="429101"/>
                    <a:pt x="16669" y="413861"/>
                    <a:pt x="12859" y="394811"/>
                  </a:cubicBezTo>
                  <a:cubicBezTo>
                    <a:pt x="9049" y="376714"/>
                    <a:pt x="7144" y="354806"/>
                    <a:pt x="7144" y="330994"/>
                  </a:cubicBezTo>
                  <a:lnTo>
                    <a:pt x="7144" y="56674"/>
                  </a:lnTo>
                  <a:cubicBezTo>
                    <a:pt x="7144" y="36671"/>
                    <a:pt x="22384" y="18574"/>
                    <a:pt x="43339" y="14764"/>
                  </a:cubicBezTo>
                  <a:close/>
                </a:path>
              </a:pathLst>
            </a:custGeom>
            <a:solidFill>
              <a:srgbClr val="0072AF"/>
            </a:solidFill>
            <a:ln w="9525" cap="flat">
              <a:noFill/>
              <a:prstDash val="solid"/>
              <a:miter/>
            </a:ln>
          </p:spPr>
          <p:txBody>
            <a:bodyPr lIns="73152" tIns="36576" rIns="73152" bIns="36576" rtlCol="0" anchor="ctr"/>
            <a:lstStyle/>
            <a:p>
              <a:endParaRPr lang="de-DE" dirty="0"/>
            </a:p>
          </p:txBody>
        </p:sp>
        <p:sp>
          <p:nvSpPr>
            <p:cNvPr id="16" name="Freeform: Shape 3">
              <a:extLst>
                <a:ext uri="{FF2B5EF4-FFF2-40B4-BE49-F238E27FC236}">
                  <a16:creationId xmlns:a16="http://schemas.microsoft.com/office/drawing/2014/main" id="{9016A95E-3008-B38A-2223-174492311DC3}"/>
                </a:ext>
              </a:extLst>
            </p:cNvPr>
            <p:cNvSpPr/>
            <p:nvPr/>
          </p:nvSpPr>
          <p:spPr>
            <a:xfrm>
              <a:off x="7972896" y="1460972"/>
              <a:ext cx="333375" cy="381000"/>
            </a:xfrm>
            <a:custGeom>
              <a:avLst/>
              <a:gdLst>
                <a:gd name="connsiteX0" fmla="*/ 7144 w 333375"/>
                <a:gd name="connsiteY0" fmla="*/ 196691 h 381000"/>
                <a:gd name="connsiteX1" fmla="*/ 21431 w 333375"/>
                <a:gd name="connsiteY1" fmla="*/ 113824 h 381000"/>
                <a:gd name="connsiteX2" fmla="*/ 58579 w 333375"/>
                <a:gd name="connsiteY2" fmla="*/ 54769 h 381000"/>
                <a:gd name="connsiteX3" fmla="*/ 111919 w 333375"/>
                <a:gd name="connsiteY3" fmla="*/ 19526 h 381000"/>
                <a:gd name="connsiteX4" fmla="*/ 173831 w 333375"/>
                <a:gd name="connsiteY4" fmla="*/ 7144 h 381000"/>
                <a:gd name="connsiteX5" fmla="*/ 289084 w 333375"/>
                <a:gd name="connsiteY5" fmla="*/ 52864 h 381000"/>
                <a:gd name="connsiteX6" fmla="*/ 330041 w 333375"/>
                <a:gd name="connsiteY6" fmla="*/ 189071 h 381000"/>
                <a:gd name="connsiteX7" fmla="*/ 330041 w 333375"/>
                <a:gd name="connsiteY7" fmla="*/ 204311 h 381000"/>
                <a:gd name="connsiteX8" fmla="*/ 329089 w 333375"/>
                <a:gd name="connsiteY8" fmla="*/ 219551 h 381000"/>
                <a:gd name="connsiteX9" fmla="*/ 93822 w 333375"/>
                <a:gd name="connsiteY9" fmla="*/ 219551 h 381000"/>
                <a:gd name="connsiteX10" fmla="*/ 124301 w 333375"/>
                <a:gd name="connsiteY10" fmla="*/ 286226 h 381000"/>
                <a:gd name="connsiteX11" fmla="*/ 202406 w 333375"/>
                <a:gd name="connsiteY11" fmla="*/ 310039 h 381000"/>
                <a:gd name="connsiteX12" fmla="*/ 257651 w 333375"/>
                <a:gd name="connsiteY12" fmla="*/ 304324 h 381000"/>
                <a:gd name="connsiteX13" fmla="*/ 269081 w 333375"/>
                <a:gd name="connsiteY13" fmla="*/ 301466 h 381000"/>
                <a:gd name="connsiteX14" fmla="*/ 301466 w 333375"/>
                <a:gd name="connsiteY14" fmla="*/ 323374 h 381000"/>
                <a:gd name="connsiteX15" fmla="*/ 307181 w 333375"/>
                <a:gd name="connsiteY15" fmla="*/ 360521 h 381000"/>
                <a:gd name="connsiteX16" fmla="*/ 288131 w 333375"/>
                <a:gd name="connsiteY16" fmla="*/ 368141 h 381000"/>
                <a:gd name="connsiteX17" fmla="*/ 260509 w 333375"/>
                <a:gd name="connsiteY17" fmla="*/ 374809 h 381000"/>
                <a:gd name="connsiteX18" fmla="*/ 227172 w 333375"/>
                <a:gd name="connsiteY18" fmla="*/ 379571 h 381000"/>
                <a:gd name="connsiteX19" fmla="*/ 190976 w 333375"/>
                <a:gd name="connsiteY19" fmla="*/ 381476 h 381000"/>
                <a:gd name="connsiteX20" fmla="*/ 109061 w 333375"/>
                <a:gd name="connsiteY20" fmla="*/ 367189 h 381000"/>
                <a:gd name="connsiteX21" fmla="*/ 51911 w 333375"/>
                <a:gd name="connsiteY21" fmla="*/ 328136 h 381000"/>
                <a:gd name="connsiteX22" fmla="*/ 18574 w 333375"/>
                <a:gd name="connsiteY22" fmla="*/ 269081 h 381000"/>
                <a:gd name="connsiteX23" fmla="*/ 7144 w 333375"/>
                <a:gd name="connsiteY23" fmla="*/ 196691 h 381000"/>
                <a:gd name="connsiteX24" fmla="*/ 246222 w 333375"/>
                <a:gd name="connsiteY24" fmla="*/ 159544 h 381000"/>
                <a:gd name="connsiteX25" fmla="*/ 241459 w 333375"/>
                <a:gd name="connsiteY25" fmla="*/ 127159 h 381000"/>
                <a:gd name="connsiteX26" fmla="*/ 227172 w 333375"/>
                <a:gd name="connsiteY26" fmla="*/ 100489 h 381000"/>
                <a:gd name="connsiteX27" fmla="*/ 204311 w 333375"/>
                <a:gd name="connsiteY27" fmla="*/ 82391 h 381000"/>
                <a:gd name="connsiteX28" fmla="*/ 172879 w 333375"/>
                <a:gd name="connsiteY28" fmla="*/ 75724 h 381000"/>
                <a:gd name="connsiteX29" fmla="*/ 139541 w 333375"/>
                <a:gd name="connsiteY29" fmla="*/ 83344 h 381000"/>
                <a:gd name="connsiteX30" fmla="*/ 115729 w 333375"/>
                <a:gd name="connsiteY30" fmla="*/ 102394 h 381000"/>
                <a:gd name="connsiteX31" fmla="*/ 100489 w 333375"/>
                <a:gd name="connsiteY31" fmla="*/ 129064 h 381000"/>
                <a:gd name="connsiteX32" fmla="*/ 92869 w 333375"/>
                <a:gd name="connsiteY32" fmla="*/ 159544 h 381000"/>
                <a:gd name="connsiteX33" fmla="*/ 246222 w 333375"/>
                <a:gd name="connsiteY33" fmla="*/ 159544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3375" h="381000">
                  <a:moveTo>
                    <a:pt x="7144" y="196691"/>
                  </a:moveTo>
                  <a:cubicBezTo>
                    <a:pt x="7144" y="165259"/>
                    <a:pt x="11906" y="137636"/>
                    <a:pt x="21431" y="113824"/>
                  </a:cubicBezTo>
                  <a:cubicBezTo>
                    <a:pt x="30956" y="90011"/>
                    <a:pt x="43339" y="70009"/>
                    <a:pt x="58579" y="54769"/>
                  </a:cubicBezTo>
                  <a:cubicBezTo>
                    <a:pt x="73819" y="38576"/>
                    <a:pt x="91916" y="27146"/>
                    <a:pt x="111919" y="19526"/>
                  </a:cubicBezTo>
                  <a:cubicBezTo>
                    <a:pt x="131922" y="11906"/>
                    <a:pt x="152876" y="7144"/>
                    <a:pt x="173831" y="7144"/>
                  </a:cubicBezTo>
                  <a:cubicBezTo>
                    <a:pt x="223361" y="7144"/>
                    <a:pt x="261461" y="22384"/>
                    <a:pt x="289084" y="52864"/>
                  </a:cubicBezTo>
                  <a:cubicBezTo>
                    <a:pt x="316706" y="83344"/>
                    <a:pt x="330041" y="129064"/>
                    <a:pt x="330041" y="189071"/>
                  </a:cubicBezTo>
                  <a:cubicBezTo>
                    <a:pt x="330041" y="193834"/>
                    <a:pt x="330041" y="198596"/>
                    <a:pt x="330041" y="204311"/>
                  </a:cubicBezTo>
                  <a:cubicBezTo>
                    <a:pt x="330041" y="210026"/>
                    <a:pt x="329089" y="214789"/>
                    <a:pt x="329089" y="219551"/>
                  </a:cubicBezTo>
                  <a:lnTo>
                    <a:pt x="93822" y="219551"/>
                  </a:lnTo>
                  <a:cubicBezTo>
                    <a:pt x="95726" y="248126"/>
                    <a:pt x="106204" y="270034"/>
                    <a:pt x="124301" y="286226"/>
                  </a:cubicBezTo>
                  <a:cubicBezTo>
                    <a:pt x="142399" y="301466"/>
                    <a:pt x="168116" y="310039"/>
                    <a:pt x="202406" y="310039"/>
                  </a:cubicBezTo>
                  <a:cubicBezTo>
                    <a:pt x="222409" y="310039"/>
                    <a:pt x="240506" y="308134"/>
                    <a:pt x="257651" y="304324"/>
                  </a:cubicBezTo>
                  <a:cubicBezTo>
                    <a:pt x="261461" y="303371"/>
                    <a:pt x="266224" y="302419"/>
                    <a:pt x="269081" y="301466"/>
                  </a:cubicBezTo>
                  <a:cubicBezTo>
                    <a:pt x="284322" y="297656"/>
                    <a:pt x="298609" y="308134"/>
                    <a:pt x="301466" y="323374"/>
                  </a:cubicBezTo>
                  <a:lnTo>
                    <a:pt x="307181" y="360521"/>
                  </a:lnTo>
                  <a:cubicBezTo>
                    <a:pt x="302419" y="362426"/>
                    <a:pt x="296704" y="365284"/>
                    <a:pt x="288131" y="368141"/>
                  </a:cubicBezTo>
                  <a:cubicBezTo>
                    <a:pt x="280511" y="370999"/>
                    <a:pt x="270986" y="372904"/>
                    <a:pt x="260509" y="374809"/>
                  </a:cubicBezTo>
                  <a:cubicBezTo>
                    <a:pt x="250031" y="376714"/>
                    <a:pt x="239554" y="378619"/>
                    <a:pt x="227172" y="379571"/>
                  </a:cubicBezTo>
                  <a:cubicBezTo>
                    <a:pt x="214789" y="380524"/>
                    <a:pt x="203359" y="381476"/>
                    <a:pt x="190976" y="381476"/>
                  </a:cubicBezTo>
                  <a:cubicBezTo>
                    <a:pt x="159544" y="381476"/>
                    <a:pt x="131922" y="376714"/>
                    <a:pt x="109061" y="367189"/>
                  </a:cubicBezTo>
                  <a:cubicBezTo>
                    <a:pt x="86201" y="357664"/>
                    <a:pt x="67151" y="345281"/>
                    <a:pt x="51911" y="328136"/>
                  </a:cubicBezTo>
                  <a:cubicBezTo>
                    <a:pt x="36672" y="311944"/>
                    <a:pt x="26194" y="291941"/>
                    <a:pt x="18574" y="269081"/>
                  </a:cubicBezTo>
                  <a:cubicBezTo>
                    <a:pt x="10954" y="248126"/>
                    <a:pt x="7144" y="223361"/>
                    <a:pt x="7144" y="196691"/>
                  </a:cubicBezTo>
                  <a:close/>
                  <a:moveTo>
                    <a:pt x="246222" y="159544"/>
                  </a:moveTo>
                  <a:cubicBezTo>
                    <a:pt x="246222" y="148114"/>
                    <a:pt x="244316" y="137636"/>
                    <a:pt x="241459" y="127159"/>
                  </a:cubicBezTo>
                  <a:cubicBezTo>
                    <a:pt x="238601" y="116681"/>
                    <a:pt x="233839" y="108109"/>
                    <a:pt x="227172" y="100489"/>
                  </a:cubicBezTo>
                  <a:cubicBezTo>
                    <a:pt x="221456" y="92869"/>
                    <a:pt x="213836" y="87154"/>
                    <a:pt x="204311" y="82391"/>
                  </a:cubicBezTo>
                  <a:cubicBezTo>
                    <a:pt x="195739" y="77629"/>
                    <a:pt x="185261" y="75724"/>
                    <a:pt x="172879" y="75724"/>
                  </a:cubicBezTo>
                  <a:cubicBezTo>
                    <a:pt x="160497" y="75724"/>
                    <a:pt x="149066" y="78581"/>
                    <a:pt x="139541" y="83344"/>
                  </a:cubicBezTo>
                  <a:cubicBezTo>
                    <a:pt x="130016" y="88106"/>
                    <a:pt x="121444" y="94774"/>
                    <a:pt x="115729" y="102394"/>
                  </a:cubicBezTo>
                  <a:cubicBezTo>
                    <a:pt x="110014" y="110014"/>
                    <a:pt x="104299" y="118586"/>
                    <a:pt x="100489" y="129064"/>
                  </a:cubicBezTo>
                  <a:cubicBezTo>
                    <a:pt x="96679" y="139541"/>
                    <a:pt x="94774" y="149066"/>
                    <a:pt x="92869" y="159544"/>
                  </a:cubicBezTo>
                  <a:lnTo>
                    <a:pt x="246222" y="1595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8" name="Freeform: Shape 4">
              <a:extLst>
                <a:ext uri="{FF2B5EF4-FFF2-40B4-BE49-F238E27FC236}">
                  <a16:creationId xmlns:a16="http://schemas.microsoft.com/office/drawing/2014/main" id="{EF0CD45A-7908-EA78-9C8B-9B16CEB082F9}"/>
                </a:ext>
              </a:extLst>
            </p:cNvPr>
            <p:cNvSpPr/>
            <p:nvPr/>
          </p:nvSpPr>
          <p:spPr>
            <a:xfrm>
              <a:off x="7182323" y="1317145"/>
              <a:ext cx="114301" cy="114301"/>
            </a:xfrm>
            <a:custGeom>
              <a:avLst/>
              <a:gdLst>
                <a:gd name="connsiteX0" fmla="*/ 109061 w 114300"/>
                <a:gd name="connsiteY0" fmla="*/ 58579 h 114300"/>
                <a:gd name="connsiteX1" fmla="*/ 93821 w 114300"/>
                <a:gd name="connsiteY1" fmla="*/ 95726 h 114300"/>
                <a:gd name="connsiteX2" fmla="*/ 58579 w 114300"/>
                <a:gd name="connsiteY2" fmla="*/ 109061 h 114300"/>
                <a:gd name="connsiteX3" fmla="*/ 22384 w 114300"/>
                <a:gd name="connsiteY3" fmla="*/ 95726 h 114300"/>
                <a:gd name="connsiteX4" fmla="*/ 7144 w 114300"/>
                <a:gd name="connsiteY4" fmla="*/ 58579 h 114300"/>
                <a:gd name="connsiteX5" fmla="*/ 22384 w 114300"/>
                <a:gd name="connsiteY5" fmla="*/ 20479 h 114300"/>
                <a:gd name="connsiteX6" fmla="*/ 58579 w 114300"/>
                <a:gd name="connsiteY6" fmla="*/ 7144 h 114300"/>
                <a:gd name="connsiteX7" fmla="*/ 93821 w 114300"/>
                <a:gd name="connsiteY7" fmla="*/ 20479 h 114300"/>
                <a:gd name="connsiteX8" fmla="*/ 109061 w 114300"/>
                <a:gd name="connsiteY8" fmla="*/ 58579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00" h="114300">
                  <a:moveTo>
                    <a:pt x="109061" y="58579"/>
                  </a:moveTo>
                  <a:cubicBezTo>
                    <a:pt x="109061" y="73819"/>
                    <a:pt x="104299" y="86201"/>
                    <a:pt x="93821" y="95726"/>
                  </a:cubicBezTo>
                  <a:cubicBezTo>
                    <a:pt x="83344" y="105251"/>
                    <a:pt x="71914" y="109061"/>
                    <a:pt x="58579" y="109061"/>
                  </a:cubicBezTo>
                  <a:cubicBezTo>
                    <a:pt x="44291" y="109061"/>
                    <a:pt x="31909" y="104299"/>
                    <a:pt x="22384" y="95726"/>
                  </a:cubicBezTo>
                  <a:cubicBezTo>
                    <a:pt x="11906" y="86201"/>
                    <a:pt x="7144" y="73819"/>
                    <a:pt x="7144" y="58579"/>
                  </a:cubicBezTo>
                  <a:cubicBezTo>
                    <a:pt x="7144" y="42386"/>
                    <a:pt x="11906" y="30004"/>
                    <a:pt x="22384" y="20479"/>
                  </a:cubicBezTo>
                  <a:cubicBezTo>
                    <a:pt x="32861" y="10954"/>
                    <a:pt x="44291" y="7144"/>
                    <a:pt x="58579" y="7144"/>
                  </a:cubicBezTo>
                  <a:cubicBezTo>
                    <a:pt x="71914" y="7144"/>
                    <a:pt x="84296" y="11906"/>
                    <a:pt x="93821" y="20479"/>
                  </a:cubicBezTo>
                  <a:cubicBezTo>
                    <a:pt x="104299" y="30004"/>
                    <a:pt x="109061" y="43339"/>
                    <a:pt x="109061" y="5857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9" name="Freeform: Shape 5">
              <a:extLst>
                <a:ext uri="{FF2B5EF4-FFF2-40B4-BE49-F238E27FC236}">
                  <a16:creationId xmlns:a16="http://schemas.microsoft.com/office/drawing/2014/main" id="{0C4690BD-AAE1-5429-08DE-6615425FFF7E}"/>
                </a:ext>
              </a:extLst>
            </p:cNvPr>
            <p:cNvSpPr/>
            <p:nvPr/>
          </p:nvSpPr>
          <p:spPr>
            <a:xfrm>
              <a:off x="7192800" y="1473355"/>
              <a:ext cx="95250" cy="371475"/>
            </a:xfrm>
            <a:custGeom>
              <a:avLst/>
              <a:gdLst>
                <a:gd name="connsiteX0" fmla="*/ 90011 w 95250"/>
                <a:gd name="connsiteY0" fmla="*/ 366236 h 371475"/>
                <a:gd name="connsiteX1" fmla="*/ 67151 w 95250"/>
                <a:gd name="connsiteY1" fmla="*/ 366236 h 371475"/>
                <a:gd name="connsiteX2" fmla="*/ 7144 w 95250"/>
                <a:gd name="connsiteY2" fmla="*/ 306229 h 371475"/>
                <a:gd name="connsiteX3" fmla="*/ 7144 w 95250"/>
                <a:gd name="connsiteY3" fmla="*/ 7144 h 371475"/>
                <a:gd name="connsiteX4" fmla="*/ 35719 w 95250"/>
                <a:gd name="connsiteY4" fmla="*/ 7144 h 371475"/>
                <a:gd name="connsiteX5" fmla="*/ 90011 w 95250"/>
                <a:gd name="connsiteY5" fmla="*/ 62389 h 371475"/>
                <a:gd name="connsiteX6" fmla="*/ 90011 w 95250"/>
                <a:gd name="connsiteY6" fmla="*/ 366236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250" h="371475">
                  <a:moveTo>
                    <a:pt x="90011" y="366236"/>
                  </a:moveTo>
                  <a:lnTo>
                    <a:pt x="67151" y="366236"/>
                  </a:lnTo>
                  <a:cubicBezTo>
                    <a:pt x="33814" y="366236"/>
                    <a:pt x="7144" y="339566"/>
                    <a:pt x="7144" y="306229"/>
                  </a:cubicBezTo>
                  <a:lnTo>
                    <a:pt x="7144" y="7144"/>
                  </a:lnTo>
                  <a:lnTo>
                    <a:pt x="35719" y="7144"/>
                  </a:lnTo>
                  <a:cubicBezTo>
                    <a:pt x="66199" y="7144"/>
                    <a:pt x="90011" y="31909"/>
                    <a:pt x="90011" y="62389"/>
                  </a:cubicBezTo>
                  <a:lnTo>
                    <a:pt x="90011" y="366236"/>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0" name="Freeform: Shape 6">
              <a:extLst>
                <a:ext uri="{FF2B5EF4-FFF2-40B4-BE49-F238E27FC236}">
                  <a16:creationId xmlns:a16="http://schemas.microsoft.com/office/drawing/2014/main" id="{E98349BB-C39C-6C74-08A6-A43B9DDA6B11}"/>
                </a:ext>
              </a:extLst>
            </p:cNvPr>
            <p:cNvSpPr/>
            <p:nvPr/>
          </p:nvSpPr>
          <p:spPr>
            <a:xfrm>
              <a:off x="7637617" y="1474308"/>
              <a:ext cx="352426" cy="371475"/>
            </a:xfrm>
            <a:custGeom>
              <a:avLst/>
              <a:gdLst>
                <a:gd name="connsiteX0" fmla="*/ 287179 w 352425"/>
                <a:gd name="connsiteY0" fmla="*/ 7144 h 371475"/>
                <a:gd name="connsiteX1" fmla="*/ 250031 w 352425"/>
                <a:gd name="connsiteY1" fmla="*/ 43339 h 371475"/>
                <a:gd name="connsiteX2" fmla="*/ 179547 w 352425"/>
                <a:gd name="connsiteY2" fmla="*/ 246221 h 371475"/>
                <a:gd name="connsiteX3" fmla="*/ 106204 w 352425"/>
                <a:gd name="connsiteY3" fmla="*/ 47149 h 371475"/>
                <a:gd name="connsiteX4" fmla="*/ 68104 w 352425"/>
                <a:gd name="connsiteY4" fmla="*/ 7144 h 371475"/>
                <a:gd name="connsiteX5" fmla="*/ 27147 w 352425"/>
                <a:gd name="connsiteY5" fmla="*/ 7144 h 371475"/>
                <a:gd name="connsiteX6" fmla="*/ 7144 w 352425"/>
                <a:gd name="connsiteY6" fmla="*/ 7144 h 371475"/>
                <a:gd name="connsiteX7" fmla="*/ 130969 w 352425"/>
                <a:gd name="connsiteY7" fmla="*/ 329089 h 371475"/>
                <a:gd name="connsiteX8" fmla="*/ 171927 w 352425"/>
                <a:gd name="connsiteY8" fmla="*/ 365284 h 371475"/>
                <a:gd name="connsiteX9" fmla="*/ 213836 w 352425"/>
                <a:gd name="connsiteY9" fmla="*/ 365284 h 371475"/>
                <a:gd name="connsiteX10" fmla="*/ 350044 w 352425"/>
                <a:gd name="connsiteY10" fmla="*/ 7144 h 371475"/>
                <a:gd name="connsiteX11" fmla="*/ 287179 w 352425"/>
                <a:gd name="connsiteY11" fmla="*/ 7144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425" h="371475">
                  <a:moveTo>
                    <a:pt x="287179" y="7144"/>
                  </a:moveTo>
                  <a:cubicBezTo>
                    <a:pt x="265272" y="7144"/>
                    <a:pt x="259556" y="18574"/>
                    <a:pt x="250031" y="43339"/>
                  </a:cubicBezTo>
                  <a:lnTo>
                    <a:pt x="179547" y="246221"/>
                  </a:lnTo>
                  <a:lnTo>
                    <a:pt x="106204" y="47149"/>
                  </a:lnTo>
                  <a:cubicBezTo>
                    <a:pt x="97631" y="21431"/>
                    <a:pt x="90011" y="7144"/>
                    <a:pt x="68104" y="7144"/>
                  </a:cubicBezTo>
                  <a:lnTo>
                    <a:pt x="27147" y="7144"/>
                  </a:lnTo>
                  <a:lnTo>
                    <a:pt x="7144" y="7144"/>
                  </a:lnTo>
                  <a:lnTo>
                    <a:pt x="130969" y="329089"/>
                  </a:lnTo>
                  <a:cubicBezTo>
                    <a:pt x="142399" y="352901"/>
                    <a:pt x="150019" y="365284"/>
                    <a:pt x="171927" y="365284"/>
                  </a:cubicBezTo>
                  <a:lnTo>
                    <a:pt x="213836" y="365284"/>
                  </a:lnTo>
                  <a:lnTo>
                    <a:pt x="350044" y="7144"/>
                  </a:lnTo>
                  <a:lnTo>
                    <a:pt x="287179" y="71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1" name="Freeform: Shape 7">
              <a:extLst>
                <a:ext uri="{FF2B5EF4-FFF2-40B4-BE49-F238E27FC236}">
                  <a16:creationId xmlns:a16="http://schemas.microsoft.com/office/drawing/2014/main" id="{A6A901A7-98C8-600C-7B51-1E427F83BE28}"/>
                </a:ext>
              </a:extLst>
            </p:cNvPr>
            <p:cNvSpPr/>
            <p:nvPr/>
          </p:nvSpPr>
          <p:spPr>
            <a:xfrm>
              <a:off x="7326150"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2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2" y="80486"/>
                  </a:cubicBezTo>
                  <a:cubicBezTo>
                    <a:pt x="128111" y="79534"/>
                    <a:pt x="139541" y="78581"/>
                    <a:pt x="150019" y="78581"/>
                  </a:cubicBezTo>
                  <a:cubicBezTo>
                    <a:pt x="164307"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8134"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2" name="Freeform: Shape 8">
              <a:extLst>
                <a:ext uri="{FF2B5EF4-FFF2-40B4-BE49-F238E27FC236}">
                  <a16:creationId xmlns:a16="http://schemas.microsoft.com/office/drawing/2014/main" id="{0EE4B1F2-88A7-5D1C-5483-7BC9B3C281DA}"/>
                </a:ext>
              </a:extLst>
            </p:cNvPr>
            <p:cNvSpPr/>
            <p:nvPr/>
          </p:nvSpPr>
          <p:spPr>
            <a:xfrm>
              <a:off x="8331989"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1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1" y="80486"/>
                  </a:cubicBezTo>
                  <a:cubicBezTo>
                    <a:pt x="128111" y="79534"/>
                    <a:pt x="139541" y="78581"/>
                    <a:pt x="150019" y="78581"/>
                  </a:cubicBezTo>
                  <a:cubicBezTo>
                    <a:pt x="164306"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7181"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3" name="Freeform: Shape 17">
              <a:extLst>
                <a:ext uri="{FF2B5EF4-FFF2-40B4-BE49-F238E27FC236}">
                  <a16:creationId xmlns:a16="http://schemas.microsoft.com/office/drawing/2014/main" id="{C9353817-77E7-C0A8-A6A6-FEF871C81D19}"/>
                </a:ext>
              </a:extLst>
            </p:cNvPr>
            <p:cNvSpPr/>
            <p:nvPr/>
          </p:nvSpPr>
          <p:spPr>
            <a:xfrm>
              <a:off x="6619395" y="1521933"/>
              <a:ext cx="457199" cy="371475"/>
            </a:xfrm>
            <a:custGeom>
              <a:avLst/>
              <a:gdLst>
                <a:gd name="connsiteX0" fmla="*/ 304324 w 457200"/>
                <a:gd name="connsiteY0" fmla="*/ 261461 h 371475"/>
                <a:gd name="connsiteX1" fmla="*/ 456724 w 457200"/>
                <a:gd name="connsiteY1" fmla="*/ 110014 h 371475"/>
                <a:gd name="connsiteX2" fmla="*/ 344329 w 457200"/>
                <a:gd name="connsiteY2" fmla="*/ 7144 h 371475"/>
                <a:gd name="connsiteX3" fmla="*/ 125254 w 457200"/>
                <a:gd name="connsiteY3" fmla="*/ 241459 h 371475"/>
                <a:gd name="connsiteX4" fmla="*/ 7144 w 457200"/>
                <a:gd name="connsiteY4" fmla="*/ 348139 h 371475"/>
                <a:gd name="connsiteX5" fmla="*/ 96679 w 457200"/>
                <a:gd name="connsiteY5" fmla="*/ 372904 h 371475"/>
                <a:gd name="connsiteX6" fmla="*/ 306229 w 457200"/>
                <a:gd name="connsiteY6" fmla="*/ 304324 h 371475"/>
                <a:gd name="connsiteX7" fmla="*/ 200501 w 457200"/>
                <a:gd name="connsiteY7" fmla="*/ 210026 h 371475"/>
                <a:gd name="connsiteX8" fmla="*/ 304324 w 457200"/>
                <a:gd name="connsiteY8" fmla="*/ 26146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7200" h="371475">
                  <a:moveTo>
                    <a:pt x="304324" y="261461"/>
                  </a:moveTo>
                  <a:cubicBezTo>
                    <a:pt x="390049" y="261461"/>
                    <a:pt x="455771" y="191929"/>
                    <a:pt x="456724" y="110014"/>
                  </a:cubicBezTo>
                  <a:cubicBezTo>
                    <a:pt x="451009" y="73819"/>
                    <a:pt x="438626" y="7144"/>
                    <a:pt x="344329" y="7144"/>
                  </a:cubicBezTo>
                  <a:cubicBezTo>
                    <a:pt x="242411" y="7144"/>
                    <a:pt x="208121" y="150019"/>
                    <a:pt x="125254" y="241459"/>
                  </a:cubicBezTo>
                  <a:cubicBezTo>
                    <a:pt x="118586" y="293846"/>
                    <a:pt x="69056" y="340519"/>
                    <a:pt x="7144" y="348139"/>
                  </a:cubicBezTo>
                  <a:cubicBezTo>
                    <a:pt x="22384" y="364331"/>
                    <a:pt x="55721" y="372904"/>
                    <a:pt x="96679" y="372904"/>
                  </a:cubicBezTo>
                  <a:cubicBezTo>
                    <a:pt x="170021" y="372904"/>
                    <a:pt x="259556" y="350996"/>
                    <a:pt x="306229" y="304324"/>
                  </a:cubicBezTo>
                  <a:cubicBezTo>
                    <a:pt x="244316" y="305276"/>
                    <a:pt x="204311" y="265271"/>
                    <a:pt x="200501" y="210026"/>
                  </a:cubicBezTo>
                  <a:cubicBezTo>
                    <a:pt x="230029" y="247174"/>
                    <a:pt x="264319" y="261461"/>
                    <a:pt x="304324" y="261461"/>
                  </a:cubicBezTo>
                  <a:close/>
                </a:path>
              </a:pathLst>
            </a:custGeom>
            <a:solidFill>
              <a:srgbClr val="17ABDB"/>
            </a:solidFill>
            <a:ln w="9525" cap="flat">
              <a:noFill/>
              <a:prstDash val="solid"/>
              <a:miter/>
            </a:ln>
          </p:spPr>
          <p:txBody>
            <a:bodyPr lIns="73152" tIns="36576" rIns="73152" bIns="36576" rtlCol="0" anchor="ctr"/>
            <a:lstStyle/>
            <a:p>
              <a:endParaRPr lang="de-DE"/>
            </a:p>
          </p:txBody>
        </p:sp>
        <p:sp>
          <p:nvSpPr>
            <p:cNvPr id="24" name="Freeform: Shape 22">
              <a:extLst>
                <a:ext uri="{FF2B5EF4-FFF2-40B4-BE49-F238E27FC236}">
                  <a16:creationId xmlns:a16="http://schemas.microsoft.com/office/drawing/2014/main" id="{658ECB81-9A66-15F0-E1F9-940467269271}"/>
                </a:ext>
              </a:extLst>
            </p:cNvPr>
            <p:cNvSpPr/>
            <p:nvPr/>
          </p:nvSpPr>
          <p:spPr>
            <a:xfrm>
              <a:off x="3176111" y="1268567"/>
              <a:ext cx="3171823" cy="866776"/>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5" name="Freeform: Shape 23">
              <a:extLst>
                <a:ext uri="{FF2B5EF4-FFF2-40B4-BE49-F238E27FC236}">
                  <a16:creationId xmlns:a16="http://schemas.microsoft.com/office/drawing/2014/main" id="{FB0F0B63-7798-D38C-14C3-10C0E530B0EE}"/>
                </a:ext>
              </a:extLst>
            </p:cNvPr>
            <p:cNvSpPr/>
            <p:nvPr/>
          </p:nvSpPr>
          <p:spPr>
            <a:xfrm>
              <a:off x="5565899" y="1311398"/>
              <a:ext cx="95250" cy="104775"/>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6" name="Freeform: Shape 24">
              <a:extLst>
                <a:ext uri="{FF2B5EF4-FFF2-40B4-BE49-F238E27FC236}">
                  <a16:creationId xmlns:a16="http://schemas.microsoft.com/office/drawing/2014/main" id="{06F5AFFA-C759-915B-E0F3-37C285500CB1}"/>
                </a:ext>
              </a:extLst>
            </p:cNvPr>
            <p:cNvSpPr/>
            <p:nvPr/>
          </p:nvSpPr>
          <p:spPr>
            <a:xfrm>
              <a:off x="6186959" y="1329492"/>
              <a:ext cx="95250" cy="95250"/>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7" name="Freeform: Shape 25">
              <a:extLst>
                <a:ext uri="{FF2B5EF4-FFF2-40B4-BE49-F238E27FC236}">
                  <a16:creationId xmlns:a16="http://schemas.microsoft.com/office/drawing/2014/main" id="{51C0FA2C-EE3C-D9C2-41C2-BFF17664EA7E}"/>
                </a:ext>
              </a:extLst>
            </p:cNvPr>
            <p:cNvSpPr/>
            <p:nvPr/>
          </p:nvSpPr>
          <p:spPr>
            <a:xfrm>
              <a:off x="6386989" y="1257136"/>
              <a:ext cx="695324" cy="581025"/>
            </a:xfrm>
            <a:custGeom>
              <a:avLst/>
              <a:gdLst>
                <a:gd name="connsiteX0" fmla="*/ 689134 w 695325"/>
                <a:gd name="connsiteY0" fmla="*/ 368141 h 581025"/>
                <a:gd name="connsiteX1" fmla="*/ 571024 w 695325"/>
                <a:gd name="connsiteY1" fmla="*/ 127159 h 581025"/>
                <a:gd name="connsiteX2" fmla="*/ 388144 w 695325"/>
                <a:gd name="connsiteY2" fmla="*/ 13811 h 581025"/>
                <a:gd name="connsiteX3" fmla="*/ 371951 w 695325"/>
                <a:gd name="connsiteY3" fmla="*/ 7144 h 581025"/>
                <a:gd name="connsiteX4" fmla="*/ 371951 w 695325"/>
                <a:gd name="connsiteY4" fmla="*/ 7144 h 581025"/>
                <a:gd name="connsiteX5" fmla="*/ 371951 w 695325"/>
                <a:gd name="connsiteY5" fmla="*/ 7144 h 581025"/>
                <a:gd name="connsiteX6" fmla="*/ 7144 w 695325"/>
                <a:gd name="connsiteY6" fmla="*/ 383381 h 581025"/>
                <a:gd name="connsiteX7" fmla="*/ 132874 w 695325"/>
                <a:gd name="connsiteY7" fmla="*/ 569119 h 581025"/>
                <a:gd name="connsiteX8" fmla="*/ 262414 w 695325"/>
                <a:gd name="connsiteY8" fmla="*/ 571976 h 581025"/>
                <a:gd name="connsiteX9" fmla="*/ 358616 w 695325"/>
                <a:gd name="connsiteY9" fmla="*/ 506254 h 581025"/>
                <a:gd name="connsiteX10" fmla="*/ 577692 w 695325"/>
                <a:gd name="connsiteY10" fmla="*/ 271939 h 581025"/>
                <a:gd name="connsiteX11" fmla="*/ 690086 w 695325"/>
                <a:gd name="connsiteY11" fmla="*/ 374809 h 581025"/>
                <a:gd name="connsiteX12" fmla="*/ 689134 w 695325"/>
                <a:gd name="connsiteY12" fmla="*/ 368141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5325" h="581025">
                  <a:moveTo>
                    <a:pt x="689134" y="368141"/>
                  </a:moveTo>
                  <a:cubicBezTo>
                    <a:pt x="687229" y="271939"/>
                    <a:pt x="641509" y="191929"/>
                    <a:pt x="571024" y="127159"/>
                  </a:cubicBezTo>
                  <a:cubicBezTo>
                    <a:pt x="517684" y="78581"/>
                    <a:pt x="453866" y="41434"/>
                    <a:pt x="388144" y="13811"/>
                  </a:cubicBezTo>
                  <a:cubicBezTo>
                    <a:pt x="382429" y="11906"/>
                    <a:pt x="377666" y="9049"/>
                    <a:pt x="371951" y="7144"/>
                  </a:cubicBezTo>
                  <a:lnTo>
                    <a:pt x="371951" y="7144"/>
                  </a:lnTo>
                  <a:cubicBezTo>
                    <a:pt x="371951" y="7144"/>
                    <a:pt x="371951" y="7144"/>
                    <a:pt x="371951" y="7144"/>
                  </a:cubicBezTo>
                  <a:cubicBezTo>
                    <a:pt x="290036" y="105251"/>
                    <a:pt x="7144" y="178594"/>
                    <a:pt x="7144" y="383381"/>
                  </a:cubicBezTo>
                  <a:cubicBezTo>
                    <a:pt x="7144" y="463391"/>
                    <a:pt x="57626" y="538639"/>
                    <a:pt x="132874" y="569119"/>
                  </a:cubicBezTo>
                  <a:cubicBezTo>
                    <a:pt x="175736" y="585311"/>
                    <a:pt x="219551" y="586264"/>
                    <a:pt x="262414" y="571976"/>
                  </a:cubicBezTo>
                  <a:cubicBezTo>
                    <a:pt x="300514" y="559594"/>
                    <a:pt x="332899" y="535781"/>
                    <a:pt x="358616" y="506254"/>
                  </a:cubicBezTo>
                  <a:cubicBezTo>
                    <a:pt x="441484" y="413861"/>
                    <a:pt x="475774" y="271939"/>
                    <a:pt x="577692" y="271939"/>
                  </a:cubicBezTo>
                  <a:cubicBezTo>
                    <a:pt x="671036" y="271939"/>
                    <a:pt x="683419" y="338614"/>
                    <a:pt x="690086" y="374809"/>
                  </a:cubicBezTo>
                  <a:cubicBezTo>
                    <a:pt x="689134" y="373856"/>
                    <a:pt x="689134" y="371951"/>
                    <a:pt x="689134" y="368141"/>
                  </a:cubicBezTo>
                  <a:close/>
                </a:path>
              </a:pathLst>
            </a:custGeom>
            <a:solidFill>
              <a:srgbClr val="0072AF"/>
            </a:solidFill>
            <a:ln w="9525" cap="flat">
              <a:noFill/>
              <a:prstDash val="solid"/>
              <a:miter/>
            </a:ln>
          </p:spPr>
          <p:txBody>
            <a:bodyPr lIns="73152" tIns="36576" rIns="73152" bIns="36576" rtlCol="0" anchor="ctr"/>
            <a:lstStyle/>
            <a:p>
              <a:endParaRPr lang="de-DE" dirty="0"/>
            </a:p>
          </p:txBody>
        </p:sp>
      </p:grpSp>
    </p:spTree>
    <p:extLst>
      <p:ext uri="{BB962C8B-B14F-4D97-AF65-F5344CB8AC3E}">
        <p14:creationId xmlns:p14="http://schemas.microsoft.com/office/powerpoint/2010/main" val="4238918448"/>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Slide 5">
    <p:bg>
      <p:bgPr>
        <a:solidFill>
          <a:schemeClr val="bg2"/>
        </a:soli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5159896" y="1916832"/>
            <a:ext cx="7032104" cy="4941168"/>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0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7368" y="3341212"/>
            <a:ext cx="4609034" cy="215444"/>
          </a:xfrm>
        </p:spPr>
        <p:txBody>
          <a:bodyPr vert="horz" wrap="square" lIns="18000" tIns="0" rIns="0" bIns="0" rtlCol="0" anchor="t" anchorCtr="0">
            <a:spAutoFit/>
          </a:bodyPr>
          <a:lstStyle>
            <a:lvl1pPr>
              <a:defRPr lang="en-US" sz="1400" dirty="0">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407368" y="2924944"/>
            <a:ext cx="4609034" cy="246221"/>
          </a:xfrm>
          <a:prstGeom prst="rect">
            <a:avLst/>
          </a:prstGeom>
        </p:spPr>
        <p:txBody>
          <a:bodyPr wrap="square" lIns="18000" tIns="0" rIns="0" anchor="t" anchorCtr="0">
            <a:spAutoFit/>
          </a:bodyPr>
          <a:lstStyle>
            <a:lvl1pPr marL="0" indent="0" algn="l">
              <a:buNone/>
              <a:defRPr sz="1600">
                <a:solidFill>
                  <a:schemeClr val="tx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407368" y="1163739"/>
            <a:ext cx="4609034" cy="1495794"/>
          </a:xfrm>
        </p:spPr>
        <p:txBody>
          <a:bodyPr wrap="square" lIns="0" tIns="0" rIns="0" bIns="0" anchor="b" anchorCtr="0">
            <a:spAutoFit/>
          </a:bodyPr>
          <a:lstStyle>
            <a:lvl1pPr algn="l">
              <a:lnSpc>
                <a:spcPct val="90000"/>
              </a:lnSpc>
              <a:tabLst>
                <a:tab pos="1258888" algn="l"/>
              </a:tabLst>
              <a:defRPr sz="5400" b="0" cap="none" baseline="0">
                <a:solidFill>
                  <a:schemeClr val="tx1"/>
                </a:solidFill>
                <a:latin typeface="+mj-lt"/>
              </a:defRPr>
            </a:lvl1pPr>
          </a:lstStyle>
          <a:p>
            <a:r>
              <a:rPr lang="fr-FR" dirty="0"/>
              <a:t>Modifiez le style du titre</a:t>
            </a:r>
            <a:endParaRPr lang="en-GB" dirty="0"/>
          </a:p>
        </p:txBody>
      </p:sp>
      <p:grpSp>
        <p:nvGrpSpPr>
          <p:cNvPr id="3" name="Graphic 4">
            <a:extLst>
              <a:ext uri="{FF2B5EF4-FFF2-40B4-BE49-F238E27FC236}">
                <a16:creationId xmlns:a16="http://schemas.microsoft.com/office/drawing/2014/main" id="{5B0494FA-CAE8-EE3E-45BE-4CADC3DC250C}"/>
              </a:ext>
            </a:extLst>
          </p:cNvPr>
          <p:cNvGrpSpPr>
            <a:grpSpLocks noChangeAspect="1"/>
          </p:cNvGrpSpPr>
          <p:nvPr userDrawn="1"/>
        </p:nvGrpSpPr>
        <p:grpSpPr>
          <a:xfrm>
            <a:off x="407368" y="6000692"/>
            <a:ext cx="2988000" cy="458780"/>
            <a:chOff x="3176111" y="1257136"/>
            <a:chExt cx="5719756" cy="878207"/>
          </a:xfrm>
        </p:grpSpPr>
        <p:sp>
          <p:nvSpPr>
            <p:cNvPr id="4" name="Freeform: Shape 2">
              <a:extLst>
                <a:ext uri="{FF2B5EF4-FFF2-40B4-BE49-F238E27FC236}">
                  <a16:creationId xmlns:a16="http://schemas.microsoft.com/office/drawing/2014/main" id="{06ABC076-6045-0B03-4D93-53463E0CE1E5}"/>
                </a:ext>
              </a:extLst>
            </p:cNvPr>
            <p:cNvSpPr/>
            <p:nvPr/>
          </p:nvSpPr>
          <p:spPr>
            <a:xfrm>
              <a:off x="8667268" y="1360960"/>
              <a:ext cx="228599" cy="485775"/>
            </a:xfrm>
            <a:custGeom>
              <a:avLst/>
              <a:gdLst>
                <a:gd name="connsiteX0" fmla="*/ 43339 w 228600"/>
                <a:gd name="connsiteY0" fmla="*/ 14764 h 485775"/>
                <a:gd name="connsiteX1" fmla="*/ 90011 w 228600"/>
                <a:gd name="connsiteY1" fmla="*/ 7144 h 485775"/>
                <a:gd name="connsiteX2" fmla="*/ 90011 w 228600"/>
                <a:gd name="connsiteY2" fmla="*/ 118586 h 485775"/>
                <a:gd name="connsiteX3" fmla="*/ 217646 w 228600"/>
                <a:gd name="connsiteY3" fmla="*/ 118586 h 485775"/>
                <a:gd name="connsiteX4" fmla="*/ 217646 w 228600"/>
                <a:gd name="connsiteY4" fmla="*/ 148114 h 485775"/>
                <a:gd name="connsiteX5" fmla="*/ 180499 w 228600"/>
                <a:gd name="connsiteY5" fmla="*/ 185261 h 485775"/>
                <a:gd name="connsiteX6" fmla="*/ 90011 w 228600"/>
                <a:gd name="connsiteY6" fmla="*/ 185261 h 485775"/>
                <a:gd name="connsiteX7" fmla="*/ 90011 w 228600"/>
                <a:gd name="connsiteY7" fmla="*/ 330994 h 485775"/>
                <a:gd name="connsiteX8" fmla="*/ 103346 w 228600"/>
                <a:gd name="connsiteY8" fmla="*/ 392906 h 485775"/>
                <a:gd name="connsiteX9" fmla="*/ 150019 w 228600"/>
                <a:gd name="connsiteY9" fmla="*/ 411004 h 485775"/>
                <a:gd name="connsiteX10" fmla="*/ 190024 w 228600"/>
                <a:gd name="connsiteY10" fmla="*/ 406241 h 485775"/>
                <a:gd name="connsiteX11" fmla="*/ 217646 w 228600"/>
                <a:gd name="connsiteY11" fmla="*/ 397669 h 485775"/>
                <a:gd name="connsiteX12" fmla="*/ 226219 w 228600"/>
                <a:gd name="connsiteY12" fmla="*/ 438626 h 485775"/>
                <a:gd name="connsiteX13" fmla="*/ 205264 w 228600"/>
                <a:gd name="connsiteY13" fmla="*/ 472916 h 485775"/>
                <a:gd name="connsiteX14" fmla="*/ 193834 w 228600"/>
                <a:gd name="connsiteY14" fmla="*/ 475774 h 485775"/>
                <a:gd name="connsiteX15" fmla="*/ 138589 w 228600"/>
                <a:gd name="connsiteY15" fmla="*/ 482441 h 485775"/>
                <a:gd name="connsiteX16" fmla="*/ 74771 w 228600"/>
                <a:gd name="connsiteY16" fmla="*/ 471964 h 485775"/>
                <a:gd name="connsiteX17" fmla="*/ 33814 w 228600"/>
                <a:gd name="connsiteY17" fmla="*/ 442436 h 485775"/>
                <a:gd name="connsiteX18" fmla="*/ 12859 w 228600"/>
                <a:gd name="connsiteY18" fmla="*/ 394811 h 485775"/>
                <a:gd name="connsiteX19" fmla="*/ 7144 w 228600"/>
                <a:gd name="connsiteY19" fmla="*/ 330994 h 485775"/>
                <a:gd name="connsiteX20" fmla="*/ 7144 w 228600"/>
                <a:gd name="connsiteY20" fmla="*/ 56674 h 485775"/>
                <a:gd name="connsiteX21" fmla="*/ 43339 w 228600"/>
                <a:gd name="connsiteY21" fmla="*/ 14764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8600" h="485775">
                  <a:moveTo>
                    <a:pt x="43339" y="14764"/>
                  </a:moveTo>
                  <a:lnTo>
                    <a:pt x="90011" y="7144"/>
                  </a:lnTo>
                  <a:lnTo>
                    <a:pt x="90011" y="118586"/>
                  </a:lnTo>
                  <a:lnTo>
                    <a:pt x="217646" y="118586"/>
                  </a:lnTo>
                  <a:lnTo>
                    <a:pt x="217646" y="148114"/>
                  </a:lnTo>
                  <a:cubicBezTo>
                    <a:pt x="217646" y="168116"/>
                    <a:pt x="201453" y="185261"/>
                    <a:pt x="180499" y="185261"/>
                  </a:cubicBezTo>
                  <a:lnTo>
                    <a:pt x="90011" y="185261"/>
                  </a:lnTo>
                  <a:lnTo>
                    <a:pt x="90011" y="330994"/>
                  </a:lnTo>
                  <a:cubicBezTo>
                    <a:pt x="90011" y="359569"/>
                    <a:pt x="94774" y="380524"/>
                    <a:pt x="103346" y="392906"/>
                  </a:cubicBezTo>
                  <a:cubicBezTo>
                    <a:pt x="112871" y="405289"/>
                    <a:pt x="128111" y="411004"/>
                    <a:pt x="150019" y="411004"/>
                  </a:cubicBezTo>
                  <a:cubicBezTo>
                    <a:pt x="165259" y="411004"/>
                    <a:pt x="178594" y="409099"/>
                    <a:pt x="190024" y="406241"/>
                  </a:cubicBezTo>
                  <a:cubicBezTo>
                    <a:pt x="201453" y="403384"/>
                    <a:pt x="210978" y="400526"/>
                    <a:pt x="217646" y="397669"/>
                  </a:cubicBezTo>
                  <a:lnTo>
                    <a:pt x="226219" y="438626"/>
                  </a:lnTo>
                  <a:cubicBezTo>
                    <a:pt x="229076" y="453866"/>
                    <a:pt x="220503" y="469106"/>
                    <a:pt x="205264" y="472916"/>
                  </a:cubicBezTo>
                  <a:lnTo>
                    <a:pt x="193834" y="475774"/>
                  </a:lnTo>
                  <a:cubicBezTo>
                    <a:pt x="178594" y="480536"/>
                    <a:pt x="159544" y="482441"/>
                    <a:pt x="138589" y="482441"/>
                  </a:cubicBezTo>
                  <a:cubicBezTo>
                    <a:pt x="112871" y="482441"/>
                    <a:pt x="91916" y="478631"/>
                    <a:pt x="74771" y="471964"/>
                  </a:cubicBezTo>
                  <a:cubicBezTo>
                    <a:pt x="57626" y="465296"/>
                    <a:pt x="44291" y="454819"/>
                    <a:pt x="33814" y="442436"/>
                  </a:cubicBezTo>
                  <a:cubicBezTo>
                    <a:pt x="23336" y="429101"/>
                    <a:pt x="16669" y="413861"/>
                    <a:pt x="12859" y="394811"/>
                  </a:cubicBezTo>
                  <a:cubicBezTo>
                    <a:pt x="9049" y="376714"/>
                    <a:pt x="7144" y="354806"/>
                    <a:pt x="7144" y="330994"/>
                  </a:cubicBezTo>
                  <a:lnTo>
                    <a:pt x="7144" y="56674"/>
                  </a:lnTo>
                  <a:cubicBezTo>
                    <a:pt x="7144" y="36671"/>
                    <a:pt x="22384" y="18574"/>
                    <a:pt x="43339" y="14764"/>
                  </a:cubicBezTo>
                  <a:close/>
                </a:path>
              </a:pathLst>
            </a:custGeom>
            <a:solidFill>
              <a:srgbClr val="0072AF"/>
            </a:solidFill>
            <a:ln w="9525" cap="flat">
              <a:noFill/>
              <a:prstDash val="solid"/>
              <a:miter/>
            </a:ln>
          </p:spPr>
          <p:txBody>
            <a:bodyPr lIns="73152" tIns="36576" rIns="73152" bIns="36576" rtlCol="0" anchor="ctr"/>
            <a:lstStyle/>
            <a:p>
              <a:endParaRPr lang="de-DE" dirty="0"/>
            </a:p>
          </p:txBody>
        </p:sp>
        <p:sp>
          <p:nvSpPr>
            <p:cNvPr id="5" name="Freeform: Shape 3">
              <a:extLst>
                <a:ext uri="{FF2B5EF4-FFF2-40B4-BE49-F238E27FC236}">
                  <a16:creationId xmlns:a16="http://schemas.microsoft.com/office/drawing/2014/main" id="{8BCAAD0A-7A75-1E24-2849-87D9C5F5FE6F}"/>
                </a:ext>
              </a:extLst>
            </p:cNvPr>
            <p:cNvSpPr/>
            <p:nvPr/>
          </p:nvSpPr>
          <p:spPr>
            <a:xfrm>
              <a:off x="7972896" y="1460972"/>
              <a:ext cx="333375" cy="381000"/>
            </a:xfrm>
            <a:custGeom>
              <a:avLst/>
              <a:gdLst>
                <a:gd name="connsiteX0" fmla="*/ 7144 w 333375"/>
                <a:gd name="connsiteY0" fmla="*/ 196691 h 381000"/>
                <a:gd name="connsiteX1" fmla="*/ 21431 w 333375"/>
                <a:gd name="connsiteY1" fmla="*/ 113824 h 381000"/>
                <a:gd name="connsiteX2" fmla="*/ 58579 w 333375"/>
                <a:gd name="connsiteY2" fmla="*/ 54769 h 381000"/>
                <a:gd name="connsiteX3" fmla="*/ 111919 w 333375"/>
                <a:gd name="connsiteY3" fmla="*/ 19526 h 381000"/>
                <a:gd name="connsiteX4" fmla="*/ 173831 w 333375"/>
                <a:gd name="connsiteY4" fmla="*/ 7144 h 381000"/>
                <a:gd name="connsiteX5" fmla="*/ 289084 w 333375"/>
                <a:gd name="connsiteY5" fmla="*/ 52864 h 381000"/>
                <a:gd name="connsiteX6" fmla="*/ 330041 w 333375"/>
                <a:gd name="connsiteY6" fmla="*/ 189071 h 381000"/>
                <a:gd name="connsiteX7" fmla="*/ 330041 w 333375"/>
                <a:gd name="connsiteY7" fmla="*/ 204311 h 381000"/>
                <a:gd name="connsiteX8" fmla="*/ 329089 w 333375"/>
                <a:gd name="connsiteY8" fmla="*/ 219551 h 381000"/>
                <a:gd name="connsiteX9" fmla="*/ 93822 w 333375"/>
                <a:gd name="connsiteY9" fmla="*/ 219551 h 381000"/>
                <a:gd name="connsiteX10" fmla="*/ 124301 w 333375"/>
                <a:gd name="connsiteY10" fmla="*/ 286226 h 381000"/>
                <a:gd name="connsiteX11" fmla="*/ 202406 w 333375"/>
                <a:gd name="connsiteY11" fmla="*/ 310039 h 381000"/>
                <a:gd name="connsiteX12" fmla="*/ 257651 w 333375"/>
                <a:gd name="connsiteY12" fmla="*/ 304324 h 381000"/>
                <a:gd name="connsiteX13" fmla="*/ 269081 w 333375"/>
                <a:gd name="connsiteY13" fmla="*/ 301466 h 381000"/>
                <a:gd name="connsiteX14" fmla="*/ 301466 w 333375"/>
                <a:gd name="connsiteY14" fmla="*/ 323374 h 381000"/>
                <a:gd name="connsiteX15" fmla="*/ 307181 w 333375"/>
                <a:gd name="connsiteY15" fmla="*/ 360521 h 381000"/>
                <a:gd name="connsiteX16" fmla="*/ 288131 w 333375"/>
                <a:gd name="connsiteY16" fmla="*/ 368141 h 381000"/>
                <a:gd name="connsiteX17" fmla="*/ 260509 w 333375"/>
                <a:gd name="connsiteY17" fmla="*/ 374809 h 381000"/>
                <a:gd name="connsiteX18" fmla="*/ 227172 w 333375"/>
                <a:gd name="connsiteY18" fmla="*/ 379571 h 381000"/>
                <a:gd name="connsiteX19" fmla="*/ 190976 w 333375"/>
                <a:gd name="connsiteY19" fmla="*/ 381476 h 381000"/>
                <a:gd name="connsiteX20" fmla="*/ 109061 w 333375"/>
                <a:gd name="connsiteY20" fmla="*/ 367189 h 381000"/>
                <a:gd name="connsiteX21" fmla="*/ 51911 w 333375"/>
                <a:gd name="connsiteY21" fmla="*/ 328136 h 381000"/>
                <a:gd name="connsiteX22" fmla="*/ 18574 w 333375"/>
                <a:gd name="connsiteY22" fmla="*/ 269081 h 381000"/>
                <a:gd name="connsiteX23" fmla="*/ 7144 w 333375"/>
                <a:gd name="connsiteY23" fmla="*/ 196691 h 381000"/>
                <a:gd name="connsiteX24" fmla="*/ 246222 w 333375"/>
                <a:gd name="connsiteY24" fmla="*/ 159544 h 381000"/>
                <a:gd name="connsiteX25" fmla="*/ 241459 w 333375"/>
                <a:gd name="connsiteY25" fmla="*/ 127159 h 381000"/>
                <a:gd name="connsiteX26" fmla="*/ 227172 w 333375"/>
                <a:gd name="connsiteY26" fmla="*/ 100489 h 381000"/>
                <a:gd name="connsiteX27" fmla="*/ 204311 w 333375"/>
                <a:gd name="connsiteY27" fmla="*/ 82391 h 381000"/>
                <a:gd name="connsiteX28" fmla="*/ 172879 w 333375"/>
                <a:gd name="connsiteY28" fmla="*/ 75724 h 381000"/>
                <a:gd name="connsiteX29" fmla="*/ 139541 w 333375"/>
                <a:gd name="connsiteY29" fmla="*/ 83344 h 381000"/>
                <a:gd name="connsiteX30" fmla="*/ 115729 w 333375"/>
                <a:gd name="connsiteY30" fmla="*/ 102394 h 381000"/>
                <a:gd name="connsiteX31" fmla="*/ 100489 w 333375"/>
                <a:gd name="connsiteY31" fmla="*/ 129064 h 381000"/>
                <a:gd name="connsiteX32" fmla="*/ 92869 w 333375"/>
                <a:gd name="connsiteY32" fmla="*/ 159544 h 381000"/>
                <a:gd name="connsiteX33" fmla="*/ 246222 w 333375"/>
                <a:gd name="connsiteY33" fmla="*/ 159544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3375" h="381000">
                  <a:moveTo>
                    <a:pt x="7144" y="196691"/>
                  </a:moveTo>
                  <a:cubicBezTo>
                    <a:pt x="7144" y="165259"/>
                    <a:pt x="11906" y="137636"/>
                    <a:pt x="21431" y="113824"/>
                  </a:cubicBezTo>
                  <a:cubicBezTo>
                    <a:pt x="30956" y="90011"/>
                    <a:pt x="43339" y="70009"/>
                    <a:pt x="58579" y="54769"/>
                  </a:cubicBezTo>
                  <a:cubicBezTo>
                    <a:pt x="73819" y="38576"/>
                    <a:pt x="91916" y="27146"/>
                    <a:pt x="111919" y="19526"/>
                  </a:cubicBezTo>
                  <a:cubicBezTo>
                    <a:pt x="131922" y="11906"/>
                    <a:pt x="152876" y="7144"/>
                    <a:pt x="173831" y="7144"/>
                  </a:cubicBezTo>
                  <a:cubicBezTo>
                    <a:pt x="223361" y="7144"/>
                    <a:pt x="261461" y="22384"/>
                    <a:pt x="289084" y="52864"/>
                  </a:cubicBezTo>
                  <a:cubicBezTo>
                    <a:pt x="316706" y="83344"/>
                    <a:pt x="330041" y="129064"/>
                    <a:pt x="330041" y="189071"/>
                  </a:cubicBezTo>
                  <a:cubicBezTo>
                    <a:pt x="330041" y="193834"/>
                    <a:pt x="330041" y="198596"/>
                    <a:pt x="330041" y="204311"/>
                  </a:cubicBezTo>
                  <a:cubicBezTo>
                    <a:pt x="330041" y="210026"/>
                    <a:pt x="329089" y="214789"/>
                    <a:pt x="329089" y="219551"/>
                  </a:cubicBezTo>
                  <a:lnTo>
                    <a:pt x="93822" y="219551"/>
                  </a:lnTo>
                  <a:cubicBezTo>
                    <a:pt x="95726" y="248126"/>
                    <a:pt x="106204" y="270034"/>
                    <a:pt x="124301" y="286226"/>
                  </a:cubicBezTo>
                  <a:cubicBezTo>
                    <a:pt x="142399" y="301466"/>
                    <a:pt x="168116" y="310039"/>
                    <a:pt x="202406" y="310039"/>
                  </a:cubicBezTo>
                  <a:cubicBezTo>
                    <a:pt x="222409" y="310039"/>
                    <a:pt x="240506" y="308134"/>
                    <a:pt x="257651" y="304324"/>
                  </a:cubicBezTo>
                  <a:cubicBezTo>
                    <a:pt x="261461" y="303371"/>
                    <a:pt x="266224" y="302419"/>
                    <a:pt x="269081" y="301466"/>
                  </a:cubicBezTo>
                  <a:cubicBezTo>
                    <a:pt x="284322" y="297656"/>
                    <a:pt x="298609" y="308134"/>
                    <a:pt x="301466" y="323374"/>
                  </a:cubicBezTo>
                  <a:lnTo>
                    <a:pt x="307181" y="360521"/>
                  </a:lnTo>
                  <a:cubicBezTo>
                    <a:pt x="302419" y="362426"/>
                    <a:pt x="296704" y="365284"/>
                    <a:pt x="288131" y="368141"/>
                  </a:cubicBezTo>
                  <a:cubicBezTo>
                    <a:pt x="280511" y="370999"/>
                    <a:pt x="270986" y="372904"/>
                    <a:pt x="260509" y="374809"/>
                  </a:cubicBezTo>
                  <a:cubicBezTo>
                    <a:pt x="250031" y="376714"/>
                    <a:pt x="239554" y="378619"/>
                    <a:pt x="227172" y="379571"/>
                  </a:cubicBezTo>
                  <a:cubicBezTo>
                    <a:pt x="214789" y="380524"/>
                    <a:pt x="203359" y="381476"/>
                    <a:pt x="190976" y="381476"/>
                  </a:cubicBezTo>
                  <a:cubicBezTo>
                    <a:pt x="159544" y="381476"/>
                    <a:pt x="131922" y="376714"/>
                    <a:pt x="109061" y="367189"/>
                  </a:cubicBezTo>
                  <a:cubicBezTo>
                    <a:pt x="86201" y="357664"/>
                    <a:pt x="67151" y="345281"/>
                    <a:pt x="51911" y="328136"/>
                  </a:cubicBezTo>
                  <a:cubicBezTo>
                    <a:pt x="36672" y="311944"/>
                    <a:pt x="26194" y="291941"/>
                    <a:pt x="18574" y="269081"/>
                  </a:cubicBezTo>
                  <a:cubicBezTo>
                    <a:pt x="10954" y="248126"/>
                    <a:pt x="7144" y="223361"/>
                    <a:pt x="7144" y="196691"/>
                  </a:cubicBezTo>
                  <a:close/>
                  <a:moveTo>
                    <a:pt x="246222" y="159544"/>
                  </a:moveTo>
                  <a:cubicBezTo>
                    <a:pt x="246222" y="148114"/>
                    <a:pt x="244316" y="137636"/>
                    <a:pt x="241459" y="127159"/>
                  </a:cubicBezTo>
                  <a:cubicBezTo>
                    <a:pt x="238601" y="116681"/>
                    <a:pt x="233839" y="108109"/>
                    <a:pt x="227172" y="100489"/>
                  </a:cubicBezTo>
                  <a:cubicBezTo>
                    <a:pt x="221456" y="92869"/>
                    <a:pt x="213836" y="87154"/>
                    <a:pt x="204311" y="82391"/>
                  </a:cubicBezTo>
                  <a:cubicBezTo>
                    <a:pt x="195739" y="77629"/>
                    <a:pt x="185261" y="75724"/>
                    <a:pt x="172879" y="75724"/>
                  </a:cubicBezTo>
                  <a:cubicBezTo>
                    <a:pt x="160497" y="75724"/>
                    <a:pt x="149066" y="78581"/>
                    <a:pt x="139541" y="83344"/>
                  </a:cubicBezTo>
                  <a:cubicBezTo>
                    <a:pt x="130016" y="88106"/>
                    <a:pt x="121444" y="94774"/>
                    <a:pt x="115729" y="102394"/>
                  </a:cubicBezTo>
                  <a:cubicBezTo>
                    <a:pt x="110014" y="110014"/>
                    <a:pt x="104299" y="118586"/>
                    <a:pt x="100489" y="129064"/>
                  </a:cubicBezTo>
                  <a:cubicBezTo>
                    <a:pt x="96679" y="139541"/>
                    <a:pt x="94774" y="149066"/>
                    <a:pt x="92869" y="159544"/>
                  </a:cubicBezTo>
                  <a:lnTo>
                    <a:pt x="246222" y="1595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4" name="Freeform: Shape 4">
              <a:extLst>
                <a:ext uri="{FF2B5EF4-FFF2-40B4-BE49-F238E27FC236}">
                  <a16:creationId xmlns:a16="http://schemas.microsoft.com/office/drawing/2014/main" id="{6F9CDDE6-E5F9-2E40-1C56-B3B0AF2F1C36}"/>
                </a:ext>
              </a:extLst>
            </p:cNvPr>
            <p:cNvSpPr/>
            <p:nvPr/>
          </p:nvSpPr>
          <p:spPr>
            <a:xfrm>
              <a:off x="7182323" y="1317145"/>
              <a:ext cx="114301" cy="114301"/>
            </a:xfrm>
            <a:custGeom>
              <a:avLst/>
              <a:gdLst>
                <a:gd name="connsiteX0" fmla="*/ 109061 w 114300"/>
                <a:gd name="connsiteY0" fmla="*/ 58579 h 114300"/>
                <a:gd name="connsiteX1" fmla="*/ 93821 w 114300"/>
                <a:gd name="connsiteY1" fmla="*/ 95726 h 114300"/>
                <a:gd name="connsiteX2" fmla="*/ 58579 w 114300"/>
                <a:gd name="connsiteY2" fmla="*/ 109061 h 114300"/>
                <a:gd name="connsiteX3" fmla="*/ 22384 w 114300"/>
                <a:gd name="connsiteY3" fmla="*/ 95726 h 114300"/>
                <a:gd name="connsiteX4" fmla="*/ 7144 w 114300"/>
                <a:gd name="connsiteY4" fmla="*/ 58579 h 114300"/>
                <a:gd name="connsiteX5" fmla="*/ 22384 w 114300"/>
                <a:gd name="connsiteY5" fmla="*/ 20479 h 114300"/>
                <a:gd name="connsiteX6" fmla="*/ 58579 w 114300"/>
                <a:gd name="connsiteY6" fmla="*/ 7144 h 114300"/>
                <a:gd name="connsiteX7" fmla="*/ 93821 w 114300"/>
                <a:gd name="connsiteY7" fmla="*/ 20479 h 114300"/>
                <a:gd name="connsiteX8" fmla="*/ 109061 w 114300"/>
                <a:gd name="connsiteY8" fmla="*/ 58579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00" h="114300">
                  <a:moveTo>
                    <a:pt x="109061" y="58579"/>
                  </a:moveTo>
                  <a:cubicBezTo>
                    <a:pt x="109061" y="73819"/>
                    <a:pt x="104299" y="86201"/>
                    <a:pt x="93821" y="95726"/>
                  </a:cubicBezTo>
                  <a:cubicBezTo>
                    <a:pt x="83344" y="105251"/>
                    <a:pt x="71914" y="109061"/>
                    <a:pt x="58579" y="109061"/>
                  </a:cubicBezTo>
                  <a:cubicBezTo>
                    <a:pt x="44291" y="109061"/>
                    <a:pt x="31909" y="104299"/>
                    <a:pt x="22384" y="95726"/>
                  </a:cubicBezTo>
                  <a:cubicBezTo>
                    <a:pt x="11906" y="86201"/>
                    <a:pt x="7144" y="73819"/>
                    <a:pt x="7144" y="58579"/>
                  </a:cubicBezTo>
                  <a:cubicBezTo>
                    <a:pt x="7144" y="42386"/>
                    <a:pt x="11906" y="30004"/>
                    <a:pt x="22384" y="20479"/>
                  </a:cubicBezTo>
                  <a:cubicBezTo>
                    <a:pt x="32861" y="10954"/>
                    <a:pt x="44291" y="7144"/>
                    <a:pt x="58579" y="7144"/>
                  </a:cubicBezTo>
                  <a:cubicBezTo>
                    <a:pt x="71914" y="7144"/>
                    <a:pt x="84296" y="11906"/>
                    <a:pt x="93821" y="20479"/>
                  </a:cubicBezTo>
                  <a:cubicBezTo>
                    <a:pt x="104299" y="30004"/>
                    <a:pt x="109061" y="43339"/>
                    <a:pt x="109061" y="5857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5" name="Freeform: Shape 5">
              <a:extLst>
                <a:ext uri="{FF2B5EF4-FFF2-40B4-BE49-F238E27FC236}">
                  <a16:creationId xmlns:a16="http://schemas.microsoft.com/office/drawing/2014/main" id="{09908EB8-154E-C2CF-A6AC-BD0C87DB3A37}"/>
                </a:ext>
              </a:extLst>
            </p:cNvPr>
            <p:cNvSpPr/>
            <p:nvPr/>
          </p:nvSpPr>
          <p:spPr>
            <a:xfrm>
              <a:off x="7192800" y="1473355"/>
              <a:ext cx="95250" cy="371475"/>
            </a:xfrm>
            <a:custGeom>
              <a:avLst/>
              <a:gdLst>
                <a:gd name="connsiteX0" fmla="*/ 90011 w 95250"/>
                <a:gd name="connsiteY0" fmla="*/ 366236 h 371475"/>
                <a:gd name="connsiteX1" fmla="*/ 67151 w 95250"/>
                <a:gd name="connsiteY1" fmla="*/ 366236 h 371475"/>
                <a:gd name="connsiteX2" fmla="*/ 7144 w 95250"/>
                <a:gd name="connsiteY2" fmla="*/ 306229 h 371475"/>
                <a:gd name="connsiteX3" fmla="*/ 7144 w 95250"/>
                <a:gd name="connsiteY3" fmla="*/ 7144 h 371475"/>
                <a:gd name="connsiteX4" fmla="*/ 35719 w 95250"/>
                <a:gd name="connsiteY4" fmla="*/ 7144 h 371475"/>
                <a:gd name="connsiteX5" fmla="*/ 90011 w 95250"/>
                <a:gd name="connsiteY5" fmla="*/ 62389 h 371475"/>
                <a:gd name="connsiteX6" fmla="*/ 90011 w 95250"/>
                <a:gd name="connsiteY6" fmla="*/ 366236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250" h="371475">
                  <a:moveTo>
                    <a:pt x="90011" y="366236"/>
                  </a:moveTo>
                  <a:lnTo>
                    <a:pt x="67151" y="366236"/>
                  </a:lnTo>
                  <a:cubicBezTo>
                    <a:pt x="33814" y="366236"/>
                    <a:pt x="7144" y="339566"/>
                    <a:pt x="7144" y="306229"/>
                  </a:cubicBezTo>
                  <a:lnTo>
                    <a:pt x="7144" y="7144"/>
                  </a:lnTo>
                  <a:lnTo>
                    <a:pt x="35719" y="7144"/>
                  </a:lnTo>
                  <a:cubicBezTo>
                    <a:pt x="66199" y="7144"/>
                    <a:pt x="90011" y="31909"/>
                    <a:pt x="90011" y="62389"/>
                  </a:cubicBezTo>
                  <a:lnTo>
                    <a:pt x="90011" y="366236"/>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6" name="Freeform: Shape 6">
              <a:extLst>
                <a:ext uri="{FF2B5EF4-FFF2-40B4-BE49-F238E27FC236}">
                  <a16:creationId xmlns:a16="http://schemas.microsoft.com/office/drawing/2014/main" id="{A2833D43-CEF0-8C8F-4049-C73B9A12F24E}"/>
                </a:ext>
              </a:extLst>
            </p:cNvPr>
            <p:cNvSpPr/>
            <p:nvPr/>
          </p:nvSpPr>
          <p:spPr>
            <a:xfrm>
              <a:off x="7637617" y="1474308"/>
              <a:ext cx="352426" cy="371475"/>
            </a:xfrm>
            <a:custGeom>
              <a:avLst/>
              <a:gdLst>
                <a:gd name="connsiteX0" fmla="*/ 287179 w 352425"/>
                <a:gd name="connsiteY0" fmla="*/ 7144 h 371475"/>
                <a:gd name="connsiteX1" fmla="*/ 250031 w 352425"/>
                <a:gd name="connsiteY1" fmla="*/ 43339 h 371475"/>
                <a:gd name="connsiteX2" fmla="*/ 179547 w 352425"/>
                <a:gd name="connsiteY2" fmla="*/ 246221 h 371475"/>
                <a:gd name="connsiteX3" fmla="*/ 106204 w 352425"/>
                <a:gd name="connsiteY3" fmla="*/ 47149 h 371475"/>
                <a:gd name="connsiteX4" fmla="*/ 68104 w 352425"/>
                <a:gd name="connsiteY4" fmla="*/ 7144 h 371475"/>
                <a:gd name="connsiteX5" fmla="*/ 27147 w 352425"/>
                <a:gd name="connsiteY5" fmla="*/ 7144 h 371475"/>
                <a:gd name="connsiteX6" fmla="*/ 7144 w 352425"/>
                <a:gd name="connsiteY6" fmla="*/ 7144 h 371475"/>
                <a:gd name="connsiteX7" fmla="*/ 130969 w 352425"/>
                <a:gd name="connsiteY7" fmla="*/ 329089 h 371475"/>
                <a:gd name="connsiteX8" fmla="*/ 171927 w 352425"/>
                <a:gd name="connsiteY8" fmla="*/ 365284 h 371475"/>
                <a:gd name="connsiteX9" fmla="*/ 213836 w 352425"/>
                <a:gd name="connsiteY9" fmla="*/ 365284 h 371475"/>
                <a:gd name="connsiteX10" fmla="*/ 350044 w 352425"/>
                <a:gd name="connsiteY10" fmla="*/ 7144 h 371475"/>
                <a:gd name="connsiteX11" fmla="*/ 287179 w 352425"/>
                <a:gd name="connsiteY11" fmla="*/ 7144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425" h="371475">
                  <a:moveTo>
                    <a:pt x="287179" y="7144"/>
                  </a:moveTo>
                  <a:cubicBezTo>
                    <a:pt x="265272" y="7144"/>
                    <a:pt x="259556" y="18574"/>
                    <a:pt x="250031" y="43339"/>
                  </a:cubicBezTo>
                  <a:lnTo>
                    <a:pt x="179547" y="246221"/>
                  </a:lnTo>
                  <a:lnTo>
                    <a:pt x="106204" y="47149"/>
                  </a:lnTo>
                  <a:cubicBezTo>
                    <a:pt x="97631" y="21431"/>
                    <a:pt x="90011" y="7144"/>
                    <a:pt x="68104" y="7144"/>
                  </a:cubicBezTo>
                  <a:lnTo>
                    <a:pt x="27147" y="7144"/>
                  </a:lnTo>
                  <a:lnTo>
                    <a:pt x="7144" y="7144"/>
                  </a:lnTo>
                  <a:lnTo>
                    <a:pt x="130969" y="329089"/>
                  </a:lnTo>
                  <a:cubicBezTo>
                    <a:pt x="142399" y="352901"/>
                    <a:pt x="150019" y="365284"/>
                    <a:pt x="171927" y="365284"/>
                  </a:cubicBezTo>
                  <a:lnTo>
                    <a:pt x="213836" y="365284"/>
                  </a:lnTo>
                  <a:lnTo>
                    <a:pt x="350044" y="7144"/>
                  </a:lnTo>
                  <a:lnTo>
                    <a:pt x="287179" y="71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7" name="Freeform: Shape 7">
              <a:extLst>
                <a:ext uri="{FF2B5EF4-FFF2-40B4-BE49-F238E27FC236}">
                  <a16:creationId xmlns:a16="http://schemas.microsoft.com/office/drawing/2014/main" id="{834AF362-82D4-3F0E-CBB1-C74A450F3B9C}"/>
                </a:ext>
              </a:extLst>
            </p:cNvPr>
            <p:cNvSpPr/>
            <p:nvPr/>
          </p:nvSpPr>
          <p:spPr>
            <a:xfrm>
              <a:off x="7326150"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2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2" y="80486"/>
                  </a:cubicBezTo>
                  <a:cubicBezTo>
                    <a:pt x="128111" y="79534"/>
                    <a:pt x="139541" y="78581"/>
                    <a:pt x="150019" y="78581"/>
                  </a:cubicBezTo>
                  <a:cubicBezTo>
                    <a:pt x="164307"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8134"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8" name="Freeform: Shape 8">
              <a:extLst>
                <a:ext uri="{FF2B5EF4-FFF2-40B4-BE49-F238E27FC236}">
                  <a16:creationId xmlns:a16="http://schemas.microsoft.com/office/drawing/2014/main" id="{F9755055-4BF3-E43C-D81A-C1E81E2BCECD}"/>
                </a:ext>
              </a:extLst>
            </p:cNvPr>
            <p:cNvSpPr/>
            <p:nvPr/>
          </p:nvSpPr>
          <p:spPr>
            <a:xfrm>
              <a:off x="8331989"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1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1" y="80486"/>
                  </a:cubicBezTo>
                  <a:cubicBezTo>
                    <a:pt x="128111" y="79534"/>
                    <a:pt x="139541" y="78581"/>
                    <a:pt x="150019" y="78581"/>
                  </a:cubicBezTo>
                  <a:cubicBezTo>
                    <a:pt x="164306"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7181"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0" name="Freeform: Shape 17">
              <a:extLst>
                <a:ext uri="{FF2B5EF4-FFF2-40B4-BE49-F238E27FC236}">
                  <a16:creationId xmlns:a16="http://schemas.microsoft.com/office/drawing/2014/main" id="{48459BC9-994A-DCBC-9C27-C6B11A014305}"/>
                </a:ext>
              </a:extLst>
            </p:cNvPr>
            <p:cNvSpPr/>
            <p:nvPr/>
          </p:nvSpPr>
          <p:spPr>
            <a:xfrm>
              <a:off x="6619395" y="1521933"/>
              <a:ext cx="457199" cy="371475"/>
            </a:xfrm>
            <a:custGeom>
              <a:avLst/>
              <a:gdLst>
                <a:gd name="connsiteX0" fmla="*/ 304324 w 457200"/>
                <a:gd name="connsiteY0" fmla="*/ 261461 h 371475"/>
                <a:gd name="connsiteX1" fmla="*/ 456724 w 457200"/>
                <a:gd name="connsiteY1" fmla="*/ 110014 h 371475"/>
                <a:gd name="connsiteX2" fmla="*/ 344329 w 457200"/>
                <a:gd name="connsiteY2" fmla="*/ 7144 h 371475"/>
                <a:gd name="connsiteX3" fmla="*/ 125254 w 457200"/>
                <a:gd name="connsiteY3" fmla="*/ 241459 h 371475"/>
                <a:gd name="connsiteX4" fmla="*/ 7144 w 457200"/>
                <a:gd name="connsiteY4" fmla="*/ 348139 h 371475"/>
                <a:gd name="connsiteX5" fmla="*/ 96679 w 457200"/>
                <a:gd name="connsiteY5" fmla="*/ 372904 h 371475"/>
                <a:gd name="connsiteX6" fmla="*/ 306229 w 457200"/>
                <a:gd name="connsiteY6" fmla="*/ 304324 h 371475"/>
                <a:gd name="connsiteX7" fmla="*/ 200501 w 457200"/>
                <a:gd name="connsiteY7" fmla="*/ 210026 h 371475"/>
                <a:gd name="connsiteX8" fmla="*/ 304324 w 457200"/>
                <a:gd name="connsiteY8" fmla="*/ 26146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7200" h="371475">
                  <a:moveTo>
                    <a:pt x="304324" y="261461"/>
                  </a:moveTo>
                  <a:cubicBezTo>
                    <a:pt x="390049" y="261461"/>
                    <a:pt x="455771" y="191929"/>
                    <a:pt x="456724" y="110014"/>
                  </a:cubicBezTo>
                  <a:cubicBezTo>
                    <a:pt x="451009" y="73819"/>
                    <a:pt x="438626" y="7144"/>
                    <a:pt x="344329" y="7144"/>
                  </a:cubicBezTo>
                  <a:cubicBezTo>
                    <a:pt x="242411" y="7144"/>
                    <a:pt x="208121" y="150019"/>
                    <a:pt x="125254" y="241459"/>
                  </a:cubicBezTo>
                  <a:cubicBezTo>
                    <a:pt x="118586" y="293846"/>
                    <a:pt x="69056" y="340519"/>
                    <a:pt x="7144" y="348139"/>
                  </a:cubicBezTo>
                  <a:cubicBezTo>
                    <a:pt x="22384" y="364331"/>
                    <a:pt x="55721" y="372904"/>
                    <a:pt x="96679" y="372904"/>
                  </a:cubicBezTo>
                  <a:cubicBezTo>
                    <a:pt x="170021" y="372904"/>
                    <a:pt x="259556" y="350996"/>
                    <a:pt x="306229" y="304324"/>
                  </a:cubicBezTo>
                  <a:cubicBezTo>
                    <a:pt x="244316" y="305276"/>
                    <a:pt x="204311" y="265271"/>
                    <a:pt x="200501" y="210026"/>
                  </a:cubicBezTo>
                  <a:cubicBezTo>
                    <a:pt x="230029" y="247174"/>
                    <a:pt x="264319" y="261461"/>
                    <a:pt x="304324" y="261461"/>
                  </a:cubicBezTo>
                  <a:close/>
                </a:path>
              </a:pathLst>
            </a:custGeom>
            <a:solidFill>
              <a:srgbClr val="17ABDB"/>
            </a:solidFill>
            <a:ln w="9525" cap="flat">
              <a:noFill/>
              <a:prstDash val="solid"/>
              <a:miter/>
            </a:ln>
          </p:spPr>
          <p:txBody>
            <a:bodyPr lIns="73152" tIns="36576" rIns="73152" bIns="36576" rtlCol="0" anchor="ctr"/>
            <a:lstStyle/>
            <a:p>
              <a:endParaRPr lang="de-DE"/>
            </a:p>
          </p:txBody>
        </p:sp>
        <p:sp>
          <p:nvSpPr>
            <p:cNvPr id="21" name="Freeform: Shape 22">
              <a:extLst>
                <a:ext uri="{FF2B5EF4-FFF2-40B4-BE49-F238E27FC236}">
                  <a16:creationId xmlns:a16="http://schemas.microsoft.com/office/drawing/2014/main" id="{4323B10A-2961-F546-BF40-79A871B3D200}"/>
                </a:ext>
              </a:extLst>
            </p:cNvPr>
            <p:cNvSpPr/>
            <p:nvPr/>
          </p:nvSpPr>
          <p:spPr>
            <a:xfrm>
              <a:off x="3176111" y="1268567"/>
              <a:ext cx="3171823" cy="866776"/>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2" name="Freeform: Shape 23">
              <a:extLst>
                <a:ext uri="{FF2B5EF4-FFF2-40B4-BE49-F238E27FC236}">
                  <a16:creationId xmlns:a16="http://schemas.microsoft.com/office/drawing/2014/main" id="{79AFF6CE-D730-E9BC-D0E5-52240D76BAC7}"/>
                </a:ext>
              </a:extLst>
            </p:cNvPr>
            <p:cNvSpPr/>
            <p:nvPr/>
          </p:nvSpPr>
          <p:spPr>
            <a:xfrm>
              <a:off x="5565899" y="1311398"/>
              <a:ext cx="95250" cy="104775"/>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3" name="Freeform: Shape 24">
              <a:extLst>
                <a:ext uri="{FF2B5EF4-FFF2-40B4-BE49-F238E27FC236}">
                  <a16:creationId xmlns:a16="http://schemas.microsoft.com/office/drawing/2014/main" id="{CAFC961A-BE02-0B04-A30B-BA625DF87241}"/>
                </a:ext>
              </a:extLst>
            </p:cNvPr>
            <p:cNvSpPr/>
            <p:nvPr/>
          </p:nvSpPr>
          <p:spPr>
            <a:xfrm>
              <a:off x="6186959" y="1329492"/>
              <a:ext cx="95250" cy="95250"/>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4" name="Freeform: Shape 25">
              <a:extLst>
                <a:ext uri="{FF2B5EF4-FFF2-40B4-BE49-F238E27FC236}">
                  <a16:creationId xmlns:a16="http://schemas.microsoft.com/office/drawing/2014/main" id="{1245FCC1-B9B3-96A5-F6D2-CFBC17BF4591}"/>
                </a:ext>
              </a:extLst>
            </p:cNvPr>
            <p:cNvSpPr/>
            <p:nvPr/>
          </p:nvSpPr>
          <p:spPr>
            <a:xfrm>
              <a:off x="6386989" y="1257136"/>
              <a:ext cx="695324" cy="581025"/>
            </a:xfrm>
            <a:custGeom>
              <a:avLst/>
              <a:gdLst>
                <a:gd name="connsiteX0" fmla="*/ 689134 w 695325"/>
                <a:gd name="connsiteY0" fmla="*/ 368141 h 581025"/>
                <a:gd name="connsiteX1" fmla="*/ 571024 w 695325"/>
                <a:gd name="connsiteY1" fmla="*/ 127159 h 581025"/>
                <a:gd name="connsiteX2" fmla="*/ 388144 w 695325"/>
                <a:gd name="connsiteY2" fmla="*/ 13811 h 581025"/>
                <a:gd name="connsiteX3" fmla="*/ 371951 w 695325"/>
                <a:gd name="connsiteY3" fmla="*/ 7144 h 581025"/>
                <a:gd name="connsiteX4" fmla="*/ 371951 w 695325"/>
                <a:gd name="connsiteY4" fmla="*/ 7144 h 581025"/>
                <a:gd name="connsiteX5" fmla="*/ 371951 w 695325"/>
                <a:gd name="connsiteY5" fmla="*/ 7144 h 581025"/>
                <a:gd name="connsiteX6" fmla="*/ 7144 w 695325"/>
                <a:gd name="connsiteY6" fmla="*/ 383381 h 581025"/>
                <a:gd name="connsiteX7" fmla="*/ 132874 w 695325"/>
                <a:gd name="connsiteY7" fmla="*/ 569119 h 581025"/>
                <a:gd name="connsiteX8" fmla="*/ 262414 w 695325"/>
                <a:gd name="connsiteY8" fmla="*/ 571976 h 581025"/>
                <a:gd name="connsiteX9" fmla="*/ 358616 w 695325"/>
                <a:gd name="connsiteY9" fmla="*/ 506254 h 581025"/>
                <a:gd name="connsiteX10" fmla="*/ 577692 w 695325"/>
                <a:gd name="connsiteY10" fmla="*/ 271939 h 581025"/>
                <a:gd name="connsiteX11" fmla="*/ 690086 w 695325"/>
                <a:gd name="connsiteY11" fmla="*/ 374809 h 581025"/>
                <a:gd name="connsiteX12" fmla="*/ 689134 w 695325"/>
                <a:gd name="connsiteY12" fmla="*/ 368141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5325" h="581025">
                  <a:moveTo>
                    <a:pt x="689134" y="368141"/>
                  </a:moveTo>
                  <a:cubicBezTo>
                    <a:pt x="687229" y="271939"/>
                    <a:pt x="641509" y="191929"/>
                    <a:pt x="571024" y="127159"/>
                  </a:cubicBezTo>
                  <a:cubicBezTo>
                    <a:pt x="517684" y="78581"/>
                    <a:pt x="453866" y="41434"/>
                    <a:pt x="388144" y="13811"/>
                  </a:cubicBezTo>
                  <a:cubicBezTo>
                    <a:pt x="382429" y="11906"/>
                    <a:pt x="377666" y="9049"/>
                    <a:pt x="371951" y="7144"/>
                  </a:cubicBezTo>
                  <a:lnTo>
                    <a:pt x="371951" y="7144"/>
                  </a:lnTo>
                  <a:cubicBezTo>
                    <a:pt x="371951" y="7144"/>
                    <a:pt x="371951" y="7144"/>
                    <a:pt x="371951" y="7144"/>
                  </a:cubicBezTo>
                  <a:cubicBezTo>
                    <a:pt x="290036" y="105251"/>
                    <a:pt x="7144" y="178594"/>
                    <a:pt x="7144" y="383381"/>
                  </a:cubicBezTo>
                  <a:cubicBezTo>
                    <a:pt x="7144" y="463391"/>
                    <a:pt x="57626" y="538639"/>
                    <a:pt x="132874" y="569119"/>
                  </a:cubicBezTo>
                  <a:cubicBezTo>
                    <a:pt x="175736" y="585311"/>
                    <a:pt x="219551" y="586264"/>
                    <a:pt x="262414" y="571976"/>
                  </a:cubicBezTo>
                  <a:cubicBezTo>
                    <a:pt x="300514" y="559594"/>
                    <a:pt x="332899" y="535781"/>
                    <a:pt x="358616" y="506254"/>
                  </a:cubicBezTo>
                  <a:cubicBezTo>
                    <a:pt x="441484" y="413861"/>
                    <a:pt x="475774" y="271939"/>
                    <a:pt x="577692" y="271939"/>
                  </a:cubicBezTo>
                  <a:cubicBezTo>
                    <a:pt x="671036" y="271939"/>
                    <a:pt x="683419" y="338614"/>
                    <a:pt x="690086" y="374809"/>
                  </a:cubicBezTo>
                  <a:cubicBezTo>
                    <a:pt x="689134" y="373856"/>
                    <a:pt x="689134" y="371951"/>
                    <a:pt x="689134" y="368141"/>
                  </a:cubicBezTo>
                  <a:close/>
                </a:path>
              </a:pathLst>
            </a:custGeom>
            <a:solidFill>
              <a:srgbClr val="0072AF"/>
            </a:solidFill>
            <a:ln w="9525" cap="flat">
              <a:noFill/>
              <a:prstDash val="solid"/>
              <a:miter/>
            </a:ln>
          </p:spPr>
          <p:txBody>
            <a:bodyPr lIns="73152" tIns="36576" rIns="73152" bIns="36576" rtlCol="0" anchor="ctr"/>
            <a:lstStyle/>
            <a:p>
              <a:endParaRPr lang="de-DE" dirty="0"/>
            </a:p>
          </p:txBody>
        </p:sp>
      </p:grpSp>
    </p:spTree>
    <p:extLst>
      <p:ext uri="{BB962C8B-B14F-4D97-AF65-F5344CB8AC3E}">
        <p14:creationId xmlns:p14="http://schemas.microsoft.com/office/powerpoint/2010/main" val="1761925617"/>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Slide 5a">
    <p:bg>
      <p:bgPr>
        <a:solidFill>
          <a:schemeClr val="bg2"/>
        </a:soli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5159896" y="1916832"/>
            <a:ext cx="7032104" cy="3528392"/>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0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7368" y="3341212"/>
            <a:ext cx="4609034" cy="215444"/>
          </a:xfrm>
        </p:spPr>
        <p:txBody>
          <a:bodyPr vert="horz" wrap="square" lIns="18000" tIns="0" rIns="0" bIns="0" rtlCol="0" anchor="t" anchorCtr="0">
            <a:spAutoFit/>
          </a:bodyPr>
          <a:lstStyle>
            <a:lvl1pPr>
              <a:defRPr lang="en-US" sz="1400" dirty="0">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407368" y="2924944"/>
            <a:ext cx="4609034" cy="246221"/>
          </a:xfrm>
          <a:prstGeom prst="rect">
            <a:avLst/>
          </a:prstGeom>
        </p:spPr>
        <p:txBody>
          <a:bodyPr wrap="square" lIns="18000" tIns="0" rIns="0" anchor="t" anchorCtr="0">
            <a:spAutoFit/>
          </a:bodyPr>
          <a:lstStyle>
            <a:lvl1pPr marL="0" indent="0" algn="l">
              <a:buNone/>
              <a:defRPr sz="1600">
                <a:solidFill>
                  <a:schemeClr val="tx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407368" y="419679"/>
            <a:ext cx="4609034" cy="2243691"/>
          </a:xfrm>
        </p:spPr>
        <p:txBody>
          <a:bodyPr wrap="square" lIns="0" tIns="0" rIns="0" bIns="0" anchor="t" anchorCtr="0">
            <a:spAutoFit/>
          </a:bodyPr>
          <a:lstStyle>
            <a:lvl1pPr algn="l">
              <a:lnSpc>
                <a:spcPct val="90000"/>
              </a:lnSpc>
              <a:tabLst>
                <a:tab pos="1258888" algn="l"/>
              </a:tabLst>
              <a:defRPr sz="5400" b="0" cap="none" baseline="0">
                <a:solidFill>
                  <a:schemeClr val="tx1"/>
                </a:solidFill>
                <a:latin typeface="+mj-lt"/>
              </a:defRPr>
            </a:lvl1pPr>
          </a:lstStyle>
          <a:p>
            <a:r>
              <a:rPr lang="fr-FR"/>
              <a:t>Modifiez le style du titre</a:t>
            </a:r>
            <a:endParaRPr lang="en-GB" dirty="0"/>
          </a:p>
        </p:txBody>
      </p:sp>
      <p:grpSp>
        <p:nvGrpSpPr>
          <p:cNvPr id="3" name="Graphic 4">
            <a:extLst>
              <a:ext uri="{FF2B5EF4-FFF2-40B4-BE49-F238E27FC236}">
                <a16:creationId xmlns:a16="http://schemas.microsoft.com/office/drawing/2014/main" id="{456B0866-7AF7-4211-8935-12B8D3D5B18C}"/>
              </a:ext>
            </a:extLst>
          </p:cNvPr>
          <p:cNvGrpSpPr>
            <a:grpSpLocks noChangeAspect="1"/>
          </p:cNvGrpSpPr>
          <p:nvPr userDrawn="1"/>
        </p:nvGrpSpPr>
        <p:grpSpPr>
          <a:xfrm>
            <a:off x="407368" y="6000692"/>
            <a:ext cx="2988000" cy="458780"/>
            <a:chOff x="3176111" y="1257136"/>
            <a:chExt cx="5719756" cy="878207"/>
          </a:xfrm>
        </p:grpSpPr>
        <p:sp>
          <p:nvSpPr>
            <p:cNvPr id="4" name="Freeform: Shape 2">
              <a:extLst>
                <a:ext uri="{FF2B5EF4-FFF2-40B4-BE49-F238E27FC236}">
                  <a16:creationId xmlns:a16="http://schemas.microsoft.com/office/drawing/2014/main" id="{54A8A485-8BF3-CF88-246F-A41D24D1D10B}"/>
                </a:ext>
              </a:extLst>
            </p:cNvPr>
            <p:cNvSpPr/>
            <p:nvPr/>
          </p:nvSpPr>
          <p:spPr>
            <a:xfrm>
              <a:off x="8667268" y="1360960"/>
              <a:ext cx="228599" cy="485775"/>
            </a:xfrm>
            <a:custGeom>
              <a:avLst/>
              <a:gdLst>
                <a:gd name="connsiteX0" fmla="*/ 43339 w 228600"/>
                <a:gd name="connsiteY0" fmla="*/ 14764 h 485775"/>
                <a:gd name="connsiteX1" fmla="*/ 90011 w 228600"/>
                <a:gd name="connsiteY1" fmla="*/ 7144 h 485775"/>
                <a:gd name="connsiteX2" fmla="*/ 90011 w 228600"/>
                <a:gd name="connsiteY2" fmla="*/ 118586 h 485775"/>
                <a:gd name="connsiteX3" fmla="*/ 217646 w 228600"/>
                <a:gd name="connsiteY3" fmla="*/ 118586 h 485775"/>
                <a:gd name="connsiteX4" fmla="*/ 217646 w 228600"/>
                <a:gd name="connsiteY4" fmla="*/ 148114 h 485775"/>
                <a:gd name="connsiteX5" fmla="*/ 180499 w 228600"/>
                <a:gd name="connsiteY5" fmla="*/ 185261 h 485775"/>
                <a:gd name="connsiteX6" fmla="*/ 90011 w 228600"/>
                <a:gd name="connsiteY6" fmla="*/ 185261 h 485775"/>
                <a:gd name="connsiteX7" fmla="*/ 90011 w 228600"/>
                <a:gd name="connsiteY7" fmla="*/ 330994 h 485775"/>
                <a:gd name="connsiteX8" fmla="*/ 103346 w 228600"/>
                <a:gd name="connsiteY8" fmla="*/ 392906 h 485775"/>
                <a:gd name="connsiteX9" fmla="*/ 150019 w 228600"/>
                <a:gd name="connsiteY9" fmla="*/ 411004 h 485775"/>
                <a:gd name="connsiteX10" fmla="*/ 190024 w 228600"/>
                <a:gd name="connsiteY10" fmla="*/ 406241 h 485775"/>
                <a:gd name="connsiteX11" fmla="*/ 217646 w 228600"/>
                <a:gd name="connsiteY11" fmla="*/ 397669 h 485775"/>
                <a:gd name="connsiteX12" fmla="*/ 226219 w 228600"/>
                <a:gd name="connsiteY12" fmla="*/ 438626 h 485775"/>
                <a:gd name="connsiteX13" fmla="*/ 205264 w 228600"/>
                <a:gd name="connsiteY13" fmla="*/ 472916 h 485775"/>
                <a:gd name="connsiteX14" fmla="*/ 193834 w 228600"/>
                <a:gd name="connsiteY14" fmla="*/ 475774 h 485775"/>
                <a:gd name="connsiteX15" fmla="*/ 138589 w 228600"/>
                <a:gd name="connsiteY15" fmla="*/ 482441 h 485775"/>
                <a:gd name="connsiteX16" fmla="*/ 74771 w 228600"/>
                <a:gd name="connsiteY16" fmla="*/ 471964 h 485775"/>
                <a:gd name="connsiteX17" fmla="*/ 33814 w 228600"/>
                <a:gd name="connsiteY17" fmla="*/ 442436 h 485775"/>
                <a:gd name="connsiteX18" fmla="*/ 12859 w 228600"/>
                <a:gd name="connsiteY18" fmla="*/ 394811 h 485775"/>
                <a:gd name="connsiteX19" fmla="*/ 7144 w 228600"/>
                <a:gd name="connsiteY19" fmla="*/ 330994 h 485775"/>
                <a:gd name="connsiteX20" fmla="*/ 7144 w 228600"/>
                <a:gd name="connsiteY20" fmla="*/ 56674 h 485775"/>
                <a:gd name="connsiteX21" fmla="*/ 43339 w 228600"/>
                <a:gd name="connsiteY21" fmla="*/ 14764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8600" h="485775">
                  <a:moveTo>
                    <a:pt x="43339" y="14764"/>
                  </a:moveTo>
                  <a:lnTo>
                    <a:pt x="90011" y="7144"/>
                  </a:lnTo>
                  <a:lnTo>
                    <a:pt x="90011" y="118586"/>
                  </a:lnTo>
                  <a:lnTo>
                    <a:pt x="217646" y="118586"/>
                  </a:lnTo>
                  <a:lnTo>
                    <a:pt x="217646" y="148114"/>
                  </a:lnTo>
                  <a:cubicBezTo>
                    <a:pt x="217646" y="168116"/>
                    <a:pt x="201453" y="185261"/>
                    <a:pt x="180499" y="185261"/>
                  </a:cubicBezTo>
                  <a:lnTo>
                    <a:pt x="90011" y="185261"/>
                  </a:lnTo>
                  <a:lnTo>
                    <a:pt x="90011" y="330994"/>
                  </a:lnTo>
                  <a:cubicBezTo>
                    <a:pt x="90011" y="359569"/>
                    <a:pt x="94774" y="380524"/>
                    <a:pt x="103346" y="392906"/>
                  </a:cubicBezTo>
                  <a:cubicBezTo>
                    <a:pt x="112871" y="405289"/>
                    <a:pt x="128111" y="411004"/>
                    <a:pt x="150019" y="411004"/>
                  </a:cubicBezTo>
                  <a:cubicBezTo>
                    <a:pt x="165259" y="411004"/>
                    <a:pt x="178594" y="409099"/>
                    <a:pt x="190024" y="406241"/>
                  </a:cubicBezTo>
                  <a:cubicBezTo>
                    <a:pt x="201453" y="403384"/>
                    <a:pt x="210978" y="400526"/>
                    <a:pt x="217646" y="397669"/>
                  </a:cubicBezTo>
                  <a:lnTo>
                    <a:pt x="226219" y="438626"/>
                  </a:lnTo>
                  <a:cubicBezTo>
                    <a:pt x="229076" y="453866"/>
                    <a:pt x="220503" y="469106"/>
                    <a:pt x="205264" y="472916"/>
                  </a:cubicBezTo>
                  <a:lnTo>
                    <a:pt x="193834" y="475774"/>
                  </a:lnTo>
                  <a:cubicBezTo>
                    <a:pt x="178594" y="480536"/>
                    <a:pt x="159544" y="482441"/>
                    <a:pt x="138589" y="482441"/>
                  </a:cubicBezTo>
                  <a:cubicBezTo>
                    <a:pt x="112871" y="482441"/>
                    <a:pt x="91916" y="478631"/>
                    <a:pt x="74771" y="471964"/>
                  </a:cubicBezTo>
                  <a:cubicBezTo>
                    <a:pt x="57626" y="465296"/>
                    <a:pt x="44291" y="454819"/>
                    <a:pt x="33814" y="442436"/>
                  </a:cubicBezTo>
                  <a:cubicBezTo>
                    <a:pt x="23336" y="429101"/>
                    <a:pt x="16669" y="413861"/>
                    <a:pt x="12859" y="394811"/>
                  </a:cubicBezTo>
                  <a:cubicBezTo>
                    <a:pt x="9049" y="376714"/>
                    <a:pt x="7144" y="354806"/>
                    <a:pt x="7144" y="330994"/>
                  </a:cubicBezTo>
                  <a:lnTo>
                    <a:pt x="7144" y="56674"/>
                  </a:lnTo>
                  <a:cubicBezTo>
                    <a:pt x="7144" y="36671"/>
                    <a:pt x="22384" y="18574"/>
                    <a:pt x="43339" y="14764"/>
                  </a:cubicBezTo>
                  <a:close/>
                </a:path>
              </a:pathLst>
            </a:custGeom>
            <a:solidFill>
              <a:srgbClr val="0072AF"/>
            </a:solidFill>
            <a:ln w="9525" cap="flat">
              <a:noFill/>
              <a:prstDash val="solid"/>
              <a:miter/>
            </a:ln>
          </p:spPr>
          <p:txBody>
            <a:bodyPr lIns="73152" tIns="36576" rIns="73152" bIns="36576" rtlCol="0" anchor="ctr"/>
            <a:lstStyle/>
            <a:p>
              <a:endParaRPr lang="de-DE" dirty="0"/>
            </a:p>
          </p:txBody>
        </p:sp>
        <p:sp>
          <p:nvSpPr>
            <p:cNvPr id="5" name="Freeform: Shape 3">
              <a:extLst>
                <a:ext uri="{FF2B5EF4-FFF2-40B4-BE49-F238E27FC236}">
                  <a16:creationId xmlns:a16="http://schemas.microsoft.com/office/drawing/2014/main" id="{0F1EDE7C-764B-ADB8-32A0-657E2414956D}"/>
                </a:ext>
              </a:extLst>
            </p:cNvPr>
            <p:cNvSpPr/>
            <p:nvPr/>
          </p:nvSpPr>
          <p:spPr>
            <a:xfrm>
              <a:off x="7972896" y="1460972"/>
              <a:ext cx="333375" cy="381000"/>
            </a:xfrm>
            <a:custGeom>
              <a:avLst/>
              <a:gdLst>
                <a:gd name="connsiteX0" fmla="*/ 7144 w 333375"/>
                <a:gd name="connsiteY0" fmla="*/ 196691 h 381000"/>
                <a:gd name="connsiteX1" fmla="*/ 21431 w 333375"/>
                <a:gd name="connsiteY1" fmla="*/ 113824 h 381000"/>
                <a:gd name="connsiteX2" fmla="*/ 58579 w 333375"/>
                <a:gd name="connsiteY2" fmla="*/ 54769 h 381000"/>
                <a:gd name="connsiteX3" fmla="*/ 111919 w 333375"/>
                <a:gd name="connsiteY3" fmla="*/ 19526 h 381000"/>
                <a:gd name="connsiteX4" fmla="*/ 173831 w 333375"/>
                <a:gd name="connsiteY4" fmla="*/ 7144 h 381000"/>
                <a:gd name="connsiteX5" fmla="*/ 289084 w 333375"/>
                <a:gd name="connsiteY5" fmla="*/ 52864 h 381000"/>
                <a:gd name="connsiteX6" fmla="*/ 330041 w 333375"/>
                <a:gd name="connsiteY6" fmla="*/ 189071 h 381000"/>
                <a:gd name="connsiteX7" fmla="*/ 330041 w 333375"/>
                <a:gd name="connsiteY7" fmla="*/ 204311 h 381000"/>
                <a:gd name="connsiteX8" fmla="*/ 329089 w 333375"/>
                <a:gd name="connsiteY8" fmla="*/ 219551 h 381000"/>
                <a:gd name="connsiteX9" fmla="*/ 93822 w 333375"/>
                <a:gd name="connsiteY9" fmla="*/ 219551 h 381000"/>
                <a:gd name="connsiteX10" fmla="*/ 124301 w 333375"/>
                <a:gd name="connsiteY10" fmla="*/ 286226 h 381000"/>
                <a:gd name="connsiteX11" fmla="*/ 202406 w 333375"/>
                <a:gd name="connsiteY11" fmla="*/ 310039 h 381000"/>
                <a:gd name="connsiteX12" fmla="*/ 257651 w 333375"/>
                <a:gd name="connsiteY12" fmla="*/ 304324 h 381000"/>
                <a:gd name="connsiteX13" fmla="*/ 269081 w 333375"/>
                <a:gd name="connsiteY13" fmla="*/ 301466 h 381000"/>
                <a:gd name="connsiteX14" fmla="*/ 301466 w 333375"/>
                <a:gd name="connsiteY14" fmla="*/ 323374 h 381000"/>
                <a:gd name="connsiteX15" fmla="*/ 307181 w 333375"/>
                <a:gd name="connsiteY15" fmla="*/ 360521 h 381000"/>
                <a:gd name="connsiteX16" fmla="*/ 288131 w 333375"/>
                <a:gd name="connsiteY16" fmla="*/ 368141 h 381000"/>
                <a:gd name="connsiteX17" fmla="*/ 260509 w 333375"/>
                <a:gd name="connsiteY17" fmla="*/ 374809 h 381000"/>
                <a:gd name="connsiteX18" fmla="*/ 227172 w 333375"/>
                <a:gd name="connsiteY18" fmla="*/ 379571 h 381000"/>
                <a:gd name="connsiteX19" fmla="*/ 190976 w 333375"/>
                <a:gd name="connsiteY19" fmla="*/ 381476 h 381000"/>
                <a:gd name="connsiteX20" fmla="*/ 109061 w 333375"/>
                <a:gd name="connsiteY20" fmla="*/ 367189 h 381000"/>
                <a:gd name="connsiteX21" fmla="*/ 51911 w 333375"/>
                <a:gd name="connsiteY21" fmla="*/ 328136 h 381000"/>
                <a:gd name="connsiteX22" fmla="*/ 18574 w 333375"/>
                <a:gd name="connsiteY22" fmla="*/ 269081 h 381000"/>
                <a:gd name="connsiteX23" fmla="*/ 7144 w 333375"/>
                <a:gd name="connsiteY23" fmla="*/ 196691 h 381000"/>
                <a:gd name="connsiteX24" fmla="*/ 246222 w 333375"/>
                <a:gd name="connsiteY24" fmla="*/ 159544 h 381000"/>
                <a:gd name="connsiteX25" fmla="*/ 241459 w 333375"/>
                <a:gd name="connsiteY25" fmla="*/ 127159 h 381000"/>
                <a:gd name="connsiteX26" fmla="*/ 227172 w 333375"/>
                <a:gd name="connsiteY26" fmla="*/ 100489 h 381000"/>
                <a:gd name="connsiteX27" fmla="*/ 204311 w 333375"/>
                <a:gd name="connsiteY27" fmla="*/ 82391 h 381000"/>
                <a:gd name="connsiteX28" fmla="*/ 172879 w 333375"/>
                <a:gd name="connsiteY28" fmla="*/ 75724 h 381000"/>
                <a:gd name="connsiteX29" fmla="*/ 139541 w 333375"/>
                <a:gd name="connsiteY29" fmla="*/ 83344 h 381000"/>
                <a:gd name="connsiteX30" fmla="*/ 115729 w 333375"/>
                <a:gd name="connsiteY30" fmla="*/ 102394 h 381000"/>
                <a:gd name="connsiteX31" fmla="*/ 100489 w 333375"/>
                <a:gd name="connsiteY31" fmla="*/ 129064 h 381000"/>
                <a:gd name="connsiteX32" fmla="*/ 92869 w 333375"/>
                <a:gd name="connsiteY32" fmla="*/ 159544 h 381000"/>
                <a:gd name="connsiteX33" fmla="*/ 246222 w 333375"/>
                <a:gd name="connsiteY33" fmla="*/ 159544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3375" h="381000">
                  <a:moveTo>
                    <a:pt x="7144" y="196691"/>
                  </a:moveTo>
                  <a:cubicBezTo>
                    <a:pt x="7144" y="165259"/>
                    <a:pt x="11906" y="137636"/>
                    <a:pt x="21431" y="113824"/>
                  </a:cubicBezTo>
                  <a:cubicBezTo>
                    <a:pt x="30956" y="90011"/>
                    <a:pt x="43339" y="70009"/>
                    <a:pt x="58579" y="54769"/>
                  </a:cubicBezTo>
                  <a:cubicBezTo>
                    <a:pt x="73819" y="38576"/>
                    <a:pt x="91916" y="27146"/>
                    <a:pt x="111919" y="19526"/>
                  </a:cubicBezTo>
                  <a:cubicBezTo>
                    <a:pt x="131922" y="11906"/>
                    <a:pt x="152876" y="7144"/>
                    <a:pt x="173831" y="7144"/>
                  </a:cubicBezTo>
                  <a:cubicBezTo>
                    <a:pt x="223361" y="7144"/>
                    <a:pt x="261461" y="22384"/>
                    <a:pt x="289084" y="52864"/>
                  </a:cubicBezTo>
                  <a:cubicBezTo>
                    <a:pt x="316706" y="83344"/>
                    <a:pt x="330041" y="129064"/>
                    <a:pt x="330041" y="189071"/>
                  </a:cubicBezTo>
                  <a:cubicBezTo>
                    <a:pt x="330041" y="193834"/>
                    <a:pt x="330041" y="198596"/>
                    <a:pt x="330041" y="204311"/>
                  </a:cubicBezTo>
                  <a:cubicBezTo>
                    <a:pt x="330041" y="210026"/>
                    <a:pt x="329089" y="214789"/>
                    <a:pt x="329089" y="219551"/>
                  </a:cubicBezTo>
                  <a:lnTo>
                    <a:pt x="93822" y="219551"/>
                  </a:lnTo>
                  <a:cubicBezTo>
                    <a:pt x="95726" y="248126"/>
                    <a:pt x="106204" y="270034"/>
                    <a:pt x="124301" y="286226"/>
                  </a:cubicBezTo>
                  <a:cubicBezTo>
                    <a:pt x="142399" y="301466"/>
                    <a:pt x="168116" y="310039"/>
                    <a:pt x="202406" y="310039"/>
                  </a:cubicBezTo>
                  <a:cubicBezTo>
                    <a:pt x="222409" y="310039"/>
                    <a:pt x="240506" y="308134"/>
                    <a:pt x="257651" y="304324"/>
                  </a:cubicBezTo>
                  <a:cubicBezTo>
                    <a:pt x="261461" y="303371"/>
                    <a:pt x="266224" y="302419"/>
                    <a:pt x="269081" y="301466"/>
                  </a:cubicBezTo>
                  <a:cubicBezTo>
                    <a:pt x="284322" y="297656"/>
                    <a:pt x="298609" y="308134"/>
                    <a:pt x="301466" y="323374"/>
                  </a:cubicBezTo>
                  <a:lnTo>
                    <a:pt x="307181" y="360521"/>
                  </a:lnTo>
                  <a:cubicBezTo>
                    <a:pt x="302419" y="362426"/>
                    <a:pt x="296704" y="365284"/>
                    <a:pt x="288131" y="368141"/>
                  </a:cubicBezTo>
                  <a:cubicBezTo>
                    <a:pt x="280511" y="370999"/>
                    <a:pt x="270986" y="372904"/>
                    <a:pt x="260509" y="374809"/>
                  </a:cubicBezTo>
                  <a:cubicBezTo>
                    <a:pt x="250031" y="376714"/>
                    <a:pt x="239554" y="378619"/>
                    <a:pt x="227172" y="379571"/>
                  </a:cubicBezTo>
                  <a:cubicBezTo>
                    <a:pt x="214789" y="380524"/>
                    <a:pt x="203359" y="381476"/>
                    <a:pt x="190976" y="381476"/>
                  </a:cubicBezTo>
                  <a:cubicBezTo>
                    <a:pt x="159544" y="381476"/>
                    <a:pt x="131922" y="376714"/>
                    <a:pt x="109061" y="367189"/>
                  </a:cubicBezTo>
                  <a:cubicBezTo>
                    <a:pt x="86201" y="357664"/>
                    <a:pt x="67151" y="345281"/>
                    <a:pt x="51911" y="328136"/>
                  </a:cubicBezTo>
                  <a:cubicBezTo>
                    <a:pt x="36672" y="311944"/>
                    <a:pt x="26194" y="291941"/>
                    <a:pt x="18574" y="269081"/>
                  </a:cubicBezTo>
                  <a:cubicBezTo>
                    <a:pt x="10954" y="248126"/>
                    <a:pt x="7144" y="223361"/>
                    <a:pt x="7144" y="196691"/>
                  </a:cubicBezTo>
                  <a:close/>
                  <a:moveTo>
                    <a:pt x="246222" y="159544"/>
                  </a:moveTo>
                  <a:cubicBezTo>
                    <a:pt x="246222" y="148114"/>
                    <a:pt x="244316" y="137636"/>
                    <a:pt x="241459" y="127159"/>
                  </a:cubicBezTo>
                  <a:cubicBezTo>
                    <a:pt x="238601" y="116681"/>
                    <a:pt x="233839" y="108109"/>
                    <a:pt x="227172" y="100489"/>
                  </a:cubicBezTo>
                  <a:cubicBezTo>
                    <a:pt x="221456" y="92869"/>
                    <a:pt x="213836" y="87154"/>
                    <a:pt x="204311" y="82391"/>
                  </a:cubicBezTo>
                  <a:cubicBezTo>
                    <a:pt x="195739" y="77629"/>
                    <a:pt x="185261" y="75724"/>
                    <a:pt x="172879" y="75724"/>
                  </a:cubicBezTo>
                  <a:cubicBezTo>
                    <a:pt x="160497" y="75724"/>
                    <a:pt x="149066" y="78581"/>
                    <a:pt x="139541" y="83344"/>
                  </a:cubicBezTo>
                  <a:cubicBezTo>
                    <a:pt x="130016" y="88106"/>
                    <a:pt x="121444" y="94774"/>
                    <a:pt x="115729" y="102394"/>
                  </a:cubicBezTo>
                  <a:cubicBezTo>
                    <a:pt x="110014" y="110014"/>
                    <a:pt x="104299" y="118586"/>
                    <a:pt x="100489" y="129064"/>
                  </a:cubicBezTo>
                  <a:cubicBezTo>
                    <a:pt x="96679" y="139541"/>
                    <a:pt x="94774" y="149066"/>
                    <a:pt x="92869" y="159544"/>
                  </a:cubicBezTo>
                  <a:lnTo>
                    <a:pt x="246222" y="1595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4" name="Freeform: Shape 4">
              <a:extLst>
                <a:ext uri="{FF2B5EF4-FFF2-40B4-BE49-F238E27FC236}">
                  <a16:creationId xmlns:a16="http://schemas.microsoft.com/office/drawing/2014/main" id="{5D009F63-A796-70CB-F76A-B6DCDBD59800}"/>
                </a:ext>
              </a:extLst>
            </p:cNvPr>
            <p:cNvSpPr/>
            <p:nvPr/>
          </p:nvSpPr>
          <p:spPr>
            <a:xfrm>
              <a:off x="7182323" y="1317145"/>
              <a:ext cx="114301" cy="114301"/>
            </a:xfrm>
            <a:custGeom>
              <a:avLst/>
              <a:gdLst>
                <a:gd name="connsiteX0" fmla="*/ 109061 w 114300"/>
                <a:gd name="connsiteY0" fmla="*/ 58579 h 114300"/>
                <a:gd name="connsiteX1" fmla="*/ 93821 w 114300"/>
                <a:gd name="connsiteY1" fmla="*/ 95726 h 114300"/>
                <a:gd name="connsiteX2" fmla="*/ 58579 w 114300"/>
                <a:gd name="connsiteY2" fmla="*/ 109061 h 114300"/>
                <a:gd name="connsiteX3" fmla="*/ 22384 w 114300"/>
                <a:gd name="connsiteY3" fmla="*/ 95726 h 114300"/>
                <a:gd name="connsiteX4" fmla="*/ 7144 w 114300"/>
                <a:gd name="connsiteY4" fmla="*/ 58579 h 114300"/>
                <a:gd name="connsiteX5" fmla="*/ 22384 w 114300"/>
                <a:gd name="connsiteY5" fmla="*/ 20479 h 114300"/>
                <a:gd name="connsiteX6" fmla="*/ 58579 w 114300"/>
                <a:gd name="connsiteY6" fmla="*/ 7144 h 114300"/>
                <a:gd name="connsiteX7" fmla="*/ 93821 w 114300"/>
                <a:gd name="connsiteY7" fmla="*/ 20479 h 114300"/>
                <a:gd name="connsiteX8" fmla="*/ 109061 w 114300"/>
                <a:gd name="connsiteY8" fmla="*/ 58579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00" h="114300">
                  <a:moveTo>
                    <a:pt x="109061" y="58579"/>
                  </a:moveTo>
                  <a:cubicBezTo>
                    <a:pt x="109061" y="73819"/>
                    <a:pt x="104299" y="86201"/>
                    <a:pt x="93821" y="95726"/>
                  </a:cubicBezTo>
                  <a:cubicBezTo>
                    <a:pt x="83344" y="105251"/>
                    <a:pt x="71914" y="109061"/>
                    <a:pt x="58579" y="109061"/>
                  </a:cubicBezTo>
                  <a:cubicBezTo>
                    <a:pt x="44291" y="109061"/>
                    <a:pt x="31909" y="104299"/>
                    <a:pt x="22384" y="95726"/>
                  </a:cubicBezTo>
                  <a:cubicBezTo>
                    <a:pt x="11906" y="86201"/>
                    <a:pt x="7144" y="73819"/>
                    <a:pt x="7144" y="58579"/>
                  </a:cubicBezTo>
                  <a:cubicBezTo>
                    <a:pt x="7144" y="42386"/>
                    <a:pt x="11906" y="30004"/>
                    <a:pt x="22384" y="20479"/>
                  </a:cubicBezTo>
                  <a:cubicBezTo>
                    <a:pt x="32861" y="10954"/>
                    <a:pt x="44291" y="7144"/>
                    <a:pt x="58579" y="7144"/>
                  </a:cubicBezTo>
                  <a:cubicBezTo>
                    <a:pt x="71914" y="7144"/>
                    <a:pt x="84296" y="11906"/>
                    <a:pt x="93821" y="20479"/>
                  </a:cubicBezTo>
                  <a:cubicBezTo>
                    <a:pt x="104299" y="30004"/>
                    <a:pt x="109061" y="43339"/>
                    <a:pt x="109061" y="5857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5" name="Freeform: Shape 5">
              <a:extLst>
                <a:ext uri="{FF2B5EF4-FFF2-40B4-BE49-F238E27FC236}">
                  <a16:creationId xmlns:a16="http://schemas.microsoft.com/office/drawing/2014/main" id="{83D63CFD-8C7F-AB6E-DBD4-68D90B56E241}"/>
                </a:ext>
              </a:extLst>
            </p:cNvPr>
            <p:cNvSpPr/>
            <p:nvPr/>
          </p:nvSpPr>
          <p:spPr>
            <a:xfrm>
              <a:off x="7192800" y="1473355"/>
              <a:ext cx="95250" cy="371475"/>
            </a:xfrm>
            <a:custGeom>
              <a:avLst/>
              <a:gdLst>
                <a:gd name="connsiteX0" fmla="*/ 90011 w 95250"/>
                <a:gd name="connsiteY0" fmla="*/ 366236 h 371475"/>
                <a:gd name="connsiteX1" fmla="*/ 67151 w 95250"/>
                <a:gd name="connsiteY1" fmla="*/ 366236 h 371475"/>
                <a:gd name="connsiteX2" fmla="*/ 7144 w 95250"/>
                <a:gd name="connsiteY2" fmla="*/ 306229 h 371475"/>
                <a:gd name="connsiteX3" fmla="*/ 7144 w 95250"/>
                <a:gd name="connsiteY3" fmla="*/ 7144 h 371475"/>
                <a:gd name="connsiteX4" fmla="*/ 35719 w 95250"/>
                <a:gd name="connsiteY4" fmla="*/ 7144 h 371475"/>
                <a:gd name="connsiteX5" fmla="*/ 90011 w 95250"/>
                <a:gd name="connsiteY5" fmla="*/ 62389 h 371475"/>
                <a:gd name="connsiteX6" fmla="*/ 90011 w 95250"/>
                <a:gd name="connsiteY6" fmla="*/ 366236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250" h="371475">
                  <a:moveTo>
                    <a:pt x="90011" y="366236"/>
                  </a:moveTo>
                  <a:lnTo>
                    <a:pt x="67151" y="366236"/>
                  </a:lnTo>
                  <a:cubicBezTo>
                    <a:pt x="33814" y="366236"/>
                    <a:pt x="7144" y="339566"/>
                    <a:pt x="7144" y="306229"/>
                  </a:cubicBezTo>
                  <a:lnTo>
                    <a:pt x="7144" y="7144"/>
                  </a:lnTo>
                  <a:lnTo>
                    <a:pt x="35719" y="7144"/>
                  </a:lnTo>
                  <a:cubicBezTo>
                    <a:pt x="66199" y="7144"/>
                    <a:pt x="90011" y="31909"/>
                    <a:pt x="90011" y="62389"/>
                  </a:cubicBezTo>
                  <a:lnTo>
                    <a:pt x="90011" y="366236"/>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6" name="Freeform: Shape 6">
              <a:extLst>
                <a:ext uri="{FF2B5EF4-FFF2-40B4-BE49-F238E27FC236}">
                  <a16:creationId xmlns:a16="http://schemas.microsoft.com/office/drawing/2014/main" id="{BEB9BA05-C2BE-E213-0023-9C0E3346BEF0}"/>
                </a:ext>
              </a:extLst>
            </p:cNvPr>
            <p:cNvSpPr/>
            <p:nvPr/>
          </p:nvSpPr>
          <p:spPr>
            <a:xfrm>
              <a:off x="7637617" y="1474308"/>
              <a:ext cx="352426" cy="371475"/>
            </a:xfrm>
            <a:custGeom>
              <a:avLst/>
              <a:gdLst>
                <a:gd name="connsiteX0" fmla="*/ 287179 w 352425"/>
                <a:gd name="connsiteY0" fmla="*/ 7144 h 371475"/>
                <a:gd name="connsiteX1" fmla="*/ 250031 w 352425"/>
                <a:gd name="connsiteY1" fmla="*/ 43339 h 371475"/>
                <a:gd name="connsiteX2" fmla="*/ 179547 w 352425"/>
                <a:gd name="connsiteY2" fmla="*/ 246221 h 371475"/>
                <a:gd name="connsiteX3" fmla="*/ 106204 w 352425"/>
                <a:gd name="connsiteY3" fmla="*/ 47149 h 371475"/>
                <a:gd name="connsiteX4" fmla="*/ 68104 w 352425"/>
                <a:gd name="connsiteY4" fmla="*/ 7144 h 371475"/>
                <a:gd name="connsiteX5" fmla="*/ 27147 w 352425"/>
                <a:gd name="connsiteY5" fmla="*/ 7144 h 371475"/>
                <a:gd name="connsiteX6" fmla="*/ 7144 w 352425"/>
                <a:gd name="connsiteY6" fmla="*/ 7144 h 371475"/>
                <a:gd name="connsiteX7" fmla="*/ 130969 w 352425"/>
                <a:gd name="connsiteY7" fmla="*/ 329089 h 371475"/>
                <a:gd name="connsiteX8" fmla="*/ 171927 w 352425"/>
                <a:gd name="connsiteY8" fmla="*/ 365284 h 371475"/>
                <a:gd name="connsiteX9" fmla="*/ 213836 w 352425"/>
                <a:gd name="connsiteY9" fmla="*/ 365284 h 371475"/>
                <a:gd name="connsiteX10" fmla="*/ 350044 w 352425"/>
                <a:gd name="connsiteY10" fmla="*/ 7144 h 371475"/>
                <a:gd name="connsiteX11" fmla="*/ 287179 w 352425"/>
                <a:gd name="connsiteY11" fmla="*/ 7144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425" h="371475">
                  <a:moveTo>
                    <a:pt x="287179" y="7144"/>
                  </a:moveTo>
                  <a:cubicBezTo>
                    <a:pt x="265272" y="7144"/>
                    <a:pt x="259556" y="18574"/>
                    <a:pt x="250031" y="43339"/>
                  </a:cubicBezTo>
                  <a:lnTo>
                    <a:pt x="179547" y="246221"/>
                  </a:lnTo>
                  <a:lnTo>
                    <a:pt x="106204" y="47149"/>
                  </a:lnTo>
                  <a:cubicBezTo>
                    <a:pt x="97631" y="21431"/>
                    <a:pt x="90011" y="7144"/>
                    <a:pt x="68104" y="7144"/>
                  </a:cubicBezTo>
                  <a:lnTo>
                    <a:pt x="27147" y="7144"/>
                  </a:lnTo>
                  <a:lnTo>
                    <a:pt x="7144" y="7144"/>
                  </a:lnTo>
                  <a:lnTo>
                    <a:pt x="130969" y="329089"/>
                  </a:lnTo>
                  <a:cubicBezTo>
                    <a:pt x="142399" y="352901"/>
                    <a:pt x="150019" y="365284"/>
                    <a:pt x="171927" y="365284"/>
                  </a:cubicBezTo>
                  <a:lnTo>
                    <a:pt x="213836" y="365284"/>
                  </a:lnTo>
                  <a:lnTo>
                    <a:pt x="350044" y="7144"/>
                  </a:lnTo>
                  <a:lnTo>
                    <a:pt x="287179" y="71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7" name="Freeform: Shape 7">
              <a:extLst>
                <a:ext uri="{FF2B5EF4-FFF2-40B4-BE49-F238E27FC236}">
                  <a16:creationId xmlns:a16="http://schemas.microsoft.com/office/drawing/2014/main" id="{7A82A036-8432-8018-3339-694A54F89D3E}"/>
                </a:ext>
              </a:extLst>
            </p:cNvPr>
            <p:cNvSpPr/>
            <p:nvPr/>
          </p:nvSpPr>
          <p:spPr>
            <a:xfrm>
              <a:off x="7326150"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2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2" y="80486"/>
                  </a:cubicBezTo>
                  <a:cubicBezTo>
                    <a:pt x="128111" y="79534"/>
                    <a:pt x="139541" y="78581"/>
                    <a:pt x="150019" y="78581"/>
                  </a:cubicBezTo>
                  <a:cubicBezTo>
                    <a:pt x="164307"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8134"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8" name="Freeform: Shape 8">
              <a:extLst>
                <a:ext uri="{FF2B5EF4-FFF2-40B4-BE49-F238E27FC236}">
                  <a16:creationId xmlns:a16="http://schemas.microsoft.com/office/drawing/2014/main" id="{4F09DDE6-63A0-9572-3F7C-DCE81907F856}"/>
                </a:ext>
              </a:extLst>
            </p:cNvPr>
            <p:cNvSpPr/>
            <p:nvPr/>
          </p:nvSpPr>
          <p:spPr>
            <a:xfrm>
              <a:off x="8331989"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1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1" y="80486"/>
                  </a:cubicBezTo>
                  <a:cubicBezTo>
                    <a:pt x="128111" y="79534"/>
                    <a:pt x="139541" y="78581"/>
                    <a:pt x="150019" y="78581"/>
                  </a:cubicBezTo>
                  <a:cubicBezTo>
                    <a:pt x="164306"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7181"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0" name="Freeform: Shape 17">
              <a:extLst>
                <a:ext uri="{FF2B5EF4-FFF2-40B4-BE49-F238E27FC236}">
                  <a16:creationId xmlns:a16="http://schemas.microsoft.com/office/drawing/2014/main" id="{4EA2D3E5-5B34-B064-F96A-41B9FA11A47B}"/>
                </a:ext>
              </a:extLst>
            </p:cNvPr>
            <p:cNvSpPr/>
            <p:nvPr/>
          </p:nvSpPr>
          <p:spPr>
            <a:xfrm>
              <a:off x="6619395" y="1521933"/>
              <a:ext cx="457199" cy="371475"/>
            </a:xfrm>
            <a:custGeom>
              <a:avLst/>
              <a:gdLst>
                <a:gd name="connsiteX0" fmla="*/ 304324 w 457200"/>
                <a:gd name="connsiteY0" fmla="*/ 261461 h 371475"/>
                <a:gd name="connsiteX1" fmla="*/ 456724 w 457200"/>
                <a:gd name="connsiteY1" fmla="*/ 110014 h 371475"/>
                <a:gd name="connsiteX2" fmla="*/ 344329 w 457200"/>
                <a:gd name="connsiteY2" fmla="*/ 7144 h 371475"/>
                <a:gd name="connsiteX3" fmla="*/ 125254 w 457200"/>
                <a:gd name="connsiteY3" fmla="*/ 241459 h 371475"/>
                <a:gd name="connsiteX4" fmla="*/ 7144 w 457200"/>
                <a:gd name="connsiteY4" fmla="*/ 348139 h 371475"/>
                <a:gd name="connsiteX5" fmla="*/ 96679 w 457200"/>
                <a:gd name="connsiteY5" fmla="*/ 372904 h 371475"/>
                <a:gd name="connsiteX6" fmla="*/ 306229 w 457200"/>
                <a:gd name="connsiteY6" fmla="*/ 304324 h 371475"/>
                <a:gd name="connsiteX7" fmla="*/ 200501 w 457200"/>
                <a:gd name="connsiteY7" fmla="*/ 210026 h 371475"/>
                <a:gd name="connsiteX8" fmla="*/ 304324 w 457200"/>
                <a:gd name="connsiteY8" fmla="*/ 26146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7200" h="371475">
                  <a:moveTo>
                    <a:pt x="304324" y="261461"/>
                  </a:moveTo>
                  <a:cubicBezTo>
                    <a:pt x="390049" y="261461"/>
                    <a:pt x="455771" y="191929"/>
                    <a:pt x="456724" y="110014"/>
                  </a:cubicBezTo>
                  <a:cubicBezTo>
                    <a:pt x="451009" y="73819"/>
                    <a:pt x="438626" y="7144"/>
                    <a:pt x="344329" y="7144"/>
                  </a:cubicBezTo>
                  <a:cubicBezTo>
                    <a:pt x="242411" y="7144"/>
                    <a:pt x="208121" y="150019"/>
                    <a:pt x="125254" y="241459"/>
                  </a:cubicBezTo>
                  <a:cubicBezTo>
                    <a:pt x="118586" y="293846"/>
                    <a:pt x="69056" y="340519"/>
                    <a:pt x="7144" y="348139"/>
                  </a:cubicBezTo>
                  <a:cubicBezTo>
                    <a:pt x="22384" y="364331"/>
                    <a:pt x="55721" y="372904"/>
                    <a:pt x="96679" y="372904"/>
                  </a:cubicBezTo>
                  <a:cubicBezTo>
                    <a:pt x="170021" y="372904"/>
                    <a:pt x="259556" y="350996"/>
                    <a:pt x="306229" y="304324"/>
                  </a:cubicBezTo>
                  <a:cubicBezTo>
                    <a:pt x="244316" y="305276"/>
                    <a:pt x="204311" y="265271"/>
                    <a:pt x="200501" y="210026"/>
                  </a:cubicBezTo>
                  <a:cubicBezTo>
                    <a:pt x="230029" y="247174"/>
                    <a:pt x="264319" y="261461"/>
                    <a:pt x="304324" y="261461"/>
                  </a:cubicBezTo>
                  <a:close/>
                </a:path>
              </a:pathLst>
            </a:custGeom>
            <a:solidFill>
              <a:srgbClr val="17ABDB"/>
            </a:solidFill>
            <a:ln w="9525" cap="flat">
              <a:noFill/>
              <a:prstDash val="solid"/>
              <a:miter/>
            </a:ln>
          </p:spPr>
          <p:txBody>
            <a:bodyPr lIns="73152" tIns="36576" rIns="73152" bIns="36576" rtlCol="0" anchor="ctr"/>
            <a:lstStyle/>
            <a:p>
              <a:endParaRPr lang="de-DE"/>
            </a:p>
          </p:txBody>
        </p:sp>
        <p:sp>
          <p:nvSpPr>
            <p:cNvPr id="21" name="Freeform: Shape 22">
              <a:extLst>
                <a:ext uri="{FF2B5EF4-FFF2-40B4-BE49-F238E27FC236}">
                  <a16:creationId xmlns:a16="http://schemas.microsoft.com/office/drawing/2014/main" id="{C24CAF19-4916-648F-BDDC-85F08ADD3918}"/>
                </a:ext>
              </a:extLst>
            </p:cNvPr>
            <p:cNvSpPr/>
            <p:nvPr/>
          </p:nvSpPr>
          <p:spPr>
            <a:xfrm>
              <a:off x="3176111" y="1268567"/>
              <a:ext cx="3171823" cy="866776"/>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2" name="Freeform: Shape 23">
              <a:extLst>
                <a:ext uri="{FF2B5EF4-FFF2-40B4-BE49-F238E27FC236}">
                  <a16:creationId xmlns:a16="http://schemas.microsoft.com/office/drawing/2014/main" id="{CAFC3328-A763-C627-4C0A-3C9CD8F58904}"/>
                </a:ext>
              </a:extLst>
            </p:cNvPr>
            <p:cNvSpPr/>
            <p:nvPr/>
          </p:nvSpPr>
          <p:spPr>
            <a:xfrm>
              <a:off x="5565899" y="1311398"/>
              <a:ext cx="95250" cy="104775"/>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3" name="Freeform: Shape 24">
              <a:extLst>
                <a:ext uri="{FF2B5EF4-FFF2-40B4-BE49-F238E27FC236}">
                  <a16:creationId xmlns:a16="http://schemas.microsoft.com/office/drawing/2014/main" id="{BBEEDEAE-85A1-D753-0341-DC8D65A07D84}"/>
                </a:ext>
              </a:extLst>
            </p:cNvPr>
            <p:cNvSpPr/>
            <p:nvPr/>
          </p:nvSpPr>
          <p:spPr>
            <a:xfrm>
              <a:off x="6186959" y="1329492"/>
              <a:ext cx="95250" cy="95250"/>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4" name="Freeform: Shape 25">
              <a:extLst>
                <a:ext uri="{FF2B5EF4-FFF2-40B4-BE49-F238E27FC236}">
                  <a16:creationId xmlns:a16="http://schemas.microsoft.com/office/drawing/2014/main" id="{E52FC6A2-A962-AA99-F834-2B03863AF498}"/>
                </a:ext>
              </a:extLst>
            </p:cNvPr>
            <p:cNvSpPr/>
            <p:nvPr/>
          </p:nvSpPr>
          <p:spPr>
            <a:xfrm>
              <a:off x="6386989" y="1257136"/>
              <a:ext cx="695324" cy="581025"/>
            </a:xfrm>
            <a:custGeom>
              <a:avLst/>
              <a:gdLst>
                <a:gd name="connsiteX0" fmla="*/ 689134 w 695325"/>
                <a:gd name="connsiteY0" fmla="*/ 368141 h 581025"/>
                <a:gd name="connsiteX1" fmla="*/ 571024 w 695325"/>
                <a:gd name="connsiteY1" fmla="*/ 127159 h 581025"/>
                <a:gd name="connsiteX2" fmla="*/ 388144 w 695325"/>
                <a:gd name="connsiteY2" fmla="*/ 13811 h 581025"/>
                <a:gd name="connsiteX3" fmla="*/ 371951 w 695325"/>
                <a:gd name="connsiteY3" fmla="*/ 7144 h 581025"/>
                <a:gd name="connsiteX4" fmla="*/ 371951 w 695325"/>
                <a:gd name="connsiteY4" fmla="*/ 7144 h 581025"/>
                <a:gd name="connsiteX5" fmla="*/ 371951 w 695325"/>
                <a:gd name="connsiteY5" fmla="*/ 7144 h 581025"/>
                <a:gd name="connsiteX6" fmla="*/ 7144 w 695325"/>
                <a:gd name="connsiteY6" fmla="*/ 383381 h 581025"/>
                <a:gd name="connsiteX7" fmla="*/ 132874 w 695325"/>
                <a:gd name="connsiteY7" fmla="*/ 569119 h 581025"/>
                <a:gd name="connsiteX8" fmla="*/ 262414 w 695325"/>
                <a:gd name="connsiteY8" fmla="*/ 571976 h 581025"/>
                <a:gd name="connsiteX9" fmla="*/ 358616 w 695325"/>
                <a:gd name="connsiteY9" fmla="*/ 506254 h 581025"/>
                <a:gd name="connsiteX10" fmla="*/ 577692 w 695325"/>
                <a:gd name="connsiteY10" fmla="*/ 271939 h 581025"/>
                <a:gd name="connsiteX11" fmla="*/ 690086 w 695325"/>
                <a:gd name="connsiteY11" fmla="*/ 374809 h 581025"/>
                <a:gd name="connsiteX12" fmla="*/ 689134 w 695325"/>
                <a:gd name="connsiteY12" fmla="*/ 368141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5325" h="581025">
                  <a:moveTo>
                    <a:pt x="689134" y="368141"/>
                  </a:moveTo>
                  <a:cubicBezTo>
                    <a:pt x="687229" y="271939"/>
                    <a:pt x="641509" y="191929"/>
                    <a:pt x="571024" y="127159"/>
                  </a:cubicBezTo>
                  <a:cubicBezTo>
                    <a:pt x="517684" y="78581"/>
                    <a:pt x="453866" y="41434"/>
                    <a:pt x="388144" y="13811"/>
                  </a:cubicBezTo>
                  <a:cubicBezTo>
                    <a:pt x="382429" y="11906"/>
                    <a:pt x="377666" y="9049"/>
                    <a:pt x="371951" y="7144"/>
                  </a:cubicBezTo>
                  <a:lnTo>
                    <a:pt x="371951" y="7144"/>
                  </a:lnTo>
                  <a:cubicBezTo>
                    <a:pt x="371951" y="7144"/>
                    <a:pt x="371951" y="7144"/>
                    <a:pt x="371951" y="7144"/>
                  </a:cubicBezTo>
                  <a:cubicBezTo>
                    <a:pt x="290036" y="105251"/>
                    <a:pt x="7144" y="178594"/>
                    <a:pt x="7144" y="383381"/>
                  </a:cubicBezTo>
                  <a:cubicBezTo>
                    <a:pt x="7144" y="463391"/>
                    <a:pt x="57626" y="538639"/>
                    <a:pt x="132874" y="569119"/>
                  </a:cubicBezTo>
                  <a:cubicBezTo>
                    <a:pt x="175736" y="585311"/>
                    <a:pt x="219551" y="586264"/>
                    <a:pt x="262414" y="571976"/>
                  </a:cubicBezTo>
                  <a:cubicBezTo>
                    <a:pt x="300514" y="559594"/>
                    <a:pt x="332899" y="535781"/>
                    <a:pt x="358616" y="506254"/>
                  </a:cubicBezTo>
                  <a:cubicBezTo>
                    <a:pt x="441484" y="413861"/>
                    <a:pt x="475774" y="271939"/>
                    <a:pt x="577692" y="271939"/>
                  </a:cubicBezTo>
                  <a:cubicBezTo>
                    <a:pt x="671036" y="271939"/>
                    <a:pt x="683419" y="338614"/>
                    <a:pt x="690086" y="374809"/>
                  </a:cubicBezTo>
                  <a:cubicBezTo>
                    <a:pt x="689134" y="373856"/>
                    <a:pt x="689134" y="371951"/>
                    <a:pt x="689134" y="368141"/>
                  </a:cubicBezTo>
                  <a:close/>
                </a:path>
              </a:pathLst>
            </a:custGeom>
            <a:solidFill>
              <a:srgbClr val="0072AF"/>
            </a:solidFill>
            <a:ln w="9525" cap="flat">
              <a:noFill/>
              <a:prstDash val="solid"/>
              <a:miter/>
            </a:ln>
          </p:spPr>
          <p:txBody>
            <a:bodyPr lIns="73152" tIns="36576" rIns="73152" bIns="36576" rtlCol="0" anchor="ctr"/>
            <a:lstStyle/>
            <a:p>
              <a:endParaRPr lang="de-DE" dirty="0"/>
            </a:p>
          </p:txBody>
        </p:sp>
      </p:grpSp>
    </p:spTree>
    <p:extLst>
      <p:ext uri="{BB962C8B-B14F-4D97-AF65-F5344CB8AC3E}">
        <p14:creationId xmlns:p14="http://schemas.microsoft.com/office/powerpoint/2010/main" val="1776526432"/>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itle Slide 5b">
    <p:bg>
      <p:bgPr>
        <a:solidFill>
          <a:schemeClr val="bg2"/>
        </a:soli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6096000" y="1916832"/>
            <a:ext cx="3816424" cy="4941168"/>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0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407368" y="3341212"/>
            <a:ext cx="4597606" cy="215444"/>
          </a:xfrm>
        </p:spPr>
        <p:txBody>
          <a:bodyPr vert="horz" wrap="square" lIns="18000" tIns="0" rIns="0" bIns="0" rtlCol="0" anchor="t" anchorCtr="0">
            <a:spAutoFit/>
          </a:bodyPr>
          <a:lstStyle>
            <a:lvl1pPr>
              <a:defRPr lang="en-US" sz="1400" dirty="0">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407368" y="2924944"/>
            <a:ext cx="4597606" cy="246221"/>
          </a:xfrm>
          <a:prstGeom prst="rect">
            <a:avLst/>
          </a:prstGeom>
        </p:spPr>
        <p:txBody>
          <a:bodyPr wrap="square" lIns="18000" tIns="0" rIns="0" anchor="t" anchorCtr="0">
            <a:spAutoFit/>
          </a:bodyPr>
          <a:lstStyle>
            <a:lvl1pPr marL="0" indent="0" algn="l">
              <a:buNone/>
              <a:defRPr sz="1600">
                <a:solidFill>
                  <a:schemeClr val="tx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407368" y="537237"/>
            <a:ext cx="4597606" cy="2243691"/>
          </a:xfrm>
        </p:spPr>
        <p:txBody>
          <a:bodyPr wrap="square" lIns="0" tIns="0" rIns="0" bIns="0" anchor="t" anchorCtr="0">
            <a:spAutoFit/>
          </a:bodyPr>
          <a:lstStyle>
            <a:lvl1pPr algn="l">
              <a:lnSpc>
                <a:spcPct val="90000"/>
              </a:lnSpc>
              <a:tabLst>
                <a:tab pos="1258888" algn="l"/>
              </a:tabLst>
              <a:defRPr sz="5400" b="0" cap="none" baseline="0">
                <a:solidFill>
                  <a:schemeClr val="tx1"/>
                </a:solidFill>
                <a:latin typeface="+mj-lt"/>
              </a:defRPr>
            </a:lvl1pPr>
          </a:lstStyle>
          <a:p>
            <a:r>
              <a:rPr lang="fr-FR"/>
              <a:t>Modifiez le style du titre</a:t>
            </a:r>
            <a:endParaRPr lang="en-GB" dirty="0"/>
          </a:p>
        </p:txBody>
      </p:sp>
      <p:grpSp>
        <p:nvGrpSpPr>
          <p:cNvPr id="3" name="Graphic 4">
            <a:extLst>
              <a:ext uri="{FF2B5EF4-FFF2-40B4-BE49-F238E27FC236}">
                <a16:creationId xmlns:a16="http://schemas.microsoft.com/office/drawing/2014/main" id="{4387E66E-794B-FAA5-865B-D9EA22999C11}"/>
              </a:ext>
            </a:extLst>
          </p:cNvPr>
          <p:cNvGrpSpPr>
            <a:grpSpLocks noChangeAspect="1"/>
          </p:cNvGrpSpPr>
          <p:nvPr userDrawn="1"/>
        </p:nvGrpSpPr>
        <p:grpSpPr>
          <a:xfrm>
            <a:off x="407368" y="6000692"/>
            <a:ext cx="2988000" cy="458780"/>
            <a:chOff x="3176111" y="1257136"/>
            <a:chExt cx="5719756" cy="878207"/>
          </a:xfrm>
        </p:grpSpPr>
        <p:sp>
          <p:nvSpPr>
            <p:cNvPr id="4" name="Freeform: Shape 2">
              <a:extLst>
                <a:ext uri="{FF2B5EF4-FFF2-40B4-BE49-F238E27FC236}">
                  <a16:creationId xmlns:a16="http://schemas.microsoft.com/office/drawing/2014/main" id="{03A6C384-CA67-87DD-C775-A4F9769BD3E2}"/>
                </a:ext>
              </a:extLst>
            </p:cNvPr>
            <p:cNvSpPr/>
            <p:nvPr/>
          </p:nvSpPr>
          <p:spPr>
            <a:xfrm>
              <a:off x="8667268" y="1360960"/>
              <a:ext cx="228599" cy="485775"/>
            </a:xfrm>
            <a:custGeom>
              <a:avLst/>
              <a:gdLst>
                <a:gd name="connsiteX0" fmla="*/ 43339 w 228600"/>
                <a:gd name="connsiteY0" fmla="*/ 14764 h 485775"/>
                <a:gd name="connsiteX1" fmla="*/ 90011 w 228600"/>
                <a:gd name="connsiteY1" fmla="*/ 7144 h 485775"/>
                <a:gd name="connsiteX2" fmla="*/ 90011 w 228600"/>
                <a:gd name="connsiteY2" fmla="*/ 118586 h 485775"/>
                <a:gd name="connsiteX3" fmla="*/ 217646 w 228600"/>
                <a:gd name="connsiteY3" fmla="*/ 118586 h 485775"/>
                <a:gd name="connsiteX4" fmla="*/ 217646 w 228600"/>
                <a:gd name="connsiteY4" fmla="*/ 148114 h 485775"/>
                <a:gd name="connsiteX5" fmla="*/ 180499 w 228600"/>
                <a:gd name="connsiteY5" fmla="*/ 185261 h 485775"/>
                <a:gd name="connsiteX6" fmla="*/ 90011 w 228600"/>
                <a:gd name="connsiteY6" fmla="*/ 185261 h 485775"/>
                <a:gd name="connsiteX7" fmla="*/ 90011 w 228600"/>
                <a:gd name="connsiteY7" fmla="*/ 330994 h 485775"/>
                <a:gd name="connsiteX8" fmla="*/ 103346 w 228600"/>
                <a:gd name="connsiteY8" fmla="*/ 392906 h 485775"/>
                <a:gd name="connsiteX9" fmla="*/ 150019 w 228600"/>
                <a:gd name="connsiteY9" fmla="*/ 411004 h 485775"/>
                <a:gd name="connsiteX10" fmla="*/ 190024 w 228600"/>
                <a:gd name="connsiteY10" fmla="*/ 406241 h 485775"/>
                <a:gd name="connsiteX11" fmla="*/ 217646 w 228600"/>
                <a:gd name="connsiteY11" fmla="*/ 397669 h 485775"/>
                <a:gd name="connsiteX12" fmla="*/ 226219 w 228600"/>
                <a:gd name="connsiteY12" fmla="*/ 438626 h 485775"/>
                <a:gd name="connsiteX13" fmla="*/ 205264 w 228600"/>
                <a:gd name="connsiteY13" fmla="*/ 472916 h 485775"/>
                <a:gd name="connsiteX14" fmla="*/ 193834 w 228600"/>
                <a:gd name="connsiteY14" fmla="*/ 475774 h 485775"/>
                <a:gd name="connsiteX15" fmla="*/ 138589 w 228600"/>
                <a:gd name="connsiteY15" fmla="*/ 482441 h 485775"/>
                <a:gd name="connsiteX16" fmla="*/ 74771 w 228600"/>
                <a:gd name="connsiteY16" fmla="*/ 471964 h 485775"/>
                <a:gd name="connsiteX17" fmla="*/ 33814 w 228600"/>
                <a:gd name="connsiteY17" fmla="*/ 442436 h 485775"/>
                <a:gd name="connsiteX18" fmla="*/ 12859 w 228600"/>
                <a:gd name="connsiteY18" fmla="*/ 394811 h 485775"/>
                <a:gd name="connsiteX19" fmla="*/ 7144 w 228600"/>
                <a:gd name="connsiteY19" fmla="*/ 330994 h 485775"/>
                <a:gd name="connsiteX20" fmla="*/ 7144 w 228600"/>
                <a:gd name="connsiteY20" fmla="*/ 56674 h 485775"/>
                <a:gd name="connsiteX21" fmla="*/ 43339 w 228600"/>
                <a:gd name="connsiteY21" fmla="*/ 14764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8600" h="485775">
                  <a:moveTo>
                    <a:pt x="43339" y="14764"/>
                  </a:moveTo>
                  <a:lnTo>
                    <a:pt x="90011" y="7144"/>
                  </a:lnTo>
                  <a:lnTo>
                    <a:pt x="90011" y="118586"/>
                  </a:lnTo>
                  <a:lnTo>
                    <a:pt x="217646" y="118586"/>
                  </a:lnTo>
                  <a:lnTo>
                    <a:pt x="217646" y="148114"/>
                  </a:lnTo>
                  <a:cubicBezTo>
                    <a:pt x="217646" y="168116"/>
                    <a:pt x="201453" y="185261"/>
                    <a:pt x="180499" y="185261"/>
                  </a:cubicBezTo>
                  <a:lnTo>
                    <a:pt x="90011" y="185261"/>
                  </a:lnTo>
                  <a:lnTo>
                    <a:pt x="90011" y="330994"/>
                  </a:lnTo>
                  <a:cubicBezTo>
                    <a:pt x="90011" y="359569"/>
                    <a:pt x="94774" y="380524"/>
                    <a:pt x="103346" y="392906"/>
                  </a:cubicBezTo>
                  <a:cubicBezTo>
                    <a:pt x="112871" y="405289"/>
                    <a:pt x="128111" y="411004"/>
                    <a:pt x="150019" y="411004"/>
                  </a:cubicBezTo>
                  <a:cubicBezTo>
                    <a:pt x="165259" y="411004"/>
                    <a:pt x="178594" y="409099"/>
                    <a:pt x="190024" y="406241"/>
                  </a:cubicBezTo>
                  <a:cubicBezTo>
                    <a:pt x="201453" y="403384"/>
                    <a:pt x="210978" y="400526"/>
                    <a:pt x="217646" y="397669"/>
                  </a:cubicBezTo>
                  <a:lnTo>
                    <a:pt x="226219" y="438626"/>
                  </a:lnTo>
                  <a:cubicBezTo>
                    <a:pt x="229076" y="453866"/>
                    <a:pt x="220503" y="469106"/>
                    <a:pt x="205264" y="472916"/>
                  </a:cubicBezTo>
                  <a:lnTo>
                    <a:pt x="193834" y="475774"/>
                  </a:lnTo>
                  <a:cubicBezTo>
                    <a:pt x="178594" y="480536"/>
                    <a:pt x="159544" y="482441"/>
                    <a:pt x="138589" y="482441"/>
                  </a:cubicBezTo>
                  <a:cubicBezTo>
                    <a:pt x="112871" y="482441"/>
                    <a:pt x="91916" y="478631"/>
                    <a:pt x="74771" y="471964"/>
                  </a:cubicBezTo>
                  <a:cubicBezTo>
                    <a:pt x="57626" y="465296"/>
                    <a:pt x="44291" y="454819"/>
                    <a:pt x="33814" y="442436"/>
                  </a:cubicBezTo>
                  <a:cubicBezTo>
                    <a:pt x="23336" y="429101"/>
                    <a:pt x="16669" y="413861"/>
                    <a:pt x="12859" y="394811"/>
                  </a:cubicBezTo>
                  <a:cubicBezTo>
                    <a:pt x="9049" y="376714"/>
                    <a:pt x="7144" y="354806"/>
                    <a:pt x="7144" y="330994"/>
                  </a:cubicBezTo>
                  <a:lnTo>
                    <a:pt x="7144" y="56674"/>
                  </a:lnTo>
                  <a:cubicBezTo>
                    <a:pt x="7144" y="36671"/>
                    <a:pt x="22384" y="18574"/>
                    <a:pt x="43339" y="14764"/>
                  </a:cubicBezTo>
                  <a:close/>
                </a:path>
              </a:pathLst>
            </a:custGeom>
            <a:solidFill>
              <a:srgbClr val="0072AF"/>
            </a:solidFill>
            <a:ln w="9525" cap="flat">
              <a:noFill/>
              <a:prstDash val="solid"/>
              <a:miter/>
            </a:ln>
          </p:spPr>
          <p:txBody>
            <a:bodyPr lIns="73152" tIns="36576" rIns="73152" bIns="36576" rtlCol="0" anchor="ctr"/>
            <a:lstStyle/>
            <a:p>
              <a:endParaRPr lang="de-DE" dirty="0"/>
            </a:p>
          </p:txBody>
        </p:sp>
        <p:sp>
          <p:nvSpPr>
            <p:cNvPr id="5" name="Freeform: Shape 3">
              <a:extLst>
                <a:ext uri="{FF2B5EF4-FFF2-40B4-BE49-F238E27FC236}">
                  <a16:creationId xmlns:a16="http://schemas.microsoft.com/office/drawing/2014/main" id="{D9DB5D20-16E1-D92B-7D16-DD8BCB7FA621}"/>
                </a:ext>
              </a:extLst>
            </p:cNvPr>
            <p:cNvSpPr/>
            <p:nvPr/>
          </p:nvSpPr>
          <p:spPr>
            <a:xfrm>
              <a:off x="7972896" y="1460972"/>
              <a:ext cx="333375" cy="381000"/>
            </a:xfrm>
            <a:custGeom>
              <a:avLst/>
              <a:gdLst>
                <a:gd name="connsiteX0" fmla="*/ 7144 w 333375"/>
                <a:gd name="connsiteY0" fmla="*/ 196691 h 381000"/>
                <a:gd name="connsiteX1" fmla="*/ 21431 w 333375"/>
                <a:gd name="connsiteY1" fmla="*/ 113824 h 381000"/>
                <a:gd name="connsiteX2" fmla="*/ 58579 w 333375"/>
                <a:gd name="connsiteY2" fmla="*/ 54769 h 381000"/>
                <a:gd name="connsiteX3" fmla="*/ 111919 w 333375"/>
                <a:gd name="connsiteY3" fmla="*/ 19526 h 381000"/>
                <a:gd name="connsiteX4" fmla="*/ 173831 w 333375"/>
                <a:gd name="connsiteY4" fmla="*/ 7144 h 381000"/>
                <a:gd name="connsiteX5" fmla="*/ 289084 w 333375"/>
                <a:gd name="connsiteY5" fmla="*/ 52864 h 381000"/>
                <a:gd name="connsiteX6" fmla="*/ 330041 w 333375"/>
                <a:gd name="connsiteY6" fmla="*/ 189071 h 381000"/>
                <a:gd name="connsiteX7" fmla="*/ 330041 w 333375"/>
                <a:gd name="connsiteY7" fmla="*/ 204311 h 381000"/>
                <a:gd name="connsiteX8" fmla="*/ 329089 w 333375"/>
                <a:gd name="connsiteY8" fmla="*/ 219551 h 381000"/>
                <a:gd name="connsiteX9" fmla="*/ 93822 w 333375"/>
                <a:gd name="connsiteY9" fmla="*/ 219551 h 381000"/>
                <a:gd name="connsiteX10" fmla="*/ 124301 w 333375"/>
                <a:gd name="connsiteY10" fmla="*/ 286226 h 381000"/>
                <a:gd name="connsiteX11" fmla="*/ 202406 w 333375"/>
                <a:gd name="connsiteY11" fmla="*/ 310039 h 381000"/>
                <a:gd name="connsiteX12" fmla="*/ 257651 w 333375"/>
                <a:gd name="connsiteY12" fmla="*/ 304324 h 381000"/>
                <a:gd name="connsiteX13" fmla="*/ 269081 w 333375"/>
                <a:gd name="connsiteY13" fmla="*/ 301466 h 381000"/>
                <a:gd name="connsiteX14" fmla="*/ 301466 w 333375"/>
                <a:gd name="connsiteY14" fmla="*/ 323374 h 381000"/>
                <a:gd name="connsiteX15" fmla="*/ 307181 w 333375"/>
                <a:gd name="connsiteY15" fmla="*/ 360521 h 381000"/>
                <a:gd name="connsiteX16" fmla="*/ 288131 w 333375"/>
                <a:gd name="connsiteY16" fmla="*/ 368141 h 381000"/>
                <a:gd name="connsiteX17" fmla="*/ 260509 w 333375"/>
                <a:gd name="connsiteY17" fmla="*/ 374809 h 381000"/>
                <a:gd name="connsiteX18" fmla="*/ 227172 w 333375"/>
                <a:gd name="connsiteY18" fmla="*/ 379571 h 381000"/>
                <a:gd name="connsiteX19" fmla="*/ 190976 w 333375"/>
                <a:gd name="connsiteY19" fmla="*/ 381476 h 381000"/>
                <a:gd name="connsiteX20" fmla="*/ 109061 w 333375"/>
                <a:gd name="connsiteY20" fmla="*/ 367189 h 381000"/>
                <a:gd name="connsiteX21" fmla="*/ 51911 w 333375"/>
                <a:gd name="connsiteY21" fmla="*/ 328136 h 381000"/>
                <a:gd name="connsiteX22" fmla="*/ 18574 w 333375"/>
                <a:gd name="connsiteY22" fmla="*/ 269081 h 381000"/>
                <a:gd name="connsiteX23" fmla="*/ 7144 w 333375"/>
                <a:gd name="connsiteY23" fmla="*/ 196691 h 381000"/>
                <a:gd name="connsiteX24" fmla="*/ 246222 w 333375"/>
                <a:gd name="connsiteY24" fmla="*/ 159544 h 381000"/>
                <a:gd name="connsiteX25" fmla="*/ 241459 w 333375"/>
                <a:gd name="connsiteY25" fmla="*/ 127159 h 381000"/>
                <a:gd name="connsiteX26" fmla="*/ 227172 w 333375"/>
                <a:gd name="connsiteY26" fmla="*/ 100489 h 381000"/>
                <a:gd name="connsiteX27" fmla="*/ 204311 w 333375"/>
                <a:gd name="connsiteY27" fmla="*/ 82391 h 381000"/>
                <a:gd name="connsiteX28" fmla="*/ 172879 w 333375"/>
                <a:gd name="connsiteY28" fmla="*/ 75724 h 381000"/>
                <a:gd name="connsiteX29" fmla="*/ 139541 w 333375"/>
                <a:gd name="connsiteY29" fmla="*/ 83344 h 381000"/>
                <a:gd name="connsiteX30" fmla="*/ 115729 w 333375"/>
                <a:gd name="connsiteY30" fmla="*/ 102394 h 381000"/>
                <a:gd name="connsiteX31" fmla="*/ 100489 w 333375"/>
                <a:gd name="connsiteY31" fmla="*/ 129064 h 381000"/>
                <a:gd name="connsiteX32" fmla="*/ 92869 w 333375"/>
                <a:gd name="connsiteY32" fmla="*/ 159544 h 381000"/>
                <a:gd name="connsiteX33" fmla="*/ 246222 w 333375"/>
                <a:gd name="connsiteY33" fmla="*/ 159544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3375" h="381000">
                  <a:moveTo>
                    <a:pt x="7144" y="196691"/>
                  </a:moveTo>
                  <a:cubicBezTo>
                    <a:pt x="7144" y="165259"/>
                    <a:pt x="11906" y="137636"/>
                    <a:pt x="21431" y="113824"/>
                  </a:cubicBezTo>
                  <a:cubicBezTo>
                    <a:pt x="30956" y="90011"/>
                    <a:pt x="43339" y="70009"/>
                    <a:pt x="58579" y="54769"/>
                  </a:cubicBezTo>
                  <a:cubicBezTo>
                    <a:pt x="73819" y="38576"/>
                    <a:pt x="91916" y="27146"/>
                    <a:pt x="111919" y="19526"/>
                  </a:cubicBezTo>
                  <a:cubicBezTo>
                    <a:pt x="131922" y="11906"/>
                    <a:pt x="152876" y="7144"/>
                    <a:pt x="173831" y="7144"/>
                  </a:cubicBezTo>
                  <a:cubicBezTo>
                    <a:pt x="223361" y="7144"/>
                    <a:pt x="261461" y="22384"/>
                    <a:pt x="289084" y="52864"/>
                  </a:cubicBezTo>
                  <a:cubicBezTo>
                    <a:pt x="316706" y="83344"/>
                    <a:pt x="330041" y="129064"/>
                    <a:pt x="330041" y="189071"/>
                  </a:cubicBezTo>
                  <a:cubicBezTo>
                    <a:pt x="330041" y="193834"/>
                    <a:pt x="330041" y="198596"/>
                    <a:pt x="330041" y="204311"/>
                  </a:cubicBezTo>
                  <a:cubicBezTo>
                    <a:pt x="330041" y="210026"/>
                    <a:pt x="329089" y="214789"/>
                    <a:pt x="329089" y="219551"/>
                  </a:cubicBezTo>
                  <a:lnTo>
                    <a:pt x="93822" y="219551"/>
                  </a:lnTo>
                  <a:cubicBezTo>
                    <a:pt x="95726" y="248126"/>
                    <a:pt x="106204" y="270034"/>
                    <a:pt x="124301" y="286226"/>
                  </a:cubicBezTo>
                  <a:cubicBezTo>
                    <a:pt x="142399" y="301466"/>
                    <a:pt x="168116" y="310039"/>
                    <a:pt x="202406" y="310039"/>
                  </a:cubicBezTo>
                  <a:cubicBezTo>
                    <a:pt x="222409" y="310039"/>
                    <a:pt x="240506" y="308134"/>
                    <a:pt x="257651" y="304324"/>
                  </a:cubicBezTo>
                  <a:cubicBezTo>
                    <a:pt x="261461" y="303371"/>
                    <a:pt x="266224" y="302419"/>
                    <a:pt x="269081" y="301466"/>
                  </a:cubicBezTo>
                  <a:cubicBezTo>
                    <a:pt x="284322" y="297656"/>
                    <a:pt x="298609" y="308134"/>
                    <a:pt x="301466" y="323374"/>
                  </a:cubicBezTo>
                  <a:lnTo>
                    <a:pt x="307181" y="360521"/>
                  </a:lnTo>
                  <a:cubicBezTo>
                    <a:pt x="302419" y="362426"/>
                    <a:pt x="296704" y="365284"/>
                    <a:pt x="288131" y="368141"/>
                  </a:cubicBezTo>
                  <a:cubicBezTo>
                    <a:pt x="280511" y="370999"/>
                    <a:pt x="270986" y="372904"/>
                    <a:pt x="260509" y="374809"/>
                  </a:cubicBezTo>
                  <a:cubicBezTo>
                    <a:pt x="250031" y="376714"/>
                    <a:pt x="239554" y="378619"/>
                    <a:pt x="227172" y="379571"/>
                  </a:cubicBezTo>
                  <a:cubicBezTo>
                    <a:pt x="214789" y="380524"/>
                    <a:pt x="203359" y="381476"/>
                    <a:pt x="190976" y="381476"/>
                  </a:cubicBezTo>
                  <a:cubicBezTo>
                    <a:pt x="159544" y="381476"/>
                    <a:pt x="131922" y="376714"/>
                    <a:pt x="109061" y="367189"/>
                  </a:cubicBezTo>
                  <a:cubicBezTo>
                    <a:pt x="86201" y="357664"/>
                    <a:pt x="67151" y="345281"/>
                    <a:pt x="51911" y="328136"/>
                  </a:cubicBezTo>
                  <a:cubicBezTo>
                    <a:pt x="36672" y="311944"/>
                    <a:pt x="26194" y="291941"/>
                    <a:pt x="18574" y="269081"/>
                  </a:cubicBezTo>
                  <a:cubicBezTo>
                    <a:pt x="10954" y="248126"/>
                    <a:pt x="7144" y="223361"/>
                    <a:pt x="7144" y="196691"/>
                  </a:cubicBezTo>
                  <a:close/>
                  <a:moveTo>
                    <a:pt x="246222" y="159544"/>
                  </a:moveTo>
                  <a:cubicBezTo>
                    <a:pt x="246222" y="148114"/>
                    <a:pt x="244316" y="137636"/>
                    <a:pt x="241459" y="127159"/>
                  </a:cubicBezTo>
                  <a:cubicBezTo>
                    <a:pt x="238601" y="116681"/>
                    <a:pt x="233839" y="108109"/>
                    <a:pt x="227172" y="100489"/>
                  </a:cubicBezTo>
                  <a:cubicBezTo>
                    <a:pt x="221456" y="92869"/>
                    <a:pt x="213836" y="87154"/>
                    <a:pt x="204311" y="82391"/>
                  </a:cubicBezTo>
                  <a:cubicBezTo>
                    <a:pt x="195739" y="77629"/>
                    <a:pt x="185261" y="75724"/>
                    <a:pt x="172879" y="75724"/>
                  </a:cubicBezTo>
                  <a:cubicBezTo>
                    <a:pt x="160497" y="75724"/>
                    <a:pt x="149066" y="78581"/>
                    <a:pt x="139541" y="83344"/>
                  </a:cubicBezTo>
                  <a:cubicBezTo>
                    <a:pt x="130016" y="88106"/>
                    <a:pt x="121444" y="94774"/>
                    <a:pt x="115729" y="102394"/>
                  </a:cubicBezTo>
                  <a:cubicBezTo>
                    <a:pt x="110014" y="110014"/>
                    <a:pt x="104299" y="118586"/>
                    <a:pt x="100489" y="129064"/>
                  </a:cubicBezTo>
                  <a:cubicBezTo>
                    <a:pt x="96679" y="139541"/>
                    <a:pt x="94774" y="149066"/>
                    <a:pt x="92869" y="159544"/>
                  </a:cubicBezTo>
                  <a:lnTo>
                    <a:pt x="246222" y="1595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4" name="Freeform: Shape 4">
              <a:extLst>
                <a:ext uri="{FF2B5EF4-FFF2-40B4-BE49-F238E27FC236}">
                  <a16:creationId xmlns:a16="http://schemas.microsoft.com/office/drawing/2014/main" id="{099EE2ED-2590-71CA-9272-8478C120B414}"/>
                </a:ext>
              </a:extLst>
            </p:cNvPr>
            <p:cNvSpPr/>
            <p:nvPr/>
          </p:nvSpPr>
          <p:spPr>
            <a:xfrm>
              <a:off x="7182323" y="1317145"/>
              <a:ext cx="114301" cy="114301"/>
            </a:xfrm>
            <a:custGeom>
              <a:avLst/>
              <a:gdLst>
                <a:gd name="connsiteX0" fmla="*/ 109061 w 114300"/>
                <a:gd name="connsiteY0" fmla="*/ 58579 h 114300"/>
                <a:gd name="connsiteX1" fmla="*/ 93821 w 114300"/>
                <a:gd name="connsiteY1" fmla="*/ 95726 h 114300"/>
                <a:gd name="connsiteX2" fmla="*/ 58579 w 114300"/>
                <a:gd name="connsiteY2" fmla="*/ 109061 h 114300"/>
                <a:gd name="connsiteX3" fmla="*/ 22384 w 114300"/>
                <a:gd name="connsiteY3" fmla="*/ 95726 h 114300"/>
                <a:gd name="connsiteX4" fmla="*/ 7144 w 114300"/>
                <a:gd name="connsiteY4" fmla="*/ 58579 h 114300"/>
                <a:gd name="connsiteX5" fmla="*/ 22384 w 114300"/>
                <a:gd name="connsiteY5" fmla="*/ 20479 h 114300"/>
                <a:gd name="connsiteX6" fmla="*/ 58579 w 114300"/>
                <a:gd name="connsiteY6" fmla="*/ 7144 h 114300"/>
                <a:gd name="connsiteX7" fmla="*/ 93821 w 114300"/>
                <a:gd name="connsiteY7" fmla="*/ 20479 h 114300"/>
                <a:gd name="connsiteX8" fmla="*/ 109061 w 114300"/>
                <a:gd name="connsiteY8" fmla="*/ 58579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00" h="114300">
                  <a:moveTo>
                    <a:pt x="109061" y="58579"/>
                  </a:moveTo>
                  <a:cubicBezTo>
                    <a:pt x="109061" y="73819"/>
                    <a:pt x="104299" y="86201"/>
                    <a:pt x="93821" y="95726"/>
                  </a:cubicBezTo>
                  <a:cubicBezTo>
                    <a:pt x="83344" y="105251"/>
                    <a:pt x="71914" y="109061"/>
                    <a:pt x="58579" y="109061"/>
                  </a:cubicBezTo>
                  <a:cubicBezTo>
                    <a:pt x="44291" y="109061"/>
                    <a:pt x="31909" y="104299"/>
                    <a:pt x="22384" y="95726"/>
                  </a:cubicBezTo>
                  <a:cubicBezTo>
                    <a:pt x="11906" y="86201"/>
                    <a:pt x="7144" y="73819"/>
                    <a:pt x="7144" y="58579"/>
                  </a:cubicBezTo>
                  <a:cubicBezTo>
                    <a:pt x="7144" y="42386"/>
                    <a:pt x="11906" y="30004"/>
                    <a:pt x="22384" y="20479"/>
                  </a:cubicBezTo>
                  <a:cubicBezTo>
                    <a:pt x="32861" y="10954"/>
                    <a:pt x="44291" y="7144"/>
                    <a:pt x="58579" y="7144"/>
                  </a:cubicBezTo>
                  <a:cubicBezTo>
                    <a:pt x="71914" y="7144"/>
                    <a:pt x="84296" y="11906"/>
                    <a:pt x="93821" y="20479"/>
                  </a:cubicBezTo>
                  <a:cubicBezTo>
                    <a:pt x="104299" y="30004"/>
                    <a:pt x="109061" y="43339"/>
                    <a:pt x="109061" y="5857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5" name="Freeform: Shape 5">
              <a:extLst>
                <a:ext uri="{FF2B5EF4-FFF2-40B4-BE49-F238E27FC236}">
                  <a16:creationId xmlns:a16="http://schemas.microsoft.com/office/drawing/2014/main" id="{955CE019-CDB5-8EE1-B086-0F07EA728E46}"/>
                </a:ext>
              </a:extLst>
            </p:cNvPr>
            <p:cNvSpPr/>
            <p:nvPr/>
          </p:nvSpPr>
          <p:spPr>
            <a:xfrm>
              <a:off x="7192800" y="1473355"/>
              <a:ext cx="95250" cy="371475"/>
            </a:xfrm>
            <a:custGeom>
              <a:avLst/>
              <a:gdLst>
                <a:gd name="connsiteX0" fmla="*/ 90011 w 95250"/>
                <a:gd name="connsiteY0" fmla="*/ 366236 h 371475"/>
                <a:gd name="connsiteX1" fmla="*/ 67151 w 95250"/>
                <a:gd name="connsiteY1" fmla="*/ 366236 h 371475"/>
                <a:gd name="connsiteX2" fmla="*/ 7144 w 95250"/>
                <a:gd name="connsiteY2" fmla="*/ 306229 h 371475"/>
                <a:gd name="connsiteX3" fmla="*/ 7144 w 95250"/>
                <a:gd name="connsiteY3" fmla="*/ 7144 h 371475"/>
                <a:gd name="connsiteX4" fmla="*/ 35719 w 95250"/>
                <a:gd name="connsiteY4" fmla="*/ 7144 h 371475"/>
                <a:gd name="connsiteX5" fmla="*/ 90011 w 95250"/>
                <a:gd name="connsiteY5" fmla="*/ 62389 h 371475"/>
                <a:gd name="connsiteX6" fmla="*/ 90011 w 95250"/>
                <a:gd name="connsiteY6" fmla="*/ 366236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250" h="371475">
                  <a:moveTo>
                    <a:pt x="90011" y="366236"/>
                  </a:moveTo>
                  <a:lnTo>
                    <a:pt x="67151" y="366236"/>
                  </a:lnTo>
                  <a:cubicBezTo>
                    <a:pt x="33814" y="366236"/>
                    <a:pt x="7144" y="339566"/>
                    <a:pt x="7144" y="306229"/>
                  </a:cubicBezTo>
                  <a:lnTo>
                    <a:pt x="7144" y="7144"/>
                  </a:lnTo>
                  <a:lnTo>
                    <a:pt x="35719" y="7144"/>
                  </a:lnTo>
                  <a:cubicBezTo>
                    <a:pt x="66199" y="7144"/>
                    <a:pt x="90011" y="31909"/>
                    <a:pt x="90011" y="62389"/>
                  </a:cubicBezTo>
                  <a:lnTo>
                    <a:pt x="90011" y="366236"/>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6" name="Freeform: Shape 6">
              <a:extLst>
                <a:ext uri="{FF2B5EF4-FFF2-40B4-BE49-F238E27FC236}">
                  <a16:creationId xmlns:a16="http://schemas.microsoft.com/office/drawing/2014/main" id="{92AF646D-A332-B48F-B299-F95488BD1089}"/>
                </a:ext>
              </a:extLst>
            </p:cNvPr>
            <p:cNvSpPr/>
            <p:nvPr/>
          </p:nvSpPr>
          <p:spPr>
            <a:xfrm>
              <a:off x="7637617" y="1474308"/>
              <a:ext cx="352426" cy="371475"/>
            </a:xfrm>
            <a:custGeom>
              <a:avLst/>
              <a:gdLst>
                <a:gd name="connsiteX0" fmla="*/ 287179 w 352425"/>
                <a:gd name="connsiteY0" fmla="*/ 7144 h 371475"/>
                <a:gd name="connsiteX1" fmla="*/ 250031 w 352425"/>
                <a:gd name="connsiteY1" fmla="*/ 43339 h 371475"/>
                <a:gd name="connsiteX2" fmla="*/ 179547 w 352425"/>
                <a:gd name="connsiteY2" fmla="*/ 246221 h 371475"/>
                <a:gd name="connsiteX3" fmla="*/ 106204 w 352425"/>
                <a:gd name="connsiteY3" fmla="*/ 47149 h 371475"/>
                <a:gd name="connsiteX4" fmla="*/ 68104 w 352425"/>
                <a:gd name="connsiteY4" fmla="*/ 7144 h 371475"/>
                <a:gd name="connsiteX5" fmla="*/ 27147 w 352425"/>
                <a:gd name="connsiteY5" fmla="*/ 7144 h 371475"/>
                <a:gd name="connsiteX6" fmla="*/ 7144 w 352425"/>
                <a:gd name="connsiteY6" fmla="*/ 7144 h 371475"/>
                <a:gd name="connsiteX7" fmla="*/ 130969 w 352425"/>
                <a:gd name="connsiteY7" fmla="*/ 329089 h 371475"/>
                <a:gd name="connsiteX8" fmla="*/ 171927 w 352425"/>
                <a:gd name="connsiteY8" fmla="*/ 365284 h 371475"/>
                <a:gd name="connsiteX9" fmla="*/ 213836 w 352425"/>
                <a:gd name="connsiteY9" fmla="*/ 365284 h 371475"/>
                <a:gd name="connsiteX10" fmla="*/ 350044 w 352425"/>
                <a:gd name="connsiteY10" fmla="*/ 7144 h 371475"/>
                <a:gd name="connsiteX11" fmla="*/ 287179 w 352425"/>
                <a:gd name="connsiteY11" fmla="*/ 7144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425" h="371475">
                  <a:moveTo>
                    <a:pt x="287179" y="7144"/>
                  </a:moveTo>
                  <a:cubicBezTo>
                    <a:pt x="265272" y="7144"/>
                    <a:pt x="259556" y="18574"/>
                    <a:pt x="250031" y="43339"/>
                  </a:cubicBezTo>
                  <a:lnTo>
                    <a:pt x="179547" y="246221"/>
                  </a:lnTo>
                  <a:lnTo>
                    <a:pt x="106204" y="47149"/>
                  </a:lnTo>
                  <a:cubicBezTo>
                    <a:pt x="97631" y="21431"/>
                    <a:pt x="90011" y="7144"/>
                    <a:pt x="68104" y="7144"/>
                  </a:cubicBezTo>
                  <a:lnTo>
                    <a:pt x="27147" y="7144"/>
                  </a:lnTo>
                  <a:lnTo>
                    <a:pt x="7144" y="7144"/>
                  </a:lnTo>
                  <a:lnTo>
                    <a:pt x="130969" y="329089"/>
                  </a:lnTo>
                  <a:cubicBezTo>
                    <a:pt x="142399" y="352901"/>
                    <a:pt x="150019" y="365284"/>
                    <a:pt x="171927" y="365284"/>
                  </a:cubicBezTo>
                  <a:lnTo>
                    <a:pt x="213836" y="365284"/>
                  </a:lnTo>
                  <a:lnTo>
                    <a:pt x="350044" y="7144"/>
                  </a:lnTo>
                  <a:lnTo>
                    <a:pt x="287179" y="71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7" name="Freeform: Shape 7">
              <a:extLst>
                <a:ext uri="{FF2B5EF4-FFF2-40B4-BE49-F238E27FC236}">
                  <a16:creationId xmlns:a16="http://schemas.microsoft.com/office/drawing/2014/main" id="{F2C5F4B1-7EF9-15F4-FA3F-3D1648BF2C80}"/>
                </a:ext>
              </a:extLst>
            </p:cNvPr>
            <p:cNvSpPr/>
            <p:nvPr/>
          </p:nvSpPr>
          <p:spPr>
            <a:xfrm>
              <a:off x="7326150"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2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2" y="80486"/>
                  </a:cubicBezTo>
                  <a:cubicBezTo>
                    <a:pt x="128111" y="79534"/>
                    <a:pt x="139541" y="78581"/>
                    <a:pt x="150019" y="78581"/>
                  </a:cubicBezTo>
                  <a:cubicBezTo>
                    <a:pt x="164307"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8134"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8" name="Freeform: Shape 8">
              <a:extLst>
                <a:ext uri="{FF2B5EF4-FFF2-40B4-BE49-F238E27FC236}">
                  <a16:creationId xmlns:a16="http://schemas.microsoft.com/office/drawing/2014/main" id="{3B3318F3-4D49-C098-964C-7109E11C1531}"/>
                </a:ext>
              </a:extLst>
            </p:cNvPr>
            <p:cNvSpPr/>
            <p:nvPr/>
          </p:nvSpPr>
          <p:spPr>
            <a:xfrm>
              <a:off x="8331989"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1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1" y="80486"/>
                  </a:cubicBezTo>
                  <a:cubicBezTo>
                    <a:pt x="128111" y="79534"/>
                    <a:pt x="139541" y="78581"/>
                    <a:pt x="150019" y="78581"/>
                  </a:cubicBezTo>
                  <a:cubicBezTo>
                    <a:pt x="164306"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7181"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0" name="Freeform: Shape 17">
              <a:extLst>
                <a:ext uri="{FF2B5EF4-FFF2-40B4-BE49-F238E27FC236}">
                  <a16:creationId xmlns:a16="http://schemas.microsoft.com/office/drawing/2014/main" id="{87345562-4F2E-AB28-62CF-309467EA12D4}"/>
                </a:ext>
              </a:extLst>
            </p:cNvPr>
            <p:cNvSpPr/>
            <p:nvPr/>
          </p:nvSpPr>
          <p:spPr>
            <a:xfrm>
              <a:off x="6619395" y="1521933"/>
              <a:ext cx="457199" cy="371475"/>
            </a:xfrm>
            <a:custGeom>
              <a:avLst/>
              <a:gdLst>
                <a:gd name="connsiteX0" fmla="*/ 304324 w 457200"/>
                <a:gd name="connsiteY0" fmla="*/ 261461 h 371475"/>
                <a:gd name="connsiteX1" fmla="*/ 456724 w 457200"/>
                <a:gd name="connsiteY1" fmla="*/ 110014 h 371475"/>
                <a:gd name="connsiteX2" fmla="*/ 344329 w 457200"/>
                <a:gd name="connsiteY2" fmla="*/ 7144 h 371475"/>
                <a:gd name="connsiteX3" fmla="*/ 125254 w 457200"/>
                <a:gd name="connsiteY3" fmla="*/ 241459 h 371475"/>
                <a:gd name="connsiteX4" fmla="*/ 7144 w 457200"/>
                <a:gd name="connsiteY4" fmla="*/ 348139 h 371475"/>
                <a:gd name="connsiteX5" fmla="*/ 96679 w 457200"/>
                <a:gd name="connsiteY5" fmla="*/ 372904 h 371475"/>
                <a:gd name="connsiteX6" fmla="*/ 306229 w 457200"/>
                <a:gd name="connsiteY6" fmla="*/ 304324 h 371475"/>
                <a:gd name="connsiteX7" fmla="*/ 200501 w 457200"/>
                <a:gd name="connsiteY7" fmla="*/ 210026 h 371475"/>
                <a:gd name="connsiteX8" fmla="*/ 304324 w 457200"/>
                <a:gd name="connsiteY8" fmla="*/ 26146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7200" h="371475">
                  <a:moveTo>
                    <a:pt x="304324" y="261461"/>
                  </a:moveTo>
                  <a:cubicBezTo>
                    <a:pt x="390049" y="261461"/>
                    <a:pt x="455771" y="191929"/>
                    <a:pt x="456724" y="110014"/>
                  </a:cubicBezTo>
                  <a:cubicBezTo>
                    <a:pt x="451009" y="73819"/>
                    <a:pt x="438626" y="7144"/>
                    <a:pt x="344329" y="7144"/>
                  </a:cubicBezTo>
                  <a:cubicBezTo>
                    <a:pt x="242411" y="7144"/>
                    <a:pt x="208121" y="150019"/>
                    <a:pt x="125254" y="241459"/>
                  </a:cubicBezTo>
                  <a:cubicBezTo>
                    <a:pt x="118586" y="293846"/>
                    <a:pt x="69056" y="340519"/>
                    <a:pt x="7144" y="348139"/>
                  </a:cubicBezTo>
                  <a:cubicBezTo>
                    <a:pt x="22384" y="364331"/>
                    <a:pt x="55721" y="372904"/>
                    <a:pt x="96679" y="372904"/>
                  </a:cubicBezTo>
                  <a:cubicBezTo>
                    <a:pt x="170021" y="372904"/>
                    <a:pt x="259556" y="350996"/>
                    <a:pt x="306229" y="304324"/>
                  </a:cubicBezTo>
                  <a:cubicBezTo>
                    <a:pt x="244316" y="305276"/>
                    <a:pt x="204311" y="265271"/>
                    <a:pt x="200501" y="210026"/>
                  </a:cubicBezTo>
                  <a:cubicBezTo>
                    <a:pt x="230029" y="247174"/>
                    <a:pt x="264319" y="261461"/>
                    <a:pt x="304324" y="261461"/>
                  </a:cubicBezTo>
                  <a:close/>
                </a:path>
              </a:pathLst>
            </a:custGeom>
            <a:solidFill>
              <a:srgbClr val="17ABDB"/>
            </a:solidFill>
            <a:ln w="9525" cap="flat">
              <a:noFill/>
              <a:prstDash val="solid"/>
              <a:miter/>
            </a:ln>
          </p:spPr>
          <p:txBody>
            <a:bodyPr lIns="73152" tIns="36576" rIns="73152" bIns="36576" rtlCol="0" anchor="ctr"/>
            <a:lstStyle/>
            <a:p>
              <a:endParaRPr lang="de-DE"/>
            </a:p>
          </p:txBody>
        </p:sp>
        <p:sp>
          <p:nvSpPr>
            <p:cNvPr id="21" name="Freeform: Shape 22">
              <a:extLst>
                <a:ext uri="{FF2B5EF4-FFF2-40B4-BE49-F238E27FC236}">
                  <a16:creationId xmlns:a16="http://schemas.microsoft.com/office/drawing/2014/main" id="{0C9C4C9B-E9B9-BAFB-1E5E-08924E144432}"/>
                </a:ext>
              </a:extLst>
            </p:cNvPr>
            <p:cNvSpPr/>
            <p:nvPr/>
          </p:nvSpPr>
          <p:spPr>
            <a:xfrm>
              <a:off x="3176111" y="1268567"/>
              <a:ext cx="3171823" cy="866776"/>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2" name="Freeform: Shape 23">
              <a:extLst>
                <a:ext uri="{FF2B5EF4-FFF2-40B4-BE49-F238E27FC236}">
                  <a16:creationId xmlns:a16="http://schemas.microsoft.com/office/drawing/2014/main" id="{6CFDD13C-8D49-9B78-25BB-1AAB2725E56D}"/>
                </a:ext>
              </a:extLst>
            </p:cNvPr>
            <p:cNvSpPr/>
            <p:nvPr/>
          </p:nvSpPr>
          <p:spPr>
            <a:xfrm>
              <a:off x="5565899" y="1311398"/>
              <a:ext cx="95250" cy="104775"/>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3" name="Freeform: Shape 24">
              <a:extLst>
                <a:ext uri="{FF2B5EF4-FFF2-40B4-BE49-F238E27FC236}">
                  <a16:creationId xmlns:a16="http://schemas.microsoft.com/office/drawing/2014/main" id="{56D58439-F355-85B0-36B8-D1C230C67F5E}"/>
                </a:ext>
              </a:extLst>
            </p:cNvPr>
            <p:cNvSpPr/>
            <p:nvPr/>
          </p:nvSpPr>
          <p:spPr>
            <a:xfrm>
              <a:off x="6186959" y="1329492"/>
              <a:ext cx="95250" cy="95250"/>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4" name="Freeform: Shape 25">
              <a:extLst>
                <a:ext uri="{FF2B5EF4-FFF2-40B4-BE49-F238E27FC236}">
                  <a16:creationId xmlns:a16="http://schemas.microsoft.com/office/drawing/2014/main" id="{9B1A5F3B-C2B8-1A58-42E1-1C629BF3DB9D}"/>
                </a:ext>
              </a:extLst>
            </p:cNvPr>
            <p:cNvSpPr/>
            <p:nvPr/>
          </p:nvSpPr>
          <p:spPr>
            <a:xfrm>
              <a:off x="6386989" y="1257136"/>
              <a:ext cx="695324" cy="581025"/>
            </a:xfrm>
            <a:custGeom>
              <a:avLst/>
              <a:gdLst>
                <a:gd name="connsiteX0" fmla="*/ 689134 w 695325"/>
                <a:gd name="connsiteY0" fmla="*/ 368141 h 581025"/>
                <a:gd name="connsiteX1" fmla="*/ 571024 w 695325"/>
                <a:gd name="connsiteY1" fmla="*/ 127159 h 581025"/>
                <a:gd name="connsiteX2" fmla="*/ 388144 w 695325"/>
                <a:gd name="connsiteY2" fmla="*/ 13811 h 581025"/>
                <a:gd name="connsiteX3" fmla="*/ 371951 w 695325"/>
                <a:gd name="connsiteY3" fmla="*/ 7144 h 581025"/>
                <a:gd name="connsiteX4" fmla="*/ 371951 w 695325"/>
                <a:gd name="connsiteY4" fmla="*/ 7144 h 581025"/>
                <a:gd name="connsiteX5" fmla="*/ 371951 w 695325"/>
                <a:gd name="connsiteY5" fmla="*/ 7144 h 581025"/>
                <a:gd name="connsiteX6" fmla="*/ 7144 w 695325"/>
                <a:gd name="connsiteY6" fmla="*/ 383381 h 581025"/>
                <a:gd name="connsiteX7" fmla="*/ 132874 w 695325"/>
                <a:gd name="connsiteY7" fmla="*/ 569119 h 581025"/>
                <a:gd name="connsiteX8" fmla="*/ 262414 w 695325"/>
                <a:gd name="connsiteY8" fmla="*/ 571976 h 581025"/>
                <a:gd name="connsiteX9" fmla="*/ 358616 w 695325"/>
                <a:gd name="connsiteY9" fmla="*/ 506254 h 581025"/>
                <a:gd name="connsiteX10" fmla="*/ 577692 w 695325"/>
                <a:gd name="connsiteY10" fmla="*/ 271939 h 581025"/>
                <a:gd name="connsiteX11" fmla="*/ 690086 w 695325"/>
                <a:gd name="connsiteY11" fmla="*/ 374809 h 581025"/>
                <a:gd name="connsiteX12" fmla="*/ 689134 w 695325"/>
                <a:gd name="connsiteY12" fmla="*/ 368141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5325" h="581025">
                  <a:moveTo>
                    <a:pt x="689134" y="368141"/>
                  </a:moveTo>
                  <a:cubicBezTo>
                    <a:pt x="687229" y="271939"/>
                    <a:pt x="641509" y="191929"/>
                    <a:pt x="571024" y="127159"/>
                  </a:cubicBezTo>
                  <a:cubicBezTo>
                    <a:pt x="517684" y="78581"/>
                    <a:pt x="453866" y="41434"/>
                    <a:pt x="388144" y="13811"/>
                  </a:cubicBezTo>
                  <a:cubicBezTo>
                    <a:pt x="382429" y="11906"/>
                    <a:pt x="377666" y="9049"/>
                    <a:pt x="371951" y="7144"/>
                  </a:cubicBezTo>
                  <a:lnTo>
                    <a:pt x="371951" y="7144"/>
                  </a:lnTo>
                  <a:cubicBezTo>
                    <a:pt x="371951" y="7144"/>
                    <a:pt x="371951" y="7144"/>
                    <a:pt x="371951" y="7144"/>
                  </a:cubicBezTo>
                  <a:cubicBezTo>
                    <a:pt x="290036" y="105251"/>
                    <a:pt x="7144" y="178594"/>
                    <a:pt x="7144" y="383381"/>
                  </a:cubicBezTo>
                  <a:cubicBezTo>
                    <a:pt x="7144" y="463391"/>
                    <a:pt x="57626" y="538639"/>
                    <a:pt x="132874" y="569119"/>
                  </a:cubicBezTo>
                  <a:cubicBezTo>
                    <a:pt x="175736" y="585311"/>
                    <a:pt x="219551" y="586264"/>
                    <a:pt x="262414" y="571976"/>
                  </a:cubicBezTo>
                  <a:cubicBezTo>
                    <a:pt x="300514" y="559594"/>
                    <a:pt x="332899" y="535781"/>
                    <a:pt x="358616" y="506254"/>
                  </a:cubicBezTo>
                  <a:cubicBezTo>
                    <a:pt x="441484" y="413861"/>
                    <a:pt x="475774" y="271939"/>
                    <a:pt x="577692" y="271939"/>
                  </a:cubicBezTo>
                  <a:cubicBezTo>
                    <a:pt x="671036" y="271939"/>
                    <a:pt x="683419" y="338614"/>
                    <a:pt x="690086" y="374809"/>
                  </a:cubicBezTo>
                  <a:cubicBezTo>
                    <a:pt x="689134" y="373856"/>
                    <a:pt x="689134" y="371951"/>
                    <a:pt x="689134" y="368141"/>
                  </a:cubicBezTo>
                  <a:close/>
                </a:path>
              </a:pathLst>
            </a:custGeom>
            <a:solidFill>
              <a:srgbClr val="0072AF"/>
            </a:solidFill>
            <a:ln w="9525" cap="flat">
              <a:noFill/>
              <a:prstDash val="solid"/>
              <a:miter/>
            </a:ln>
          </p:spPr>
          <p:txBody>
            <a:bodyPr lIns="73152" tIns="36576" rIns="73152" bIns="36576" rtlCol="0" anchor="ctr"/>
            <a:lstStyle/>
            <a:p>
              <a:endParaRPr lang="de-DE" dirty="0"/>
            </a:p>
          </p:txBody>
        </p:sp>
      </p:grpSp>
    </p:spTree>
    <p:extLst>
      <p:ext uri="{BB962C8B-B14F-4D97-AF65-F5344CB8AC3E}">
        <p14:creationId xmlns:p14="http://schemas.microsoft.com/office/powerpoint/2010/main" val="165734535"/>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Slide 5c">
    <p:bg>
      <p:bgPr>
        <a:solidFill>
          <a:schemeClr val="bg2"/>
        </a:solidFill>
        <a:effectLst/>
      </p:bgPr>
    </p:bg>
    <p:spTree>
      <p:nvGrpSpPr>
        <p:cNvPr id="1" name=""/>
        <p:cNvGrpSpPr/>
        <p:nvPr/>
      </p:nvGrpSpPr>
      <p:grpSpPr>
        <a:xfrm>
          <a:off x="0" y="0"/>
          <a:ext cx="0" cy="0"/>
          <a:chOff x="0" y="0"/>
          <a:chExt cx="0" cy="0"/>
        </a:xfrm>
      </p:grpSpPr>
      <p:sp>
        <p:nvSpPr>
          <p:cNvPr id="33" name="Picture Placeholder 18">
            <a:extLst>
              <a:ext uri="{FF2B5EF4-FFF2-40B4-BE49-F238E27FC236}">
                <a16:creationId xmlns:a16="http://schemas.microsoft.com/office/drawing/2014/main" id="{3A966515-C64B-E7BB-1198-D99D16DE65B4}"/>
              </a:ext>
            </a:extLst>
          </p:cNvPr>
          <p:cNvSpPr>
            <a:spLocks noGrp="1"/>
          </p:cNvSpPr>
          <p:nvPr>
            <p:ph type="pic" sz="quarter" idx="10" hasCustomPrompt="1"/>
          </p:nvPr>
        </p:nvSpPr>
        <p:spPr>
          <a:xfrm>
            <a:off x="1343473" y="1"/>
            <a:ext cx="10877102" cy="2931886"/>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8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9" name="Text Placeholder 8">
            <a:extLst>
              <a:ext uri="{FF2B5EF4-FFF2-40B4-BE49-F238E27FC236}">
                <a16:creationId xmlns:a16="http://schemas.microsoft.com/office/drawing/2014/main" id="{DE3C410B-B58E-46DB-B5F0-7F515E223DD9}"/>
              </a:ext>
            </a:extLst>
          </p:cNvPr>
          <p:cNvSpPr>
            <a:spLocks noGrp="1"/>
          </p:cNvSpPr>
          <p:nvPr>
            <p:ph type="body" sz="quarter" idx="12" hasCustomPrompt="1"/>
          </p:nvPr>
        </p:nvSpPr>
        <p:spPr>
          <a:xfrm>
            <a:off x="1343473" y="5498477"/>
            <a:ext cx="10440540" cy="215444"/>
          </a:xfrm>
        </p:spPr>
        <p:txBody>
          <a:bodyPr vert="horz" wrap="square" lIns="18000" tIns="0" rIns="0" bIns="0" rtlCol="0" anchor="t" anchorCtr="0">
            <a:spAutoFit/>
          </a:bodyPr>
          <a:lstStyle>
            <a:lvl1pPr>
              <a:defRPr lang="en-US" sz="1400" dirty="0">
                <a:latin typeface="Ubuntu Light" panose="020B0304030602030204" pitchFamily="34" charset="0"/>
              </a:defRPr>
            </a:lvl1pPr>
          </a:lstStyle>
          <a:p>
            <a:pPr lvl="0"/>
            <a:r>
              <a:rPr lang="en-US" dirty="0"/>
              <a:t>Optional: Click to insert name</a:t>
            </a:r>
          </a:p>
        </p:txBody>
      </p:sp>
      <p:sp>
        <p:nvSpPr>
          <p:cNvPr id="6" name="Subtitle">
            <a:extLst>
              <a:ext uri="{FF2B5EF4-FFF2-40B4-BE49-F238E27FC236}">
                <a16:creationId xmlns:a16="http://schemas.microsoft.com/office/drawing/2014/main" id="{A6C182ED-7FBB-D436-05D8-96E184F17BD0}"/>
              </a:ext>
            </a:extLst>
          </p:cNvPr>
          <p:cNvSpPr>
            <a:spLocks noGrp="1"/>
          </p:cNvSpPr>
          <p:nvPr>
            <p:ph type="subTitle" idx="1"/>
          </p:nvPr>
        </p:nvSpPr>
        <p:spPr>
          <a:xfrm>
            <a:off x="1343473" y="5082209"/>
            <a:ext cx="10440540" cy="246221"/>
          </a:xfrm>
          <a:prstGeom prst="rect">
            <a:avLst/>
          </a:prstGeom>
        </p:spPr>
        <p:txBody>
          <a:bodyPr wrap="square" lIns="18000" tIns="0" rIns="0" anchor="t" anchorCtr="0">
            <a:spAutoFit/>
          </a:bodyPr>
          <a:lstStyle>
            <a:lvl1pPr marL="0" indent="0" algn="l">
              <a:buNone/>
              <a:defRPr sz="1600">
                <a:solidFill>
                  <a:schemeClr val="tx1"/>
                </a:solidFill>
                <a:latin typeface="Ubuntu Light" panose="020B030403060203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GB" dirty="0"/>
          </a:p>
        </p:txBody>
      </p:sp>
      <p:sp>
        <p:nvSpPr>
          <p:cNvPr id="7" name="Title">
            <a:extLst>
              <a:ext uri="{FF2B5EF4-FFF2-40B4-BE49-F238E27FC236}">
                <a16:creationId xmlns:a16="http://schemas.microsoft.com/office/drawing/2014/main" id="{46ABBE1C-3373-50D9-4152-CA1AC4A5E7F0}"/>
              </a:ext>
            </a:extLst>
          </p:cNvPr>
          <p:cNvSpPr>
            <a:spLocks noGrp="1"/>
          </p:cNvSpPr>
          <p:nvPr>
            <p:ph type="ctrTitle"/>
          </p:nvPr>
        </p:nvSpPr>
        <p:spPr>
          <a:xfrm>
            <a:off x="1343473" y="3429000"/>
            <a:ext cx="10440540" cy="1580003"/>
          </a:xfrm>
        </p:spPr>
        <p:txBody>
          <a:bodyPr wrap="square" lIns="0" tIns="0" rIns="0" bIns="0" anchor="b" anchorCtr="0">
            <a:noAutofit/>
          </a:bodyPr>
          <a:lstStyle>
            <a:lvl1pPr algn="l">
              <a:lnSpc>
                <a:spcPct val="90000"/>
              </a:lnSpc>
              <a:tabLst>
                <a:tab pos="1258888" algn="l"/>
              </a:tabLst>
              <a:defRPr sz="5400" b="0" cap="none" baseline="0">
                <a:solidFill>
                  <a:schemeClr val="tx1"/>
                </a:solidFill>
                <a:latin typeface="+mj-lt"/>
              </a:defRPr>
            </a:lvl1pPr>
          </a:lstStyle>
          <a:p>
            <a:r>
              <a:rPr lang="fr-FR"/>
              <a:t>Modifiez le style du titre</a:t>
            </a:r>
            <a:endParaRPr lang="en-GB" dirty="0"/>
          </a:p>
        </p:txBody>
      </p:sp>
      <p:grpSp>
        <p:nvGrpSpPr>
          <p:cNvPr id="9" name="Graphic 4">
            <a:extLst>
              <a:ext uri="{FF2B5EF4-FFF2-40B4-BE49-F238E27FC236}">
                <a16:creationId xmlns:a16="http://schemas.microsoft.com/office/drawing/2014/main" id="{9D6D8CF0-5BA7-A520-BD35-955C3756E1D6}"/>
              </a:ext>
            </a:extLst>
          </p:cNvPr>
          <p:cNvGrpSpPr>
            <a:grpSpLocks noChangeAspect="1"/>
          </p:cNvGrpSpPr>
          <p:nvPr userDrawn="1"/>
        </p:nvGrpSpPr>
        <p:grpSpPr>
          <a:xfrm>
            <a:off x="1319621" y="6000692"/>
            <a:ext cx="2988000" cy="458780"/>
            <a:chOff x="3176111" y="1257136"/>
            <a:chExt cx="5719756" cy="878207"/>
          </a:xfrm>
        </p:grpSpPr>
        <p:sp>
          <p:nvSpPr>
            <p:cNvPr id="10" name="Freeform: Shape 2">
              <a:extLst>
                <a:ext uri="{FF2B5EF4-FFF2-40B4-BE49-F238E27FC236}">
                  <a16:creationId xmlns:a16="http://schemas.microsoft.com/office/drawing/2014/main" id="{D47D11A2-3590-05F1-77F1-0CCBEF7EE892}"/>
                </a:ext>
              </a:extLst>
            </p:cNvPr>
            <p:cNvSpPr/>
            <p:nvPr/>
          </p:nvSpPr>
          <p:spPr>
            <a:xfrm>
              <a:off x="8667268" y="1360960"/>
              <a:ext cx="228599" cy="485775"/>
            </a:xfrm>
            <a:custGeom>
              <a:avLst/>
              <a:gdLst>
                <a:gd name="connsiteX0" fmla="*/ 43339 w 228600"/>
                <a:gd name="connsiteY0" fmla="*/ 14764 h 485775"/>
                <a:gd name="connsiteX1" fmla="*/ 90011 w 228600"/>
                <a:gd name="connsiteY1" fmla="*/ 7144 h 485775"/>
                <a:gd name="connsiteX2" fmla="*/ 90011 w 228600"/>
                <a:gd name="connsiteY2" fmla="*/ 118586 h 485775"/>
                <a:gd name="connsiteX3" fmla="*/ 217646 w 228600"/>
                <a:gd name="connsiteY3" fmla="*/ 118586 h 485775"/>
                <a:gd name="connsiteX4" fmla="*/ 217646 w 228600"/>
                <a:gd name="connsiteY4" fmla="*/ 148114 h 485775"/>
                <a:gd name="connsiteX5" fmla="*/ 180499 w 228600"/>
                <a:gd name="connsiteY5" fmla="*/ 185261 h 485775"/>
                <a:gd name="connsiteX6" fmla="*/ 90011 w 228600"/>
                <a:gd name="connsiteY6" fmla="*/ 185261 h 485775"/>
                <a:gd name="connsiteX7" fmla="*/ 90011 w 228600"/>
                <a:gd name="connsiteY7" fmla="*/ 330994 h 485775"/>
                <a:gd name="connsiteX8" fmla="*/ 103346 w 228600"/>
                <a:gd name="connsiteY8" fmla="*/ 392906 h 485775"/>
                <a:gd name="connsiteX9" fmla="*/ 150019 w 228600"/>
                <a:gd name="connsiteY9" fmla="*/ 411004 h 485775"/>
                <a:gd name="connsiteX10" fmla="*/ 190024 w 228600"/>
                <a:gd name="connsiteY10" fmla="*/ 406241 h 485775"/>
                <a:gd name="connsiteX11" fmla="*/ 217646 w 228600"/>
                <a:gd name="connsiteY11" fmla="*/ 397669 h 485775"/>
                <a:gd name="connsiteX12" fmla="*/ 226219 w 228600"/>
                <a:gd name="connsiteY12" fmla="*/ 438626 h 485775"/>
                <a:gd name="connsiteX13" fmla="*/ 205264 w 228600"/>
                <a:gd name="connsiteY13" fmla="*/ 472916 h 485775"/>
                <a:gd name="connsiteX14" fmla="*/ 193834 w 228600"/>
                <a:gd name="connsiteY14" fmla="*/ 475774 h 485775"/>
                <a:gd name="connsiteX15" fmla="*/ 138589 w 228600"/>
                <a:gd name="connsiteY15" fmla="*/ 482441 h 485775"/>
                <a:gd name="connsiteX16" fmla="*/ 74771 w 228600"/>
                <a:gd name="connsiteY16" fmla="*/ 471964 h 485775"/>
                <a:gd name="connsiteX17" fmla="*/ 33814 w 228600"/>
                <a:gd name="connsiteY17" fmla="*/ 442436 h 485775"/>
                <a:gd name="connsiteX18" fmla="*/ 12859 w 228600"/>
                <a:gd name="connsiteY18" fmla="*/ 394811 h 485775"/>
                <a:gd name="connsiteX19" fmla="*/ 7144 w 228600"/>
                <a:gd name="connsiteY19" fmla="*/ 330994 h 485775"/>
                <a:gd name="connsiteX20" fmla="*/ 7144 w 228600"/>
                <a:gd name="connsiteY20" fmla="*/ 56674 h 485775"/>
                <a:gd name="connsiteX21" fmla="*/ 43339 w 228600"/>
                <a:gd name="connsiteY21" fmla="*/ 14764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8600" h="485775">
                  <a:moveTo>
                    <a:pt x="43339" y="14764"/>
                  </a:moveTo>
                  <a:lnTo>
                    <a:pt x="90011" y="7144"/>
                  </a:lnTo>
                  <a:lnTo>
                    <a:pt x="90011" y="118586"/>
                  </a:lnTo>
                  <a:lnTo>
                    <a:pt x="217646" y="118586"/>
                  </a:lnTo>
                  <a:lnTo>
                    <a:pt x="217646" y="148114"/>
                  </a:lnTo>
                  <a:cubicBezTo>
                    <a:pt x="217646" y="168116"/>
                    <a:pt x="201453" y="185261"/>
                    <a:pt x="180499" y="185261"/>
                  </a:cubicBezTo>
                  <a:lnTo>
                    <a:pt x="90011" y="185261"/>
                  </a:lnTo>
                  <a:lnTo>
                    <a:pt x="90011" y="330994"/>
                  </a:lnTo>
                  <a:cubicBezTo>
                    <a:pt x="90011" y="359569"/>
                    <a:pt x="94774" y="380524"/>
                    <a:pt x="103346" y="392906"/>
                  </a:cubicBezTo>
                  <a:cubicBezTo>
                    <a:pt x="112871" y="405289"/>
                    <a:pt x="128111" y="411004"/>
                    <a:pt x="150019" y="411004"/>
                  </a:cubicBezTo>
                  <a:cubicBezTo>
                    <a:pt x="165259" y="411004"/>
                    <a:pt x="178594" y="409099"/>
                    <a:pt x="190024" y="406241"/>
                  </a:cubicBezTo>
                  <a:cubicBezTo>
                    <a:pt x="201453" y="403384"/>
                    <a:pt x="210978" y="400526"/>
                    <a:pt x="217646" y="397669"/>
                  </a:cubicBezTo>
                  <a:lnTo>
                    <a:pt x="226219" y="438626"/>
                  </a:lnTo>
                  <a:cubicBezTo>
                    <a:pt x="229076" y="453866"/>
                    <a:pt x="220503" y="469106"/>
                    <a:pt x="205264" y="472916"/>
                  </a:cubicBezTo>
                  <a:lnTo>
                    <a:pt x="193834" y="475774"/>
                  </a:lnTo>
                  <a:cubicBezTo>
                    <a:pt x="178594" y="480536"/>
                    <a:pt x="159544" y="482441"/>
                    <a:pt x="138589" y="482441"/>
                  </a:cubicBezTo>
                  <a:cubicBezTo>
                    <a:pt x="112871" y="482441"/>
                    <a:pt x="91916" y="478631"/>
                    <a:pt x="74771" y="471964"/>
                  </a:cubicBezTo>
                  <a:cubicBezTo>
                    <a:pt x="57626" y="465296"/>
                    <a:pt x="44291" y="454819"/>
                    <a:pt x="33814" y="442436"/>
                  </a:cubicBezTo>
                  <a:cubicBezTo>
                    <a:pt x="23336" y="429101"/>
                    <a:pt x="16669" y="413861"/>
                    <a:pt x="12859" y="394811"/>
                  </a:cubicBezTo>
                  <a:cubicBezTo>
                    <a:pt x="9049" y="376714"/>
                    <a:pt x="7144" y="354806"/>
                    <a:pt x="7144" y="330994"/>
                  </a:cubicBezTo>
                  <a:lnTo>
                    <a:pt x="7144" y="56674"/>
                  </a:lnTo>
                  <a:cubicBezTo>
                    <a:pt x="7144" y="36671"/>
                    <a:pt x="22384" y="18574"/>
                    <a:pt x="43339" y="14764"/>
                  </a:cubicBezTo>
                  <a:close/>
                </a:path>
              </a:pathLst>
            </a:custGeom>
            <a:solidFill>
              <a:srgbClr val="0072AF"/>
            </a:solidFill>
            <a:ln w="9525" cap="flat">
              <a:noFill/>
              <a:prstDash val="solid"/>
              <a:miter/>
            </a:ln>
          </p:spPr>
          <p:txBody>
            <a:bodyPr lIns="73152" tIns="36576" rIns="73152" bIns="36576" rtlCol="0" anchor="ctr"/>
            <a:lstStyle/>
            <a:p>
              <a:endParaRPr lang="de-DE" dirty="0"/>
            </a:p>
          </p:txBody>
        </p:sp>
        <p:sp>
          <p:nvSpPr>
            <p:cNvPr id="11" name="Freeform: Shape 3">
              <a:extLst>
                <a:ext uri="{FF2B5EF4-FFF2-40B4-BE49-F238E27FC236}">
                  <a16:creationId xmlns:a16="http://schemas.microsoft.com/office/drawing/2014/main" id="{6BCD596F-F425-9A68-AA4D-91D0C4EF3D57}"/>
                </a:ext>
              </a:extLst>
            </p:cNvPr>
            <p:cNvSpPr/>
            <p:nvPr/>
          </p:nvSpPr>
          <p:spPr>
            <a:xfrm>
              <a:off x="7972896" y="1460972"/>
              <a:ext cx="333375" cy="381000"/>
            </a:xfrm>
            <a:custGeom>
              <a:avLst/>
              <a:gdLst>
                <a:gd name="connsiteX0" fmla="*/ 7144 w 333375"/>
                <a:gd name="connsiteY0" fmla="*/ 196691 h 381000"/>
                <a:gd name="connsiteX1" fmla="*/ 21431 w 333375"/>
                <a:gd name="connsiteY1" fmla="*/ 113824 h 381000"/>
                <a:gd name="connsiteX2" fmla="*/ 58579 w 333375"/>
                <a:gd name="connsiteY2" fmla="*/ 54769 h 381000"/>
                <a:gd name="connsiteX3" fmla="*/ 111919 w 333375"/>
                <a:gd name="connsiteY3" fmla="*/ 19526 h 381000"/>
                <a:gd name="connsiteX4" fmla="*/ 173831 w 333375"/>
                <a:gd name="connsiteY4" fmla="*/ 7144 h 381000"/>
                <a:gd name="connsiteX5" fmla="*/ 289084 w 333375"/>
                <a:gd name="connsiteY5" fmla="*/ 52864 h 381000"/>
                <a:gd name="connsiteX6" fmla="*/ 330041 w 333375"/>
                <a:gd name="connsiteY6" fmla="*/ 189071 h 381000"/>
                <a:gd name="connsiteX7" fmla="*/ 330041 w 333375"/>
                <a:gd name="connsiteY7" fmla="*/ 204311 h 381000"/>
                <a:gd name="connsiteX8" fmla="*/ 329089 w 333375"/>
                <a:gd name="connsiteY8" fmla="*/ 219551 h 381000"/>
                <a:gd name="connsiteX9" fmla="*/ 93822 w 333375"/>
                <a:gd name="connsiteY9" fmla="*/ 219551 h 381000"/>
                <a:gd name="connsiteX10" fmla="*/ 124301 w 333375"/>
                <a:gd name="connsiteY10" fmla="*/ 286226 h 381000"/>
                <a:gd name="connsiteX11" fmla="*/ 202406 w 333375"/>
                <a:gd name="connsiteY11" fmla="*/ 310039 h 381000"/>
                <a:gd name="connsiteX12" fmla="*/ 257651 w 333375"/>
                <a:gd name="connsiteY12" fmla="*/ 304324 h 381000"/>
                <a:gd name="connsiteX13" fmla="*/ 269081 w 333375"/>
                <a:gd name="connsiteY13" fmla="*/ 301466 h 381000"/>
                <a:gd name="connsiteX14" fmla="*/ 301466 w 333375"/>
                <a:gd name="connsiteY14" fmla="*/ 323374 h 381000"/>
                <a:gd name="connsiteX15" fmla="*/ 307181 w 333375"/>
                <a:gd name="connsiteY15" fmla="*/ 360521 h 381000"/>
                <a:gd name="connsiteX16" fmla="*/ 288131 w 333375"/>
                <a:gd name="connsiteY16" fmla="*/ 368141 h 381000"/>
                <a:gd name="connsiteX17" fmla="*/ 260509 w 333375"/>
                <a:gd name="connsiteY17" fmla="*/ 374809 h 381000"/>
                <a:gd name="connsiteX18" fmla="*/ 227172 w 333375"/>
                <a:gd name="connsiteY18" fmla="*/ 379571 h 381000"/>
                <a:gd name="connsiteX19" fmla="*/ 190976 w 333375"/>
                <a:gd name="connsiteY19" fmla="*/ 381476 h 381000"/>
                <a:gd name="connsiteX20" fmla="*/ 109061 w 333375"/>
                <a:gd name="connsiteY20" fmla="*/ 367189 h 381000"/>
                <a:gd name="connsiteX21" fmla="*/ 51911 w 333375"/>
                <a:gd name="connsiteY21" fmla="*/ 328136 h 381000"/>
                <a:gd name="connsiteX22" fmla="*/ 18574 w 333375"/>
                <a:gd name="connsiteY22" fmla="*/ 269081 h 381000"/>
                <a:gd name="connsiteX23" fmla="*/ 7144 w 333375"/>
                <a:gd name="connsiteY23" fmla="*/ 196691 h 381000"/>
                <a:gd name="connsiteX24" fmla="*/ 246222 w 333375"/>
                <a:gd name="connsiteY24" fmla="*/ 159544 h 381000"/>
                <a:gd name="connsiteX25" fmla="*/ 241459 w 333375"/>
                <a:gd name="connsiteY25" fmla="*/ 127159 h 381000"/>
                <a:gd name="connsiteX26" fmla="*/ 227172 w 333375"/>
                <a:gd name="connsiteY26" fmla="*/ 100489 h 381000"/>
                <a:gd name="connsiteX27" fmla="*/ 204311 w 333375"/>
                <a:gd name="connsiteY27" fmla="*/ 82391 h 381000"/>
                <a:gd name="connsiteX28" fmla="*/ 172879 w 333375"/>
                <a:gd name="connsiteY28" fmla="*/ 75724 h 381000"/>
                <a:gd name="connsiteX29" fmla="*/ 139541 w 333375"/>
                <a:gd name="connsiteY29" fmla="*/ 83344 h 381000"/>
                <a:gd name="connsiteX30" fmla="*/ 115729 w 333375"/>
                <a:gd name="connsiteY30" fmla="*/ 102394 h 381000"/>
                <a:gd name="connsiteX31" fmla="*/ 100489 w 333375"/>
                <a:gd name="connsiteY31" fmla="*/ 129064 h 381000"/>
                <a:gd name="connsiteX32" fmla="*/ 92869 w 333375"/>
                <a:gd name="connsiteY32" fmla="*/ 159544 h 381000"/>
                <a:gd name="connsiteX33" fmla="*/ 246222 w 333375"/>
                <a:gd name="connsiteY33" fmla="*/ 159544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33375" h="381000">
                  <a:moveTo>
                    <a:pt x="7144" y="196691"/>
                  </a:moveTo>
                  <a:cubicBezTo>
                    <a:pt x="7144" y="165259"/>
                    <a:pt x="11906" y="137636"/>
                    <a:pt x="21431" y="113824"/>
                  </a:cubicBezTo>
                  <a:cubicBezTo>
                    <a:pt x="30956" y="90011"/>
                    <a:pt x="43339" y="70009"/>
                    <a:pt x="58579" y="54769"/>
                  </a:cubicBezTo>
                  <a:cubicBezTo>
                    <a:pt x="73819" y="38576"/>
                    <a:pt x="91916" y="27146"/>
                    <a:pt x="111919" y="19526"/>
                  </a:cubicBezTo>
                  <a:cubicBezTo>
                    <a:pt x="131922" y="11906"/>
                    <a:pt x="152876" y="7144"/>
                    <a:pt x="173831" y="7144"/>
                  </a:cubicBezTo>
                  <a:cubicBezTo>
                    <a:pt x="223361" y="7144"/>
                    <a:pt x="261461" y="22384"/>
                    <a:pt x="289084" y="52864"/>
                  </a:cubicBezTo>
                  <a:cubicBezTo>
                    <a:pt x="316706" y="83344"/>
                    <a:pt x="330041" y="129064"/>
                    <a:pt x="330041" y="189071"/>
                  </a:cubicBezTo>
                  <a:cubicBezTo>
                    <a:pt x="330041" y="193834"/>
                    <a:pt x="330041" y="198596"/>
                    <a:pt x="330041" y="204311"/>
                  </a:cubicBezTo>
                  <a:cubicBezTo>
                    <a:pt x="330041" y="210026"/>
                    <a:pt x="329089" y="214789"/>
                    <a:pt x="329089" y="219551"/>
                  </a:cubicBezTo>
                  <a:lnTo>
                    <a:pt x="93822" y="219551"/>
                  </a:lnTo>
                  <a:cubicBezTo>
                    <a:pt x="95726" y="248126"/>
                    <a:pt x="106204" y="270034"/>
                    <a:pt x="124301" y="286226"/>
                  </a:cubicBezTo>
                  <a:cubicBezTo>
                    <a:pt x="142399" y="301466"/>
                    <a:pt x="168116" y="310039"/>
                    <a:pt x="202406" y="310039"/>
                  </a:cubicBezTo>
                  <a:cubicBezTo>
                    <a:pt x="222409" y="310039"/>
                    <a:pt x="240506" y="308134"/>
                    <a:pt x="257651" y="304324"/>
                  </a:cubicBezTo>
                  <a:cubicBezTo>
                    <a:pt x="261461" y="303371"/>
                    <a:pt x="266224" y="302419"/>
                    <a:pt x="269081" y="301466"/>
                  </a:cubicBezTo>
                  <a:cubicBezTo>
                    <a:pt x="284322" y="297656"/>
                    <a:pt x="298609" y="308134"/>
                    <a:pt x="301466" y="323374"/>
                  </a:cubicBezTo>
                  <a:lnTo>
                    <a:pt x="307181" y="360521"/>
                  </a:lnTo>
                  <a:cubicBezTo>
                    <a:pt x="302419" y="362426"/>
                    <a:pt x="296704" y="365284"/>
                    <a:pt x="288131" y="368141"/>
                  </a:cubicBezTo>
                  <a:cubicBezTo>
                    <a:pt x="280511" y="370999"/>
                    <a:pt x="270986" y="372904"/>
                    <a:pt x="260509" y="374809"/>
                  </a:cubicBezTo>
                  <a:cubicBezTo>
                    <a:pt x="250031" y="376714"/>
                    <a:pt x="239554" y="378619"/>
                    <a:pt x="227172" y="379571"/>
                  </a:cubicBezTo>
                  <a:cubicBezTo>
                    <a:pt x="214789" y="380524"/>
                    <a:pt x="203359" y="381476"/>
                    <a:pt x="190976" y="381476"/>
                  </a:cubicBezTo>
                  <a:cubicBezTo>
                    <a:pt x="159544" y="381476"/>
                    <a:pt x="131922" y="376714"/>
                    <a:pt x="109061" y="367189"/>
                  </a:cubicBezTo>
                  <a:cubicBezTo>
                    <a:pt x="86201" y="357664"/>
                    <a:pt x="67151" y="345281"/>
                    <a:pt x="51911" y="328136"/>
                  </a:cubicBezTo>
                  <a:cubicBezTo>
                    <a:pt x="36672" y="311944"/>
                    <a:pt x="26194" y="291941"/>
                    <a:pt x="18574" y="269081"/>
                  </a:cubicBezTo>
                  <a:cubicBezTo>
                    <a:pt x="10954" y="248126"/>
                    <a:pt x="7144" y="223361"/>
                    <a:pt x="7144" y="196691"/>
                  </a:cubicBezTo>
                  <a:close/>
                  <a:moveTo>
                    <a:pt x="246222" y="159544"/>
                  </a:moveTo>
                  <a:cubicBezTo>
                    <a:pt x="246222" y="148114"/>
                    <a:pt x="244316" y="137636"/>
                    <a:pt x="241459" y="127159"/>
                  </a:cubicBezTo>
                  <a:cubicBezTo>
                    <a:pt x="238601" y="116681"/>
                    <a:pt x="233839" y="108109"/>
                    <a:pt x="227172" y="100489"/>
                  </a:cubicBezTo>
                  <a:cubicBezTo>
                    <a:pt x="221456" y="92869"/>
                    <a:pt x="213836" y="87154"/>
                    <a:pt x="204311" y="82391"/>
                  </a:cubicBezTo>
                  <a:cubicBezTo>
                    <a:pt x="195739" y="77629"/>
                    <a:pt x="185261" y="75724"/>
                    <a:pt x="172879" y="75724"/>
                  </a:cubicBezTo>
                  <a:cubicBezTo>
                    <a:pt x="160497" y="75724"/>
                    <a:pt x="149066" y="78581"/>
                    <a:pt x="139541" y="83344"/>
                  </a:cubicBezTo>
                  <a:cubicBezTo>
                    <a:pt x="130016" y="88106"/>
                    <a:pt x="121444" y="94774"/>
                    <a:pt x="115729" y="102394"/>
                  </a:cubicBezTo>
                  <a:cubicBezTo>
                    <a:pt x="110014" y="110014"/>
                    <a:pt x="104299" y="118586"/>
                    <a:pt x="100489" y="129064"/>
                  </a:cubicBezTo>
                  <a:cubicBezTo>
                    <a:pt x="96679" y="139541"/>
                    <a:pt x="94774" y="149066"/>
                    <a:pt x="92869" y="159544"/>
                  </a:cubicBezTo>
                  <a:lnTo>
                    <a:pt x="246222" y="1595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2" name="Freeform: Shape 4">
              <a:extLst>
                <a:ext uri="{FF2B5EF4-FFF2-40B4-BE49-F238E27FC236}">
                  <a16:creationId xmlns:a16="http://schemas.microsoft.com/office/drawing/2014/main" id="{86590D9F-49F4-DED8-6843-003A8EC79A98}"/>
                </a:ext>
              </a:extLst>
            </p:cNvPr>
            <p:cNvSpPr/>
            <p:nvPr/>
          </p:nvSpPr>
          <p:spPr>
            <a:xfrm>
              <a:off x="7182323" y="1317145"/>
              <a:ext cx="114301" cy="114301"/>
            </a:xfrm>
            <a:custGeom>
              <a:avLst/>
              <a:gdLst>
                <a:gd name="connsiteX0" fmla="*/ 109061 w 114300"/>
                <a:gd name="connsiteY0" fmla="*/ 58579 h 114300"/>
                <a:gd name="connsiteX1" fmla="*/ 93821 w 114300"/>
                <a:gd name="connsiteY1" fmla="*/ 95726 h 114300"/>
                <a:gd name="connsiteX2" fmla="*/ 58579 w 114300"/>
                <a:gd name="connsiteY2" fmla="*/ 109061 h 114300"/>
                <a:gd name="connsiteX3" fmla="*/ 22384 w 114300"/>
                <a:gd name="connsiteY3" fmla="*/ 95726 h 114300"/>
                <a:gd name="connsiteX4" fmla="*/ 7144 w 114300"/>
                <a:gd name="connsiteY4" fmla="*/ 58579 h 114300"/>
                <a:gd name="connsiteX5" fmla="*/ 22384 w 114300"/>
                <a:gd name="connsiteY5" fmla="*/ 20479 h 114300"/>
                <a:gd name="connsiteX6" fmla="*/ 58579 w 114300"/>
                <a:gd name="connsiteY6" fmla="*/ 7144 h 114300"/>
                <a:gd name="connsiteX7" fmla="*/ 93821 w 114300"/>
                <a:gd name="connsiteY7" fmla="*/ 20479 h 114300"/>
                <a:gd name="connsiteX8" fmla="*/ 109061 w 114300"/>
                <a:gd name="connsiteY8" fmla="*/ 58579 h 114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00" h="114300">
                  <a:moveTo>
                    <a:pt x="109061" y="58579"/>
                  </a:moveTo>
                  <a:cubicBezTo>
                    <a:pt x="109061" y="73819"/>
                    <a:pt x="104299" y="86201"/>
                    <a:pt x="93821" y="95726"/>
                  </a:cubicBezTo>
                  <a:cubicBezTo>
                    <a:pt x="83344" y="105251"/>
                    <a:pt x="71914" y="109061"/>
                    <a:pt x="58579" y="109061"/>
                  </a:cubicBezTo>
                  <a:cubicBezTo>
                    <a:pt x="44291" y="109061"/>
                    <a:pt x="31909" y="104299"/>
                    <a:pt x="22384" y="95726"/>
                  </a:cubicBezTo>
                  <a:cubicBezTo>
                    <a:pt x="11906" y="86201"/>
                    <a:pt x="7144" y="73819"/>
                    <a:pt x="7144" y="58579"/>
                  </a:cubicBezTo>
                  <a:cubicBezTo>
                    <a:pt x="7144" y="42386"/>
                    <a:pt x="11906" y="30004"/>
                    <a:pt x="22384" y="20479"/>
                  </a:cubicBezTo>
                  <a:cubicBezTo>
                    <a:pt x="32861" y="10954"/>
                    <a:pt x="44291" y="7144"/>
                    <a:pt x="58579" y="7144"/>
                  </a:cubicBezTo>
                  <a:cubicBezTo>
                    <a:pt x="71914" y="7144"/>
                    <a:pt x="84296" y="11906"/>
                    <a:pt x="93821" y="20479"/>
                  </a:cubicBezTo>
                  <a:cubicBezTo>
                    <a:pt x="104299" y="30004"/>
                    <a:pt x="109061" y="43339"/>
                    <a:pt x="109061" y="5857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3" name="Freeform: Shape 5">
              <a:extLst>
                <a:ext uri="{FF2B5EF4-FFF2-40B4-BE49-F238E27FC236}">
                  <a16:creationId xmlns:a16="http://schemas.microsoft.com/office/drawing/2014/main" id="{D62562C7-AE5C-3589-FB4F-9F8E92FDF535}"/>
                </a:ext>
              </a:extLst>
            </p:cNvPr>
            <p:cNvSpPr/>
            <p:nvPr/>
          </p:nvSpPr>
          <p:spPr>
            <a:xfrm>
              <a:off x="7192800" y="1473355"/>
              <a:ext cx="95250" cy="371475"/>
            </a:xfrm>
            <a:custGeom>
              <a:avLst/>
              <a:gdLst>
                <a:gd name="connsiteX0" fmla="*/ 90011 w 95250"/>
                <a:gd name="connsiteY0" fmla="*/ 366236 h 371475"/>
                <a:gd name="connsiteX1" fmla="*/ 67151 w 95250"/>
                <a:gd name="connsiteY1" fmla="*/ 366236 h 371475"/>
                <a:gd name="connsiteX2" fmla="*/ 7144 w 95250"/>
                <a:gd name="connsiteY2" fmla="*/ 306229 h 371475"/>
                <a:gd name="connsiteX3" fmla="*/ 7144 w 95250"/>
                <a:gd name="connsiteY3" fmla="*/ 7144 h 371475"/>
                <a:gd name="connsiteX4" fmla="*/ 35719 w 95250"/>
                <a:gd name="connsiteY4" fmla="*/ 7144 h 371475"/>
                <a:gd name="connsiteX5" fmla="*/ 90011 w 95250"/>
                <a:gd name="connsiteY5" fmla="*/ 62389 h 371475"/>
                <a:gd name="connsiteX6" fmla="*/ 90011 w 95250"/>
                <a:gd name="connsiteY6" fmla="*/ 366236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250" h="371475">
                  <a:moveTo>
                    <a:pt x="90011" y="366236"/>
                  </a:moveTo>
                  <a:lnTo>
                    <a:pt x="67151" y="366236"/>
                  </a:lnTo>
                  <a:cubicBezTo>
                    <a:pt x="33814" y="366236"/>
                    <a:pt x="7144" y="339566"/>
                    <a:pt x="7144" y="306229"/>
                  </a:cubicBezTo>
                  <a:lnTo>
                    <a:pt x="7144" y="7144"/>
                  </a:lnTo>
                  <a:lnTo>
                    <a:pt x="35719" y="7144"/>
                  </a:lnTo>
                  <a:cubicBezTo>
                    <a:pt x="66199" y="7144"/>
                    <a:pt x="90011" y="31909"/>
                    <a:pt x="90011" y="62389"/>
                  </a:cubicBezTo>
                  <a:lnTo>
                    <a:pt x="90011" y="366236"/>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6" name="Freeform: Shape 6">
              <a:extLst>
                <a:ext uri="{FF2B5EF4-FFF2-40B4-BE49-F238E27FC236}">
                  <a16:creationId xmlns:a16="http://schemas.microsoft.com/office/drawing/2014/main" id="{60B0B2EE-A3FA-2426-1BED-34D93339823C}"/>
                </a:ext>
              </a:extLst>
            </p:cNvPr>
            <p:cNvSpPr/>
            <p:nvPr/>
          </p:nvSpPr>
          <p:spPr>
            <a:xfrm>
              <a:off x="7637617" y="1474308"/>
              <a:ext cx="352426" cy="371475"/>
            </a:xfrm>
            <a:custGeom>
              <a:avLst/>
              <a:gdLst>
                <a:gd name="connsiteX0" fmla="*/ 287179 w 352425"/>
                <a:gd name="connsiteY0" fmla="*/ 7144 h 371475"/>
                <a:gd name="connsiteX1" fmla="*/ 250031 w 352425"/>
                <a:gd name="connsiteY1" fmla="*/ 43339 h 371475"/>
                <a:gd name="connsiteX2" fmla="*/ 179547 w 352425"/>
                <a:gd name="connsiteY2" fmla="*/ 246221 h 371475"/>
                <a:gd name="connsiteX3" fmla="*/ 106204 w 352425"/>
                <a:gd name="connsiteY3" fmla="*/ 47149 h 371475"/>
                <a:gd name="connsiteX4" fmla="*/ 68104 w 352425"/>
                <a:gd name="connsiteY4" fmla="*/ 7144 h 371475"/>
                <a:gd name="connsiteX5" fmla="*/ 27147 w 352425"/>
                <a:gd name="connsiteY5" fmla="*/ 7144 h 371475"/>
                <a:gd name="connsiteX6" fmla="*/ 7144 w 352425"/>
                <a:gd name="connsiteY6" fmla="*/ 7144 h 371475"/>
                <a:gd name="connsiteX7" fmla="*/ 130969 w 352425"/>
                <a:gd name="connsiteY7" fmla="*/ 329089 h 371475"/>
                <a:gd name="connsiteX8" fmla="*/ 171927 w 352425"/>
                <a:gd name="connsiteY8" fmla="*/ 365284 h 371475"/>
                <a:gd name="connsiteX9" fmla="*/ 213836 w 352425"/>
                <a:gd name="connsiteY9" fmla="*/ 365284 h 371475"/>
                <a:gd name="connsiteX10" fmla="*/ 350044 w 352425"/>
                <a:gd name="connsiteY10" fmla="*/ 7144 h 371475"/>
                <a:gd name="connsiteX11" fmla="*/ 287179 w 352425"/>
                <a:gd name="connsiteY11" fmla="*/ 7144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425" h="371475">
                  <a:moveTo>
                    <a:pt x="287179" y="7144"/>
                  </a:moveTo>
                  <a:cubicBezTo>
                    <a:pt x="265272" y="7144"/>
                    <a:pt x="259556" y="18574"/>
                    <a:pt x="250031" y="43339"/>
                  </a:cubicBezTo>
                  <a:lnTo>
                    <a:pt x="179547" y="246221"/>
                  </a:lnTo>
                  <a:lnTo>
                    <a:pt x="106204" y="47149"/>
                  </a:lnTo>
                  <a:cubicBezTo>
                    <a:pt x="97631" y="21431"/>
                    <a:pt x="90011" y="7144"/>
                    <a:pt x="68104" y="7144"/>
                  </a:cubicBezTo>
                  <a:lnTo>
                    <a:pt x="27147" y="7144"/>
                  </a:lnTo>
                  <a:lnTo>
                    <a:pt x="7144" y="7144"/>
                  </a:lnTo>
                  <a:lnTo>
                    <a:pt x="130969" y="329089"/>
                  </a:lnTo>
                  <a:cubicBezTo>
                    <a:pt x="142399" y="352901"/>
                    <a:pt x="150019" y="365284"/>
                    <a:pt x="171927" y="365284"/>
                  </a:cubicBezTo>
                  <a:lnTo>
                    <a:pt x="213836" y="365284"/>
                  </a:lnTo>
                  <a:lnTo>
                    <a:pt x="350044" y="7144"/>
                  </a:lnTo>
                  <a:lnTo>
                    <a:pt x="287179" y="7144"/>
                  </a:ln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7" name="Freeform: Shape 7">
              <a:extLst>
                <a:ext uri="{FF2B5EF4-FFF2-40B4-BE49-F238E27FC236}">
                  <a16:creationId xmlns:a16="http://schemas.microsoft.com/office/drawing/2014/main" id="{74E2ED07-916B-D3F0-C9C1-2B7E11FD7757}"/>
                </a:ext>
              </a:extLst>
            </p:cNvPr>
            <p:cNvSpPr/>
            <p:nvPr/>
          </p:nvSpPr>
          <p:spPr>
            <a:xfrm>
              <a:off x="7326150"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2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2" y="80486"/>
                  </a:cubicBezTo>
                  <a:cubicBezTo>
                    <a:pt x="128111" y="79534"/>
                    <a:pt x="139541" y="78581"/>
                    <a:pt x="150019" y="78581"/>
                  </a:cubicBezTo>
                  <a:cubicBezTo>
                    <a:pt x="164307"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8134"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18" name="Freeform: Shape 8">
              <a:extLst>
                <a:ext uri="{FF2B5EF4-FFF2-40B4-BE49-F238E27FC236}">
                  <a16:creationId xmlns:a16="http://schemas.microsoft.com/office/drawing/2014/main" id="{72E4B802-B9FC-C4B5-1744-904FF967CB4F}"/>
                </a:ext>
              </a:extLst>
            </p:cNvPr>
            <p:cNvSpPr/>
            <p:nvPr/>
          </p:nvSpPr>
          <p:spPr>
            <a:xfrm>
              <a:off x="8331989" y="1464782"/>
              <a:ext cx="314325" cy="381000"/>
            </a:xfrm>
            <a:custGeom>
              <a:avLst/>
              <a:gdLst>
                <a:gd name="connsiteX0" fmla="*/ 300514 w 314325"/>
                <a:gd name="connsiteY0" fmla="*/ 105251 h 381000"/>
                <a:gd name="connsiteX1" fmla="*/ 275749 w 314325"/>
                <a:gd name="connsiteY1" fmla="*/ 52864 h 381000"/>
                <a:gd name="connsiteX2" fmla="*/ 229076 w 314325"/>
                <a:gd name="connsiteY2" fmla="*/ 19526 h 381000"/>
                <a:gd name="connsiteX3" fmla="*/ 155734 w 314325"/>
                <a:gd name="connsiteY3" fmla="*/ 7144 h 381000"/>
                <a:gd name="connsiteX4" fmla="*/ 70009 w 314325"/>
                <a:gd name="connsiteY4" fmla="*/ 13811 h 381000"/>
                <a:gd name="connsiteX5" fmla="*/ 7144 w 314325"/>
                <a:gd name="connsiteY5" fmla="*/ 27146 h 381000"/>
                <a:gd name="connsiteX6" fmla="*/ 7144 w 314325"/>
                <a:gd name="connsiteY6" fmla="*/ 329089 h 381000"/>
                <a:gd name="connsiteX7" fmla="*/ 7144 w 314325"/>
                <a:gd name="connsiteY7" fmla="*/ 329089 h 381000"/>
                <a:gd name="connsiteX8" fmla="*/ 7144 w 314325"/>
                <a:gd name="connsiteY8" fmla="*/ 338614 h 381000"/>
                <a:gd name="connsiteX9" fmla="*/ 44291 w 314325"/>
                <a:gd name="connsiteY9" fmla="*/ 375761 h 381000"/>
                <a:gd name="connsiteX10" fmla="*/ 45244 w 314325"/>
                <a:gd name="connsiteY10" fmla="*/ 375761 h 381000"/>
                <a:gd name="connsiteX11" fmla="*/ 45244 w 314325"/>
                <a:gd name="connsiteY11" fmla="*/ 375761 h 381000"/>
                <a:gd name="connsiteX12" fmla="*/ 90964 w 314325"/>
                <a:gd name="connsiteY12" fmla="*/ 375761 h 381000"/>
                <a:gd name="connsiteX13" fmla="*/ 90964 w 314325"/>
                <a:gd name="connsiteY13" fmla="*/ 84296 h 381000"/>
                <a:gd name="connsiteX14" fmla="*/ 116681 w 314325"/>
                <a:gd name="connsiteY14" fmla="*/ 80486 h 381000"/>
                <a:gd name="connsiteX15" fmla="*/ 150019 w 314325"/>
                <a:gd name="connsiteY15" fmla="*/ 78581 h 381000"/>
                <a:gd name="connsiteX16" fmla="*/ 186214 w 314325"/>
                <a:gd name="connsiteY16" fmla="*/ 84296 h 381000"/>
                <a:gd name="connsiteX17" fmla="*/ 210026 w 314325"/>
                <a:gd name="connsiteY17" fmla="*/ 102394 h 381000"/>
                <a:gd name="connsiteX18" fmla="*/ 222409 w 314325"/>
                <a:gd name="connsiteY18" fmla="*/ 135731 h 381000"/>
                <a:gd name="connsiteX19" fmla="*/ 226219 w 314325"/>
                <a:gd name="connsiteY19" fmla="*/ 185261 h 381000"/>
                <a:gd name="connsiteX20" fmla="*/ 226219 w 314325"/>
                <a:gd name="connsiteY20" fmla="*/ 328136 h 381000"/>
                <a:gd name="connsiteX21" fmla="*/ 226219 w 314325"/>
                <a:gd name="connsiteY21" fmla="*/ 328136 h 381000"/>
                <a:gd name="connsiteX22" fmla="*/ 226219 w 314325"/>
                <a:gd name="connsiteY22" fmla="*/ 337661 h 381000"/>
                <a:gd name="connsiteX23" fmla="*/ 263366 w 314325"/>
                <a:gd name="connsiteY23" fmla="*/ 374809 h 381000"/>
                <a:gd name="connsiteX24" fmla="*/ 263366 w 314325"/>
                <a:gd name="connsiteY24" fmla="*/ 374809 h 381000"/>
                <a:gd name="connsiteX25" fmla="*/ 310039 w 314325"/>
                <a:gd name="connsiteY25" fmla="*/ 374809 h 381000"/>
                <a:gd name="connsiteX26" fmla="*/ 310039 w 314325"/>
                <a:gd name="connsiteY26" fmla="*/ 172879 h 381000"/>
                <a:gd name="connsiteX27" fmla="*/ 300514 w 314325"/>
                <a:gd name="connsiteY27" fmla="*/ 105251 h 381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314325" h="381000">
                  <a:moveTo>
                    <a:pt x="300514" y="105251"/>
                  </a:moveTo>
                  <a:cubicBezTo>
                    <a:pt x="295751" y="85249"/>
                    <a:pt x="287179" y="67151"/>
                    <a:pt x="275749" y="52864"/>
                  </a:cubicBezTo>
                  <a:cubicBezTo>
                    <a:pt x="264319" y="38576"/>
                    <a:pt x="248126" y="27146"/>
                    <a:pt x="229076" y="19526"/>
                  </a:cubicBezTo>
                  <a:cubicBezTo>
                    <a:pt x="209074" y="11906"/>
                    <a:pt x="185261" y="7144"/>
                    <a:pt x="155734" y="7144"/>
                  </a:cubicBezTo>
                  <a:cubicBezTo>
                    <a:pt x="124301" y="7144"/>
                    <a:pt x="95726" y="9049"/>
                    <a:pt x="70009" y="13811"/>
                  </a:cubicBezTo>
                  <a:cubicBezTo>
                    <a:pt x="44291" y="17621"/>
                    <a:pt x="23336" y="22384"/>
                    <a:pt x="7144" y="27146"/>
                  </a:cubicBezTo>
                  <a:lnTo>
                    <a:pt x="7144" y="329089"/>
                  </a:lnTo>
                  <a:lnTo>
                    <a:pt x="7144" y="329089"/>
                  </a:lnTo>
                  <a:lnTo>
                    <a:pt x="7144" y="338614"/>
                  </a:lnTo>
                  <a:cubicBezTo>
                    <a:pt x="7144" y="358616"/>
                    <a:pt x="23336" y="375761"/>
                    <a:pt x="44291" y="375761"/>
                  </a:cubicBezTo>
                  <a:lnTo>
                    <a:pt x="45244" y="375761"/>
                  </a:lnTo>
                  <a:lnTo>
                    <a:pt x="45244" y="375761"/>
                  </a:lnTo>
                  <a:lnTo>
                    <a:pt x="90964" y="375761"/>
                  </a:lnTo>
                  <a:lnTo>
                    <a:pt x="90964" y="84296"/>
                  </a:lnTo>
                  <a:cubicBezTo>
                    <a:pt x="96679" y="83344"/>
                    <a:pt x="105251" y="82391"/>
                    <a:pt x="116681" y="80486"/>
                  </a:cubicBezTo>
                  <a:cubicBezTo>
                    <a:pt x="128111" y="79534"/>
                    <a:pt x="139541" y="78581"/>
                    <a:pt x="150019" y="78581"/>
                  </a:cubicBezTo>
                  <a:cubicBezTo>
                    <a:pt x="164306" y="78581"/>
                    <a:pt x="176689" y="80486"/>
                    <a:pt x="186214" y="84296"/>
                  </a:cubicBezTo>
                  <a:cubicBezTo>
                    <a:pt x="195739" y="88106"/>
                    <a:pt x="204311" y="94774"/>
                    <a:pt x="210026" y="102394"/>
                  </a:cubicBezTo>
                  <a:cubicBezTo>
                    <a:pt x="215741" y="110966"/>
                    <a:pt x="219551" y="121444"/>
                    <a:pt x="222409" y="135731"/>
                  </a:cubicBezTo>
                  <a:cubicBezTo>
                    <a:pt x="225266" y="149066"/>
                    <a:pt x="226219" y="165259"/>
                    <a:pt x="226219" y="185261"/>
                  </a:cubicBezTo>
                  <a:lnTo>
                    <a:pt x="226219" y="328136"/>
                  </a:lnTo>
                  <a:lnTo>
                    <a:pt x="226219" y="328136"/>
                  </a:lnTo>
                  <a:lnTo>
                    <a:pt x="226219" y="337661"/>
                  </a:lnTo>
                  <a:cubicBezTo>
                    <a:pt x="226219" y="357664"/>
                    <a:pt x="242411" y="374809"/>
                    <a:pt x="263366" y="374809"/>
                  </a:cubicBezTo>
                  <a:lnTo>
                    <a:pt x="263366" y="374809"/>
                  </a:lnTo>
                  <a:lnTo>
                    <a:pt x="310039" y="374809"/>
                  </a:lnTo>
                  <a:lnTo>
                    <a:pt x="310039" y="172879"/>
                  </a:lnTo>
                  <a:cubicBezTo>
                    <a:pt x="307181" y="148114"/>
                    <a:pt x="305276" y="126206"/>
                    <a:pt x="300514" y="1052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0" name="Freeform: Shape 17">
              <a:extLst>
                <a:ext uri="{FF2B5EF4-FFF2-40B4-BE49-F238E27FC236}">
                  <a16:creationId xmlns:a16="http://schemas.microsoft.com/office/drawing/2014/main" id="{F5495405-905D-1A9C-A764-9F140546979E}"/>
                </a:ext>
              </a:extLst>
            </p:cNvPr>
            <p:cNvSpPr/>
            <p:nvPr/>
          </p:nvSpPr>
          <p:spPr>
            <a:xfrm>
              <a:off x="6619395" y="1521933"/>
              <a:ext cx="457199" cy="371475"/>
            </a:xfrm>
            <a:custGeom>
              <a:avLst/>
              <a:gdLst>
                <a:gd name="connsiteX0" fmla="*/ 304324 w 457200"/>
                <a:gd name="connsiteY0" fmla="*/ 261461 h 371475"/>
                <a:gd name="connsiteX1" fmla="*/ 456724 w 457200"/>
                <a:gd name="connsiteY1" fmla="*/ 110014 h 371475"/>
                <a:gd name="connsiteX2" fmla="*/ 344329 w 457200"/>
                <a:gd name="connsiteY2" fmla="*/ 7144 h 371475"/>
                <a:gd name="connsiteX3" fmla="*/ 125254 w 457200"/>
                <a:gd name="connsiteY3" fmla="*/ 241459 h 371475"/>
                <a:gd name="connsiteX4" fmla="*/ 7144 w 457200"/>
                <a:gd name="connsiteY4" fmla="*/ 348139 h 371475"/>
                <a:gd name="connsiteX5" fmla="*/ 96679 w 457200"/>
                <a:gd name="connsiteY5" fmla="*/ 372904 h 371475"/>
                <a:gd name="connsiteX6" fmla="*/ 306229 w 457200"/>
                <a:gd name="connsiteY6" fmla="*/ 304324 h 371475"/>
                <a:gd name="connsiteX7" fmla="*/ 200501 w 457200"/>
                <a:gd name="connsiteY7" fmla="*/ 210026 h 371475"/>
                <a:gd name="connsiteX8" fmla="*/ 304324 w 457200"/>
                <a:gd name="connsiteY8" fmla="*/ 26146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7200" h="371475">
                  <a:moveTo>
                    <a:pt x="304324" y="261461"/>
                  </a:moveTo>
                  <a:cubicBezTo>
                    <a:pt x="390049" y="261461"/>
                    <a:pt x="455771" y="191929"/>
                    <a:pt x="456724" y="110014"/>
                  </a:cubicBezTo>
                  <a:cubicBezTo>
                    <a:pt x="451009" y="73819"/>
                    <a:pt x="438626" y="7144"/>
                    <a:pt x="344329" y="7144"/>
                  </a:cubicBezTo>
                  <a:cubicBezTo>
                    <a:pt x="242411" y="7144"/>
                    <a:pt x="208121" y="150019"/>
                    <a:pt x="125254" y="241459"/>
                  </a:cubicBezTo>
                  <a:cubicBezTo>
                    <a:pt x="118586" y="293846"/>
                    <a:pt x="69056" y="340519"/>
                    <a:pt x="7144" y="348139"/>
                  </a:cubicBezTo>
                  <a:cubicBezTo>
                    <a:pt x="22384" y="364331"/>
                    <a:pt x="55721" y="372904"/>
                    <a:pt x="96679" y="372904"/>
                  </a:cubicBezTo>
                  <a:cubicBezTo>
                    <a:pt x="170021" y="372904"/>
                    <a:pt x="259556" y="350996"/>
                    <a:pt x="306229" y="304324"/>
                  </a:cubicBezTo>
                  <a:cubicBezTo>
                    <a:pt x="244316" y="305276"/>
                    <a:pt x="204311" y="265271"/>
                    <a:pt x="200501" y="210026"/>
                  </a:cubicBezTo>
                  <a:cubicBezTo>
                    <a:pt x="230029" y="247174"/>
                    <a:pt x="264319" y="261461"/>
                    <a:pt x="304324" y="261461"/>
                  </a:cubicBezTo>
                  <a:close/>
                </a:path>
              </a:pathLst>
            </a:custGeom>
            <a:solidFill>
              <a:srgbClr val="17ABDB"/>
            </a:solidFill>
            <a:ln w="9525" cap="flat">
              <a:noFill/>
              <a:prstDash val="solid"/>
              <a:miter/>
            </a:ln>
          </p:spPr>
          <p:txBody>
            <a:bodyPr lIns="73152" tIns="36576" rIns="73152" bIns="36576" rtlCol="0" anchor="ctr"/>
            <a:lstStyle/>
            <a:p>
              <a:endParaRPr lang="de-DE"/>
            </a:p>
          </p:txBody>
        </p:sp>
        <p:sp>
          <p:nvSpPr>
            <p:cNvPr id="21" name="Freeform: Shape 22">
              <a:extLst>
                <a:ext uri="{FF2B5EF4-FFF2-40B4-BE49-F238E27FC236}">
                  <a16:creationId xmlns:a16="http://schemas.microsoft.com/office/drawing/2014/main" id="{A34644FF-D3B8-3931-1413-0014424B7618}"/>
                </a:ext>
              </a:extLst>
            </p:cNvPr>
            <p:cNvSpPr/>
            <p:nvPr/>
          </p:nvSpPr>
          <p:spPr>
            <a:xfrm>
              <a:off x="3176111" y="1268567"/>
              <a:ext cx="3171823" cy="866776"/>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2" name="Freeform: Shape 23">
              <a:extLst>
                <a:ext uri="{FF2B5EF4-FFF2-40B4-BE49-F238E27FC236}">
                  <a16:creationId xmlns:a16="http://schemas.microsoft.com/office/drawing/2014/main" id="{9CD68BCB-AC09-AF89-87C2-25EEEB5F0F73}"/>
                </a:ext>
              </a:extLst>
            </p:cNvPr>
            <p:cNvSpPr/>
            <p:nvPr/>
          </p:nvSpPr>
          <p:spPr>
            <a:xfrm>
              <a:off x="5565899" y="1311398"/>
              <a:ext cx="95250" cy="104775"/>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3" name="Freeform: Shape 24">
              <a:extLst>
                <a:ext uri="{FF2B5EF4-FFF2-40B4-BE49-F238E27FC236}">
                  <a16:creationId xmlns:a16="http://schemas.microsoft.com/office/drawing/2014/main" id="{97DDB8DE-4F3D-2E70-4956-74773F6BFA10}"/>
                </a:ext>
              </a:extLst>
            </p:cNvPr>
            <p:cNvSpPr/>
            <p:nvPr/>
          </p:nvSpPr>
          <p:spPr>
            <a:xfrm>
              <a:off x="6186959" y="1329492"/>
              <a:ext cx="95250" cy="95250"/>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0072AF"/>
            </a:solidFill>
            <a:ln w="9525" cap="flat">
              <a:noFill/>
              <a:prstDash val="solid"/>
              <a:miter/>
            </a:ln>
          </p:spPr>
          <p:txBody>
            <a:bodyPr lIns="73152" tIns="36576" rIns="73152" bIns="36576" rtlCol="0" anchor="ctr"/>
            <a:lstStyle/>
            <a:p>
              <a:endParaRPr lang="de-DE"/>
            </a:p>
          </p:txBody>
        </p:sp>
        <p:sp>
          <p:nvSpPr>
            <p:cNvPr id="24" name="Freeform: Shape 25">
              <a:extLst>
                <a:ext uri="{FF2B5EF4-FFF2-40B4-BE49-F238E27FC236}">
                  <a16:creationId xmlns:a16="http://schemas.microsoft.com/office/drawing/2014/main" id="{88F4554B-CA3E-F381-9204-859F551BE7BA}"/>
                </a:ext>
              </a:extLst>
            </p:cNvPr>
            <p:cNvSpPr/>
            <p:nvPr/>
          </p:nvSpPr>
          <p:spPr>
            <a:xfrm>
              <a:off x="6386989" y="1257136"/>
              <a:ext cx="695324" cy="581025"/>
            </a:xfrm>
            <a:custGeom>
              <a:avLst/>
              <a:gdLst>
                <a:gd name="connsiteX0" fmla="*/ 689134 w 695325"/>
                <a:gd name="connsiteY0" fmla="*/ 368141 h 581025"/>
                <a:gd name="connsiteX1" fmla="*/ 571024 w 695325"/>
                <a:gd name="connsiteY1" fmla="*/ 127159 h 581025"/>
                <a:gd name="connsiteX2" fmla="*/ 388144 w 695325"/>
                <a:gd name="connsiteY2" fmla="*/ 13811 h 581025"/>
                <a:gd name="connsiteX3" fmla="*/ 371951 w 695325"/>
                <a:gd name="connsiteY3" fmla="*/ 7144 h 581025"/>
                <a:gd name="connsiteX4" fmla="*/ 371951 w 695325"/>
                <a:gd name="connsiteY4" fmla="*/ 7144 h 581025"/>
                <a:gd name="connsiteX5" fmla="*/ 371951 w 695325"/>
                <a:gd name="connsiteY5" fmla="*/ 7144 h 581025"/>
                <a:gd name="connsiteX6" fmla="*/ 7144 w 695325"/>
                <a:gd name="connsiteY6" fmla="*/ 383381 h 581025"/>
                <a:gd name="connsiteX7" fmla="*/ 132874 w 695325"/>
                <a:gd name="connsiteY7" fmla="*/ 569119 h 581025"/>
                <a:gd name="connsiteX8" fmla="*/ 262414 w 695325"/>
                <a:gd name="connsiteY8" fmla="*/ 571976 h 581025"/>
                <a:gd name="connsiteX9" fmla="*/ 358616 w 695325"/>
                <a:gd name="connsiteY9" fmla="*/ 506254 h 581025"/>
                <a:gd name="connsiteX10" fmla="*/ 577692 w 695325"/>
                <a:gd name="connsiteY10" fmla="*/ 271939 h 581025"/>
                <a:gd name="connsiteX11" fmla="*/ 690086 w 695325"/>
                <a:gd name="connsiteY11" fmla="*/ 374809 h 581025"/>
                <a:gd name="connsiteX12" fmla="*/ 689134 w 695325"/>
                <a:gd name="connsiteY12" fmla="*/ 368141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5325" h="581025">
                  <a:moveTo>
                    <a:pt x="689134" y="368141"/>
                  </a:moveTo>
                  <a:cubicBezTo>
                    <a:pt x="687229" y="271939"/>
                    <a:pt x="641509" y="191929"/>
                    <a:pt x="571024" y="127159"/>
                  </a:cubicBezTo>
                  <a:cubicBezTo>
                    <a:pt x="517684" y="78581"/>
                    <a:pt x="453866" y="41434"/>
                    <a:pt x="388144" y="13811"/>
                  </a:cubicBezTo>
                  <a:cubicBezTo>
                    <a:pt x="382429" y="11906"/>
                    <a:pt x="377666" y="9049"/>
                    <a:pt x="371951" y="7144"/>
                  </a:cubicBezTo>
                  <a:lnTo>
                    <a:pt x="371951" y="7144"/>
                  </a:lnTo>
                  <a:cubicBezTo>
                    <a:pt x="371951" y="7144"/>
                    <a:pt x="371951" y="7144"/>
                    <a:pt x="371951" y="7144"/>
                  </a:cubicBezTo>
                  <a:cubicBezTo>
                    <a:pt x="290036" y="105251"/>
                    <a:pt x="7144" y="178594"/>
                    <a:pt x="7144" y="383381"/>
                  </a:cubicBezTo>
                  <a:cubicBezTo>
                    <a:pt x="7144" y="463391"/>
                    <a:pt x="57626" y="538639"/>
                    <a:pt x="132874" y="569119"/>
                  </a:cubicBezTo>
                  <a:cubicBezTo>
                    <a:pt x="175736" y="585311"/>
                    <a:pt x="219551" y="586264"/>
                    <a:pt x="262414" y="571976"/>
                  </a:cubicBezTo>
                  <a:cubicBezTo>
                    <a:pt x="300514" y="559594"/>
                    <a:pt x="332899" y="535781"/>
                    <a:pt x="358616" y="506254"/>
                  </a:cubicBezTo>
                  <a:cubicBezTo>
                    <a:pt x="441484" y="413861"/>
                    <a:pt x="475774" y="271939"/>
                    <a:pt x="577692" y="271939"/>
                  </a:cubicBezTo>
                  <a:cubicBezTo>
                    <a:pt x="671036" y="271939"/>
                    <a:pt x="683419" y="338614"/>
                    <a:pt x="690086" y="374809"/>
                  </a:cubicBezTo>
                  <a:cubicBezTo>
                    <a:pt x="689134" y="373856"/>
                    <a:pt x="689134" y="371951"/>
                    <a:pt x="689134" y="368141"/>
                  </a:cubicBezTo>
                  <a:close/>
                </a:path>
              </a:pathLst>
            </a:custGeom>
            <a:solidFill>
              <a:srgbClr val="0072AF"/>
            </a:solidFill>
            <a:ln w="9525" cap="flat">
              <a:noFill/>
              <a:prstDash val="solid"/>
              <a:miter/>
            </a:ln>
          </p:spPr>
          <p:txBody>
            <a:bodyPr lIns="73152" tIns="36576" rIns="73152" bIns="36576" rtlCol="0" anchor="ctr"/>
            <a:lstStyle/>
            <a:p>
              <a:endParaRPr lang="de-DE" dirty="0"/>
            </a:p>
          </p:txBody>
        </p:sp>
      </p:grpSp>
    </p:spTree>
    <p:extLst>
      <p:ext uri="{BB962C8B-B14F-4D97-AF65-F5344CB8AC3E}">
        <p14:creationId xmlns:p14="http://schemas.microsoft.com/office/powerpoint/2010/main" val="1134997407"/>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 Dark and Picture">
    <p:bg>
      <p:bgPr>
        <a:solidFill>
          <a:schemeClr val="accent4"/>
        </a:solidFill>
        <a:effectLst/>
      </p:bgPr>
    </p:bg>
    <p:spTree>
      <p:nvGrpSpPr>
        <p:cNvPr id="1" name=""/>
        <p:cNvGrpSpPr/>
        <p:nvPr/>
      </p:nvGrpSpPr>
      <p:grpSpPr>
        <a:xfrm>
          <a:off x="0" y="0"/>
          <a:ext cx="0" cy="0"/>
          <a:chOff x="0" y="0"/>
          <a:chExt cx="0" cy="0"/>
        </a:xfrm>
      </p:grpSpPr>
      <p:sp>
        <p:nvSpPr>
          <p:cNvPr id="3" name="Picture Placeholder 18">
            <a:extLst>
              <a:ext uri="{FF2B5EF4-FFF2-40B4-BE49-F238E27FC236}">
                <a16:creationId xmlns:a16="http://schemas.microsoft.com/office/drawing/2014/main" id="{D3B1FE99-E8D3-C5FE-4E44-4E4EF67B45DA}"/>
              </a:ext>
            </a:extLst>
          </p:cNvPr>
          <p:cNvSpPr>
            <a:spLocks noGrp="1"/>
          </p:cNvSpPr>
          <p:nvPr>
            <p:ph type="pic" sz="quarter" idx="10" hasCustomPrompt="1"/>
          </p:nvPr>
        </p:nvSpPr>
        <p:spPr>
          <a:xfrm>
            <a:off x="6096001" y="908721"/>
            <a:ext cx="6096000" cy="594928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2" name="Title">
            <a:extLst>
              <a:ext uri="{FF2B5EF4-FFF2-40B4-BE49-F238E27FC236}">
                <a16:creationId xmlns:a16="http://schemas.microsoft.com/office/drawing/2014/main" id="{1B342561-1DD2-4DA7-BA2A-C8E3856FE9BB}"/>
              </a:ext>
            </a:extLst>
          </p:cNvPr>
          <p:cNvSpPr>
            <a:spLocks noGrp="1"/>
          </p:cNvSpPr>
          <p:nvPr>
            <p:ph type="title" hasCustomPrompt="1"/>
          </p:nvPr>
        </p:nvSpPr>
        <p:spPr>
          <a:xfrm>
            <a:off x="407988" y="692696"/>
            <a:ext cx="4751907" cy="720179"/>
          </a:xfrm>
        </p:spPr>
        <p:txBody>
          <a:bodyPr vert="horz" lIns="0" tIns="0" rIns="0" bIns="0" rtlCol="0" anchor="b">
            <a:noAutofit/>
          </a:bodyPr>
          <a:lstStyle>
            <a:lvl1pPr>
              <a:lnSpc>
                <a:spcPct val="80000"/>
              </a:lnSpc>
              <a:defRPr lang="en-GB" sz="3600" baseline="0">
                <a:solidFill>
                  <a:schemeClr val="bg1"/>
                </a:solidFill>
              </a:defRPr>
            </a:lvl1pPr>
          </a:lstStyle>
          <a:p>
            <a:pPr lvl="0"/>
            <a:r>
              <a:rPr lang="en-US" dirty="0"/>
              <a:t>Click to edit Agenda</a:t>
            </a:r>
            <a:endParaRPr lang="en-GB" dirty="0"/>
          </a:p>
        </p:txBody>
      </p:sp>
      <p:sp>
        <p:nvSpPr>
          <p:cNvPr id="10" name="Text Placeholder 9">
            <a:extLst>
              <a:ext uri="{FF2B5EF4-FFF2-40B4-BE49-F238E27FC236}">
                <a16:creationId xmlns:a16="http://schemas.microsoft.com/office/drawing/2014/main" id="{FC6DF15B-7249-491B-BFB7-9A33784178CD}"/>
              </a:ext>
            </a:extLst>
          </p:cNvPr>
          <p:cNvSpPr>
            <a:spLocks noGrp="1"/>
          </p:cNvSpPr>
          <p:nvPr>
            <p:ph type="body" sz="quarter" idx="12"/>
          </p:nvPr>
        </p:nvSpPr>
        <p:spPr>
          <a:xfrm>
            <a:off x="407988" y="1916832"/>
            <a:ext cx="5471988" cy="4536356"/>
          </a:xfrm>
          <a:prstGeom prst="rect">
            <a:avLst/>
          </a:prstGeom>
        </p:spPr>
        <p:txBody>
          <a:bodyPr>
            <a:noAutofit/>
          </a:bodyPr>
          <a:lstStyle>
            <a:lvl1pPr>
              <a:spcBef>
                <a:spcPts val="1200"/>
              </a:spcBef>
              <a:defRPr sz="1800">
                <a:solidFill>
                  <a:schemeClr val="bg1"/>
                </a:solidFill>
              </a:defRPr>
            </a:lvl1pPr>
            <a:lvl2pPr>
              <a:buClr>
                <a:schemeClr val="bg1"/>
              </a:buClr>
              <a:defRPr sz="1600">
                <a:solidFill>
                  <a:schemeClr val="bg1"/>
                </a:solidFill>
              </a:defRPr>
            </a:lvl2pPr>
            <a:lvl3pPr>
              <a:buClr>
                <a:schemeClr val="bg1"/>
              </a:buClr>
              <a:defRPr sz="1600">
                <a:solidFill>
                  <a:schemeClr val="bg1"/>
                </a:solidFill>
              </a:defRPr>
            </a:lvl3pPr>
            <a:lvl4pPr>
              <a:buClr>
                <a:schemeClr val="bg1"/>
              </a:buClr>
              <a:defRPr sz="1400">
                <a:solidFill>
                  <a:schemeClr val="bg1"/>
                </a:solidFill>
              </a:defRPr>
            </a:lvl4pPr>
            <a:lvl5pPr>
              <a:buClr>
                <a:schemeClr val="bg1"/>
              </a:buClr>
              <a:defRPr sz="1400">
                <a:solidFill>
                  <a:schemeClr val="bg1"/>
                </a:solid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Tree>
    <p:extLst>
      <p:ext uri="{BB962C8B-B14F-4D97-AF65-F5344CB8AC3E}">
        <p14:creationId xmlns:p14="http://schemas.microsoft.com/office/powerpoint/2010/main" val="4869354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Agenda">
    <p:bg>
      <p:bgPr>
        <a:solidFill>
          <a:schemeClr val="accent4"/>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1794570" y="1628775"/>
            <a:ext cx="5813598" cy="369332"/>
          </a:xfrm>
          <a:prstGeom prst="rect">
            <a:avLst/>
          </a:prstGeom>
        </p:spPr>
        <p:txBody>
          <a:bodyPr>
            <a:normAutofit/>
          </a:bodyPr>
          <a:lstStyle>
            <a:lvl1pPr>
              <a:spcBef>
                <a:spcPts val="0"/>
              </a:spcBef>
              <a:defRPr sz="2400">
                <a:solidFill>
                  <a:schemeClr val="bg1"/>
                </a:solidFill>
              </a:defRPr>
            </a:lvl1pPr>
          </a:lstStyle>
          <a:p>
            <a:pPr lvl="0"/>
            <a:r>
              <a:rPr lang="en-US" dirty="0"/>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1794570" y="2221388"/>
            <a:ext cx="5813598" cy="369332"/>
          </a:xfrm>
          <a:prstGeom prst="rect">
            <a:avLst/>
          </a:prstGeom>
        </p:spPr>
        <p:txBody>
          <a:bodyPr>
            <a:normAutofit/>
          </a:bodyPr>
          <a:lstStyle>
            <a:lvl1pPr>
              <a:spcBef>
                <a:spcPts val="0"/>
              </a:spcBef>
              <a:defRPr sz="2400">
                <a:solidFill>
                  <a:schemeClr val="bg1"/>
                </a:solidFill>
              </a:defRPr>
            </a:lvl1pPr>
          </a:lstStyle>
          <a:p>
            <a:pPr lvl="0"/>
            <a:r>
              <a:rPr lang="en-US" dirty="0"/>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1794570" y="2814001"/>
            <a:ext cx="5813598" cy="369332"/>
          </a:xfrm>
          <a:prstGeom prst="rect">
            <a:avLst/>
          </a:prstGeom>
        </p:spPr>
        <p:txBody>
          <a:bodyPr>
            <a:normAutofit/>
          </a:bodyPr>
          <a:lstStyle>
            <a:lvl1pPr>
              <a:spcBef>
                <a:spcPts val="0"/>
              </a:spcBef>
              <a:defRPr sz="2400">
                <a:solidFill>
                  <a:schemeClr val="bg1"/>
                </a:solidFill>
              </a:defRPr>
            </a:lvl1pPr>
          </a:lstStyle>
          <a:p>
            <a:pPr lvl="0"/>
            <a:r>
              <a:rPr lang="en-US" dirty="0"/>
              <a:t>Click to add text</a:t>
            </a:r>
          </a:p>
        </p:txBody>
      </p:sp>
      <p:sp>
        <p:nvSpPr>
          <p:cNvPr id="7" name="Text Placeholder 6">
            <a:extLst>
              <a:ext uri="{FF2B5EF4-FFF2-40B4-BE49-F238E27FC236}">
                <a16:creationId xmlns:a16="http://schemas.microsoft.com/office/drawing/2014/main" id="{C9AA932A-4442-4987-878D-3B69D84A4771}"/>
              </a:ext>
            </a:extLst>
          </p:cNvPr>
          <p:cNvSpPr>
            <a:spLocks noGrp="1"/>
          </p:cNvSpPr>
          <p:nvPr>
            <p:ph type="body" sz="quarter" idx="27" hasCustomPrompt="1"/>
          </p:nvPr>
        </p:nvSpPr>
        <p:spPr>
          <a:xfrm>
            <a:off x="1079500" y="1628775"/>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1" name="Text Placeholder 6">
            <a:extLst>
              <a:ext uri="{FF2B5EF4-FFF2-40B4-BE49-F238E27FC236}">
                <a16:creationId xmlns:a16="http://schemas.microsoft.com/office/drawing/2014/main" id="{EAA65ABF-5E47-4A8A-934B-E9458D034F70}"/>
              </a:ext>
            </a:extLst>
          </p:cNvPr>
          <p:cNvSpPr>
            <a:spLocks noGrp="1"/>
          </p:cNvSpPr>
          <p:nvPr>
            <p:ph type="body" sz="quarter" idx="28" hasCustomPrompt="1"/>
          </p:nvPr>
        </p:nvSpPr>
        <p:spPr>
          <a:xfrm>
            <a:off x="1079500" y="2221388"/>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2" name="Text Placeholder 6">
            <a:extLst>
              <a:ext uri="{FF2B5EF4-FFF2-40B4-BE49-F238E27FC236}">
                <a16:creationId xmlns:a16="http://schemas.microsoft.com/office/drawing/2014/main" id="{AE370511-ABDA-4008-B938-10F0105CBF69}"/>
              </a:ext>
            </a:extLst>
          </p:cNvPr>
          <p:cNvSpPr>
            <a:spLocks noGrp="1"/>
          </p:cNvSpPr>
          <p:nvPr>
            <p:ph type="body" sz="quarter" idx="29" hasCustomPrompt="1"/>
          </p:nvPr>
        </p:nvSpPr>
        <p:spPr>
          <a:xfrm>
            <a:off x="1079500" y="2814001"/>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1794570" y="3406614"/>
            <a:ext cx="5813598" cy="369332"/>
          </a:xfrm>
          <a:prstGeom prst="rect">
            <a:avLst/>
          </a:prstGeom>
        </p:spPr>
        <p:txBody>
          <a:bodyPr>
            <a:normAutofit/>
          </a:bodyPr>
          <a:lstStyle>
            <a:lvl1pPr>
              <a:spcBef>
                <a:spcPts val="0"/>
              </a:spcBef>
              <a:defRPr sz="2400">
                <a:solidFill>
                  <a:schemeClr val="bg1"/>
                </a:solidFill>
              </a:defRPr>
            </a:lvl1pPr>
          </a:lstStyle>
          <a:p>
            <a:pPr lvl="0"/>
            <a:r>
              <a:rPr lang="en-US" dirty="0"/>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1794570" y="3999227"/>
            <a:ext cx="5813598" cy="369332"/>
          </a:xfrm>
          <a:prstGeom prst="rect">
            <a:avLst/>
          </a:prstGeom>
        </p:spPr>
        <p:txBody>
          <a:bodyPr>
            <a:normAutofit/>
          </a:bodyPr>
          <a:lstStyle>
            <a:lvl1pPr>
              <a:spcBef>
                <a:spcPts val="0"/>
              </a:spcBef>
              <a:defRPr sz="2400">
                <a:solidFill>
                  <a:schemeClr val="bg1"/>
                </a:solidFill>
              </a:defRPr>
            </a:lvl1pPr>
          </a:lstStyle>
          <a:p>
            <a:pPr lvl="0"/>
            <a:r>
              <a:rPr lang="en-US" dirty="0"/>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1794570" y="4591841"/>
            <a:ext cx="5813598" cy="369332"/>
          </a:xfrm>
          <a:prstGeom prst="rect">
            <a:avLst/>
          </a:prstGeom>
        </p:spPr>
        <p:txBody>
          <a:bodyPr>
            <a:normAutofit/>
          </a:bodyPr>
          <a:lstStyle>
            <a:lvl1pPr>
              <a:spcBef>
                <a:spcPts val="0"/>
              </a:spcBef>
              <a:defRPr sz="2400">
                <a:solidFill>
                  <a:schemeClr val="bg1"/>
                </a:solidFill>
              </a:defRPr>
            </a:lvl1pPr>
          </a:lstStyle>
          <a:p>
            <a:pPr lvl="0"/>
            <a:r>
              <a:rPr lang="en-US" dirty="0"/>
              <a:t>Click to add text</a:t>
            </a:r>
          </a:p>
        </p:txBody>
      </p:sp>
      <p:sp>
        <p:nvSpPr>
          <p:cNvPr id="31" name="Text Placeholder 6">
            <a:extLst>
              <a:ext uri="{FF2B5EF4-FFF2-40B4-BE49-F238E27FC236}">
                <a16:creationId xmlns:a16="http://schemas.microsoft.com/office/drawing/2014/main" id="{C434EB54-C0D1-4857-9330-87FAFCC49D56}"/>
              </a:ext>
            </a:extLst>
          </p:cNvPr>
          <p:cNvSpPr>
            <a:spLocks noGrp="1"/>
          </p:cNvSpPr>
          <p:nvPr>
            <p:ph type="body" sz="quarter" idx="33" hasCustomPrompt="1"/>
          </p:nvPr>
        </p:nvSpPr>
        <p:spPr>
          <a:xfrm>
            <a:off x="1079500" y="3406614"/>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32" name="Text Placeholder 6">
            <a:extLst>
              <a:ext uri="{FF2B5EF4-FFF2-40B4-BE49-F238E27FC236}">
                <a16:creationId xmlns:a16="http://schemas.microsoft.com/office/drawing/2014/main" id="{F0320016-4C9A-409B-8724-E53F23529A4B}"/>
              </a:ext>
            </a:extLst>
          </p:cNvPr>
          <p:cNvSpPr>
            <a:spLocks noGrp="1"/>
          </p:cNvSpPr>
          <p:nvPr>
            <p:ph type="body" sz="quarter" idx="34" hasCustomPrompt="1"/>
          </p:nvPr>
        </p:nvSpPr>
        <p:spPr>
          <a:xfrm>
            <a:off x="1079500" y="3999227"/>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34" name="Text Placeholder 6">
            <a:extLst>
              <a:ext uri="{FF2B5EF4-FFF2-40B4-BE49-F238E27FC236}">
                <a16:creationId xmlns:a16="http://schemas.microsoft.com/office/drawing/2014/main" id="{F0279A3C-5E27-40F7-98C0-08832F4CE1FB}"/>
              </a:ext>
            </a:extLst>
          </p:cNvPr>
          <p:cNvSpPr>
            <a:spLocks noGrp="1"/>
          </p:cNvSpPr>
          <p:nvPr>
            <p:ph type="body" sz="quarter" idx="35" hasCustomPrompt="1"/>
          </p:nvPr>
        </p:nvSpPr>
        <p:spPr>
          <a:xfrm>
            <a:off x="1079500" y="4591841"/>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 name="Title Placeholder 1">
            <a:extLst>
              <a:ext uri="{FF2B5EF4-FFF2-40B4-BE49-F238E27FC236}">
                <a16:creationId xmlns:a16="http://schemas.microsoft.com/office/drawing/2014/main" id="{808BAF09-C52E-54E6-E538-78C64D8AB519}"/>
              </a:ext>
            </a:extLst>
          </p:cNvPr>
          <p:cNvSpPr>
            <a:spLocks noGrp="1"/>
          </p:cNvSpPr>
          <p:nvPr>
            <p:ph type="title"/>
          </p:nvPr>
        </p:nvSpPr>
        <p:spPr>
          <a:xfrm>
            <a:off x="1079321" y="260350"/>
            <a:ext cx="8640763" cy="792163"/>
          </a:xfrm>
        </p:spPr>
        <p:txBody>
          <a:bodyPr/>
          <a:lstStyle>
            <a:lvl1pPr>
              <a:defRPr>
                <a:solidFill>
                  <a:schemeClr val="accent2"/>
                </a:solidFill>
              </a:defRPr>
            </a:lvl1pPr>
          </a:lstStyle>
          <a:p>
            <a:r>
              <a:rPr lang="fr-FR" dirty="0"/>
              <a:t>Modifiez le style du titre</a:t>
            </a:r>
            <a:endParaRPr lang="en-US" dirty="0"/>
          </a:p>
        </p:txBody>
      </p:sp>
      <p:pic>
        <p:nvPicPr>
          <p:cNvPr id="4" name="Picture 16">
            <a:extLst>
              <a:ext uri="{FF2B5EF4-FFF2-40B4-BE49-F238E27FC236}">
                <a16:creationId xmlns:a16="http://schemas.microsoft.com/office/drawing/2014/main" id="{21B52807-7673-5576-DEE4-0A88870C0C1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95800" y="1700808"/>
            <a:ext cx="8281358" cy="6858000"/>
          </a:xfrm>
          <a:prstGeom prst="rect">
            <a:avLst/>
          </a:prstGeom>
        </p:spPr>
      </p:pic>
    </p:spTree>
    <p:extLst>
      <p:ext uri="{BB962C8B-B14F-4D97-AF65-F5344CB8AC3E}">
        <p14:creationId xmlns:p14="http://schemas.microsoft.com/office/powerpoint/2010/main" val="2826565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749D2F3-3C15-428F-AF70-D31974E2F35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52613" y="3199768"/>
            <a:ext cx="9079459" cy="3532255"/>
          </a:xfrm>
          <a:prstGeom prst="rect">
            <a:avLst/>
          </a:prstGeom>
        </p:spPr>
      </p:pic>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1794570" y="1628775"/>
            <a:ext cx="5813598" cy="369332"/>
          </a:xfrm>
          <a:prstGeom prst="rect">
            <a:avLst/>
          </a:prstGeom>
        </p:spPr>
        <p:txBody>
          <a:bodyPr>
            <a:normAutofit/>
          </a:bodyPr>
          <a:lstStyle>
            <a:lvl1pPr>
              <a:spcBef>
                <a:spcPts val="0"/>
              </a:spcBef>
              <a:defRPr sz="2400"/>
            </a:lvl1pPr>
          </a:lstStyle>
          <a:p>
            <a:pPr lvl="0"/>
            <a:r>
              <a:rPr lang="en-US" dirty="0"/>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1794570" y="2221388"/>
            <a:ext cx="5813598" cy="369332"/>
          </a:xfrm>
          <a:prstGeom prst="rect">
            <a:avLst/>
          </a:prstGeom>
        </p:spPr>
        <p:txBody>
          <a:bodyPr>
            <a:normAutofit/>
          </a:bodyPr>
          <a:lstStyle>
            <a:lvl1pPr>
              <a:spcBef>
                <a:spcPts val="0"/>
              </a:spcBef>
              <a:defRPr sz="2400"/>
            </a:lvl1pPr>
          </a:lstStyle>
          <a:p>
            <a:pPr lvl="0"/>
            <a:r>
              <a:rPr lang="en-US" dirty="0"/>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1794570" y="2814001"/>
            <a:ext cx="5813598" cy="369332"/>
          </a:xfrm>
          <a:prstGeom prst="rect">
            <a:avLst/>
          </a:prstGeom>
        </p:spPr>
        <p:txBody>
          <a:bodyPr>
            <a:normAutofit/>
          </a:bodyPr>
          <a:lstStyle>
            <a:lvl1pPr>
              <a:spcBef>
                <a:spcPts val="0"/>
              </a:spcBef>
              <a:defRPr sz="2400"/>
            </a:lvl1pPr>
          </a:lstStyle>
          <a:p>
            <a:pPr lvl="0"/>
            <a:r>
              <a:rPr lang="en-US" dirty="0"/>
              <a:t>Click to add text</a:t>
            </a:r>
          </a:p>
        </p:txBody>
      </p:sp>
      <p:sp>
        <p:nvSpPr>
          <p:cNvPr id="7" name="Text Placeholder 6">
            <a:extLst>
              <a:ext uri="{FF2B5EF4-FFF2-40B4-BE49-F238E27FC236}">
                <a16:creationId xmlns:a16="http://schemas.microsoft.com/office/drawing/2014/main" id="{C9AA932A-4442-4987-878D-3B69D84A4771}"/>
              </a:ext>
            </a:extLst>
          </p:cNvPr>
          <p:cNvSpPr>
            <a:spLocks noGrp="1"/>
          </p:cNvSpPr>
          <p:nvPr>
            <p:ph type="body" sz="quarter" idx="27" hasCustomPrompt="1"/>
          </p:nvPr>
        </p:nvSpPr>
        <p:spPr>
          <a:xfrm>
            <a:off x="1079500" y="1628775"/>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1" name="Text Placeholder 6">
            <a:extLst>
              <a:ext uri="{FF2B5EF4-FFF2-40B4-BE49-F238E27FC236}">
                <a16:creationId xmlns:a16="http://schemas.microsoft.com/office/drawing/2014/main" id="{EAA65ABF-5E47-4A8A-934B-E9458D034F70}"/>
              </a:ext>
            </a:extLst>
          </p:cNvPr>
          <p:cNvSpPr>
            <a:spLocks noGrp="1"/>
          </p:cNvSpPr>
          <p:nvPr>
            <p:ph type="body" sz="quarter" idx="28" hasCustomPrompt="1"/>
          </p:nvPr>
        </p:nvSpPr>
        <p:spPr>
          <a:xfrm>
            <a:off x="1079500" y="2221388"/>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2" name="Text Placeholder 6">
            <a:extLst>
              <a:ext uri="{FF2B5EF4-FFF2-40B4-BE49-F238E27FC236}">
                <a16:creationId xmlns:a16="http://schemas.microsoft.com/office/drawing/2014/main" id="{AE370511-ABDA-4008-B938-10F0105CBF69}"/>
              </a:ext>
            </a:extLst>
          </p:cNvPr>
          <p:cNvSpPr>
            <a:spLocks noGrp="1"/>
          </p:cNvSpPr>
          <p:nvPr>
            <p:ph type="body" sz="quarter" idx="29" hasCustomPrompt="1"/>
          </p:nvPr>
        </p:nvSpPr>
        <p:spPr>
          <a:xfrm>
            <a:off x="1079500" y="2814001"/>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1794570" y="3406614"/>
            <a:ext cx="5813598" cy="369332"/>
          </a:xfrm>
          <a:prstGeom prst="rect">
            <a:avLst/>
          </a:prstGeom>
        </p:spPr>
        <p:txBody>
          <a:bodyPr>
            <a:normAutofit/>
          </a:bodyPr>
          <a:lstStyle>
            <a:lvl1pPr>
              <a:spcBef>
                <a:spcPts val="0"/>
              </a:spcBef>
              <a:defRPr sz="2400"/>
            </a:lvl1pPr>
          </a:lstStyle>
          <a:p>
            <a:pPr lvl="0"/>
            <a:r>
              <a:rPr lang="en-US" dirty="0"/>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1794570" y="3999227"/>
            <a:ext cx="5813598" cy="369332"/>
          </a:xfrm>
          <a:prstGeom prst="rect">
            <a:avLst/>
          </a:prstGeom>
        </p:spPr>
        <p:txBody>
          <a:bodyPr>
            <a:normAutofit/>
          </a:bodyPr>
          <a:lstStyle>
            <a:lvl1pPr>
              <a:spcBef>
                <a:spcPts val="0"/>
              </a:spcBef>
              <a:defRPr sz="2400"/>
            </a:lvl1pPr>
          </a:lstStyle>
          <a:p>
            <a:pPr lvl="0"/>
            <a:r>
              <a:rPr lang="en-US" dirty="0"/>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1794570" y="4591841"/>
            <a:ext cx="5813598" cy="369332"/>
          </a:xfrm>
          <a:prstGeom prst="rect">
            <a:avLst/>
          </a:prstGeom>
        </p:spPr>
        <p:txBody>
          <a:bodyPr>
            <a:normAutofit/>
          </a:bodyPr>
          <a:lstStyle>
            <a:lvl1pPr>
              <a:spcBef>
                <a:spcPts val="0"/>
              </a:spcBef>
              <a:defRPr sz="2400"/>
            </a:lvl1pPr>
          </a:lstStyle>
          <a:p>
            <a:pPr lvl="0"/>
            <a:r>
              <a:rPr lang="en-US" dirty="0"/>
              <a:t>Click to add text</a:t>
            </a:r>
          </a:p>
        </p:txBody>
      </p:sp>
      <p:sp>
        <p:nvSpPr>
          <p:cNvPr id="31" name="Text Placeholder 6">
            <a:extLst>
              <a:ext uri="{FF2B5EF4-FFF2-40B4-BE49-F238E27FC236}">
                <a16:creationId xmlns:a16="http://schemas.microsoft.com/office/drawing/2014/main" id="{C434EB54-C0D1-4857-9330-87FAFCC49D56}"/>
              </a:ext>
            </a:extLst>
          </p:cNvPr>
          <p:cNvSpPr>
            <a:spLocks noGrp="1"/>
          </p:cNvSpPr>
          <p:nvPr>
            <p:ph type="body" sz="quarter" idx="33" hasCustomPrompt="1"/>
          </p:nvPr>
        </p:nvSpPr>
        <p:spPr>
          <a:xfrm>
            <a:off x="1079500" y="3406614"/>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32" name="Text Placeholder 6">
            <a:extLst>
              <a:ext uri="{FF2B5EF4-FFF2-40B4-BE49-F238E27FC236}">
                <a16:creationId xmlns:a16="http://schemas.microsoft.com/office/drawing/2014/main" id="{F0320016-4C9A-409B-8724-E53F23529A4B}"/>
              </a:ext>
            </a:extLst>
          </p:cNvPr>
          <p:cNvSpPr>
            <a:spLocks noGrp="1"/>
          </p:cNvSpPr>
          <p:nvPr>
            <p:ph type="body" sz="quarter" idx="34" hasCustomPrompt="1"/>
          </p:nvPr>
        </p:nvSpPr>
        <p:spPr>
          <a:xfrm>
            <a:off x="1079500" y="3999227"/>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34" name="Text Placeholder 6">
            <a:extLst>
              <a:ext uri="{FF2B5EF4-FFF2-40B4-BE49-F238E27FC236}">
                <a16:creationId xmlns:a16="http://schemas.microsoft.com/office/drawing/2014/main" id="{F0279A3C-5E27-40F7-98C0-08832F4CE1FB}"/>
              </a:ext>
            </a:extLst>
          </p:cNvPr>
          <p:cNvSpPr>
            <a:spLocks noGrp="1"/>
          </p:cNvSpPr>
          <p:nvPr>
            <p:ph type="body" sz="quarter" idx="35" hasCustomPrompt="1"/>
          </p:nvPr>
        </p:nvSpPr>
        <p:spPr>
          <a:xfrm>
            <a:off x="1079500" y="4591841"/>
            <a:ext cx="335980" cy="369888"/>
          </a:xfrm>
          <a:prstGeom prst="rect">
            <a:avLst/>
          </a:prstGeom>
        </p:spPr>
        <p:txBody>
          <a:bodyPr vert="horz" wrap="none" lIns="0" tIns="0" rIns="0" bIns="0" rtlCol="0">
            <a:normAutofit/>
          </a:bodyPr>
          <a:lstStyle>
            <a:lvl1pPr algn="r">
              <a:defRPr lang="de-DE" sz="2400" b="1" dirty="0">
                <a:solidFill>
                  <a:schemeClr val="accent2"/>
                </a:solidFill>
              </a:defRPr>
            </a:lvl1pPr>
          </a:lstStyle>
          <a:p>
            <a:pPr lvl="0">
              <a:spcBef>
                <a:spcPts val="0"/>
              </a:spcBef>
            </a:pPr>
            <a:r>
              <a:rPr lang="de-DE" dirty="0"/>
              <a:t>0x</a:t>
            </a:r>
          </a:p>
        </p:txBody>
      </p:sp>
      <p:sp>
        <p:nvSpPr>
          <p:cNvPr id="2" name="Title Placeholder 1">
            <a:extLst>
              <a:ext uri="{FF2B5EF4-FFF2-40B4-BE49-F238E27FC236}">
                <a16:creationId xmlns:a16="http://schemas.microsoft.com/office/drawing/2014/main" id="{114BB18C-C624-35CB-514D-CE1A312E0BD8}"/>
              </a:ext>
            </a:extLst>
          </p:cNvPr>
          <p:cNvSpPr>
            <a:spLocks noGrp="1"/>
          </p:cNvSpPr>
          <p:nvPr>
            <p:ph type="title"/>
          </p:nvPr>
        </p:nvSpPr>
        <p:spPr>
          <a:xfrm>
            <a:off x="1079321" y="260350"/>
            <a:ext cx="8640763" cy="792163"/>
          </a:xfrm>
        </p:spPr>
        <p:txBody>
          <a:bodyPr/>
          <a:lstStyle>
            <a:lvl1pPr>
              <a:defRPr>
                <a:solidFill>
                  <a:schemeClr val="tx1"/>
                </a:solidFill>
              </a:defRPr>
            </a:lvl1pPr>
          </a:lstStyle>
          <a:p>
            <a:r>
              <a:rPr lang="fr-FR" dirty="0"/>
              <a:t>Modifiez le style du titre</a:t>
            </a:r>
            <a:endParaRPr lang="en-US" dirty="0"/>
          </a:p>
        </p:txBody>
      </p:sp>
    </p:spTree>
    <p:extLst>
      <p:ext uri="{BB962C8B-B14F-4D97-AF65-F5344CB8AC3E}">
        <p14:creationId xmlns:p14="http://schemas.microsoft.com/office/powerpoint/2010/main" val="13994977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_Agenda">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5951984" y="1628775"/>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5951984" y="2221388"/>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5951984" y="2814001"/>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5951984" y="3406614"/>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5951984" y="3999227"/>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5951984" y="4591841"/>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2" name="Title Placeholder 1">
            <a:extLst>
              <a:ext uri="{FF2B5EF4-FFF2-40B4-BE49-F238E27FC236}">
                <a16:creationId xmlns:a16="http://schemas.microsoft.com/office/drawing/2014/main" id="{114BB18C-C624-35CB-514D-CE1A312E0BD8}"/>
              </a:ext>
            </a:extLst>
          </p:cNvPr>
          <p:cNvSpPr>
            <a:spLocks noGrp="1"/>
          </p:cNvSpPr>
          <p:nvPr>
            <p:ph type="title"/>
          </p:nvPr>
        </p:nvSpPr>
        <p:spPr>
          <a:xfrm>
            <a:off x="407565" y="260350"/>
            <a:ext cx="8640763" cy="792163"/>
          </a:xfrm>
        </p:spPr>
        <p:txBody>
          <a:bodyPr/>
          <a:lstStyle>
            <a:lvl1pPr>
              <a:defRPr>
                <a:solidFill>
                  <a:schemeClr val="tx1"/>
                </a:solidFill>
              </a:defRPr>
            </a:lvl1pPr>
          </a:lstStyle>
          <a:p>
            <a:r>
              <a:rPr lang="fr-FR" dirty="0"/>
              <a:t>Modifiez le style du titre</a:t>
            </a:r>
            <a:endParaRPr lang="en-US" dirty="0"/>
          </a:p>
        </p:txBody>
      </p:sp>
      <p:sp>
        <p:nvSpPr>
          <p:cNvPr id="5" name="Espace réservé pour une image  4">
            <a:extLst>
              <a:ext uri="{FF2B5EF4-FFF2-40B4-BE49-F238E27FC236}">
                <a16:creationId xmlns:a16="http://schemas.microsoft.com/office/drawing/2014/main" id="{5449900E-987A-B10E-123E-7DC13509743D}"/>
              </a:ext>
            </a:extLst>
          </p:cNvPr>
          <p:cNvSpPr>
            <a:spLocks noGrp="1"/>
          </p:cNvSpPr>
          <p:nvPr>
            <p:ph type="pic" sz="quarter" idx="33"/>
          </p:nvPr>
        </p:nvSpPr>
        <p:spPr>
          <a:xfrm>
            <a:off x="0" y="1268413"/>
            <a:ext cx="5519738" cy="5113337"/>
          </a:xfrm>
        </p:spPr>
        <p:txBody>
          <a:bodyPr/>
          <a:lstStyle/>
          <a:p>
            <a:endParaRPr lang="en-US" dirty="0"/>
          </a:p>
        </p:txBody>
      </p:sp>
      <p:sp>
        <p:nvSpPr>
          <p:cNvPr id="6" name="Text Placeholder 11">
            <a:extLst>
              <a:ext uri="{FF2B5EF4-FFF2-40B4-BE49-F238E27FC236}">
                <a16:creationId xmlns:a16="http://schemas.microsoft.com/office/drawing/2014/main" id="{CE129A54-4331-295F-FFF7-AADCD886AE6F}"/>
              </a:ext>
            </a:extLst>
          </p:cNvPr>
          <p:cNvSpPr>
            <a:spLocks noGrp="1"/>
          </p:cNvSpPr>
          <p:nvPr>
            <p:ph type="body" sz="quarter" idx="34" hasCustomPrompt="1"/>
          </p:nvPr>
        </p:nvSpPr>
        <p:spPr>
          <a:xfrm>
            <a:off x="5951984" y="5184455"/>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
        <p:nvSpPr>
          <p:cNvPr id="8" name="Text Placeholder 11">
            <a:extLst>
              <a:ext uri="{FF2B5EF4-FFF2-40B4-BE49-F238E27FC236}">
                <a16:creationId xmlns:a16="http://schemas.microsoft.com/office/drawing/2014/main" id="{21F960EB-6EA4-9123-ED77-13467723FA28}"/>
              </a:ext>
            </a:extLst>
          </p:cNvPr>
          <p:cNvSpPr>
            <a:spLocks noGrp="1"/>
          </p:cNvSpPr>
          <p:nvPr>
            <p:ph type="body" sz="quarter" idx="35" hasCustomPrompt="1"/>
          </p:nvPr>
        </p:nvSpPr>
        <p:spPr>
          <a:xfrm>
            <a:off x="5951984" y="5777069"/>
            <a:ext cx="5813598" cy="369332"/>
          </a:xfrm>
          <a:prstGeom prst="rect">
            <a:avLst/>
          </a:prstGeom>
        </p:spPr>
        <p:txBody>
          <a:bodyPr anchor="ctr">
            <a:normAutofit/>
          </a:bodyPr>
          <a:lstStyle>
            <a:lvl1pPr>
              <a:spcBef>
                <a:spcPts val="0"/>
              </a:spcBef>
              <a:defRPr sz="1600"/>
            </a:lvl1pPr>
          </a:lstStyle>
          <a:p>
            <a:pPr lvl="0"/>
            <a:r>
              <a:rPr lang="en-US" dirty="0"/>
              <a:t>Click to add text</a:t>
            </a:r>
          </a:p>
        </p:txBody>
      </p:sp>
    </p:spTree>
    <p:extLst>
      <p:ext uri="{BB962C8B-B14F-4D97-AF65-F5344CB8AC3E}">
        <p14:creationId xmlns:p14="http://schemas.microsoft.com/office/powerpoint/2010/main" val="282093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Agenda">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6CCF694C-872E-0362-0664-84FE017FBD57}"/>
              </a:ext>
            </a:extLst>
          </p:cNvPr>
          <p:cNvSpPr/>
          <p:nvPr userDrawn="1"/>
        </p:nvSpPr>
        <p:spPr>
          <a:xfrm>
            <a:off x="-24680" y="1484784"/>
            <a:ext cx="5735960" cy="5373217"/>
          </a:xfrm>
          <a:prstGeom prst="rect">
            <a:avLst/>
          </a:prstGeom>
          <a:solidFill>
            <a:srgbClr val="173340"/>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dirty="0">
              <a:solidFill>
                <a:schemeClr val="tx1"/>
              </a:solidFill>
            </a:endParaRPr>
          </a:p>
        </p:txBody>
      </p:sp>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407565" y="1863702"/>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407565" y="2456315"/>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407565" y="3048928"/>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407565" y="3641541"/>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407565" y="4234154"/>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407565" y="4826768"/>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2" name="Title Placeholder 1">
            <a:extLst>
              <a:ext uri="{FF2B5EF4-FFF2-40B4-BE49-F238E27FC236}">
                <a16:creationId xmlns:a16="http://schemas.microsoft.com/office/drawing/2014/main" id="{114BB18C-C624-35CB-514D-CE1A312E0BD8}"/>
              </a:ext>
            </a:extLst>
          </p:cNvPr>
          <p:cNvSpPr>
            <a:spLocks noGrp="1"/>
          </p:cNvSpPr>
          <p:nvPr>
            <p:ph type="title"/>
          </p:nvPr>
        </p:nvSpPr>
        <p:spPr>
          <a:xfrm>
            <a:off x="407565" y="260350"/>
            <a:ext cx="5472411" cy="792163"/>
          </a:xfrm>
        </p:spPr>
        <p:txBody>
          <a:bodyPr/>
          <a:lstStyle>
            <a:lvl1pPr>
              <a:defRPr>
                <a:solidFill>
                  <a:schemeClr val="tx1"/>
                </a:solidFill>
              </a:defRPr>
            </a:lvl1pPr>
          </a:lstStyle>
          <a:p>
            <a:r>
              <a:rPr lang="fr-FR" dirty="0"/>
              <a:t>Modifiez le style du titre</a:t>
            </a:r>
            <a:endParaRPr lang="en-US" dirty="0"/>
          </a:p>
        </p:txBody>
      </p:sp>
      <p:sp>
        <p:nvSpPr>
          <p:cNvPr id="6" name="Text Placeholder 11">
            <a:extLst>
              <a:ext uri="{FF2B5EF4-FFF2-40B4-BE49-F238E27FC236}">
                <a16:creationId xmlns:a16="http://schemas.microsoft.com/office/drawing/2014/main" id="{CE129A54-4331-295F-FFF7-AADCD886AE6F}"/>
              </a:ext>
            </a:extLst>
          </p:cNvPr>
          <p:cNvSpPr>
            <a:spLocks noGrp="1"/>
          </p:cNvSpPr>
          <p:nvPr>
            <p:ph type="body" sz="quarter" idx="34" hasCustomPrompt="1"/>
          </p:nvPr>
        </p:nvSpPr>
        <p:spPr>
          <a:xfrm>
            <a:off x="407565" y="5419382"/>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
        <p:nvSpPr>
          <p:cNvPr id="8" name="Text Placeholder 11">
            <a:extLst>
              <a:ext uri="{FF2B5EF4-FFF2-40B4-BE49-F238E27FC236}">
                <a16:creationId xmlns:a16="http://schemas.microsoft.com/office/drawing/2014/main" id="{21F960EB-6EA4-9123-ED77-13467723FA28}"/>
              </a:ext>
            </a:extLst>
          </p:cNvPr>
          <p:cNvSpPr>
            <a:spLocks noGrp="1"/>
          </p:cNvSpPr>
          <p:nvPr>
            <p:ph type="body" sz="quarter" idx="35" hasCustomPrompt="1"/>
          </p:nvPr>
        </p:nvSpPr>
        <p:spPr>
          <a:xfrm>
            <a:off x="407565" y="6011996"/>
            <a:ext cx="4968355" cy="369332"/>
          </a:xfrm>
          <a:prstGeom prst="rect">
            <a:avLst/>
          </a:prstGeom>
        </p:spPr>
        <p:txBody>
          <a:bodyPr anchor="ctr">
            <a:normAutofit/>
          </a:bodyPr>
          <a:lstStyle>
            <a:lvl1pPr>
              <a:spcBef>
                <a:spcPts val="0"/>
              </a:spcBef>
              <a:defRPr sz="1400">
                <a:solidFill>
                  <a:schemeClr val="bg1"/>
                </a:solidFill>
              </a:defRPr>
            </a:lvl1pPr>
          </a:lstStyle>
          <a:p>
            <a:pPr lvl="0"/>
            <a:r>
              <a:rPr lang="en-US" dirty="0"/>
              <a:t>Click to add text</a:t>
            </a:r>
          </a:p>
        </p:txBody>
      </p:sp>
    </p:spTree>
    <p:extLst>
      <p:ext uri="{BB962C8B-B14F-4D97-AF65-F5344CB8AC3E}">
        <p14:creationId xmlns:p14="http://schemas.microsoft.com/office/powerpoint/2010/main" val="2093769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1_Divider Page">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F09D0F-E907-3A0B-CF17-D622F6756CC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79776" y="588210"/>
            <a:ext cx="8281358" cy="6858000"/>
          </a:xfrm>
          <a:prstGeom prst="rect">
            <a:avLst/>
          </a:prstGeom>
        </p:spPr>
      </p:pic>
      <p:sp>
        <p:nvSpPr>
          <p:cNvPr id="7" name="Text Placeholder 6">
            <a:extLst>
              <a:ext uri="{FF2B5EF4-FFF2-40B4-BE49-F238E27FC236}">
                <a16:creationId xmlns:a16="http://schemas.microsoft.com/office/drawing/2014/main" id="{52F5917D-61BC-41CF-A3CC-DAE6954137A8}"/>
              </a:ext>
            </a:extLst>
          </p:cNvPr>
          <p:cNvSpPr>
            <a:spLocks noGrp="1"/>
          </p:cNvSpPr>
          <p:nvPr>
            <p:ph type="body" sz="quarter" idx="17" hasCustomPrompt="1"/>
          </p:nvPr>
        </p:nvSpPr>
        <p:spPr>
          <a:xfrm>
            <a:off x="1919536" y="1556792"/>
            <a:ext cx="648072" cy="648072"/>
          </a:xfrm>
          <a:prstGeom prst="rect">
            <a:avLst/>
          </a:prstGeom>
        </p:spPr>
        <p:txBody>
          <a:bodyPr wrap="none" lIns="0" tIns="0" rIns="0" bIns="0" anchor="t" anchorCtr="0">
            <a:noAutofit/>
          </a:bodyPr>
          <a:lstStyle>
            <a:lvl1pPr>
              <a:defRPr lang="en-US" sz="3200" b="1" cap="none" spc="300" baseline="0" dirty="0">
                <a:solidFill>
                  <a:schemeClr val="bg1"/>
                </a:solidFill>
                <a:latin typeface="+mn-lt"/>
              </a:defRPr>
            </a:lvl1pPr>
          </a:lstStyle>
          <a:p>
            <a:pPr lvl="0">
              <a:spcBef>
                <a:spcPts val="0"/>
              </a:spcBef>
            </a:pPr>
            <a:r>
              <a:rPr lang="en-US" dirty="0"/>
              <a:t>01</a:t>
            </a:r>
          </a:p>
        </p:txBody>
      </p:sp>
      <p:sp>
        <p:nvSpPr>
          <p:cNvPr id="16" name="Text Placeholder 15">
            <a:extLst>
              <a:ext uri="{FF2B5EF4-FFF2-40B4-BE49-F238E27FC236}">
                <a16:creationId xmlns:a16="http://schemas.microsoft.com/office/drawing/2014/main" id="{00E372CD-CFED-4FF2-90F5-6A7F33D9ABAA}"/>
              </a:ext>
            </a:extLst>
          </p:cNvPr>
          <p:cNvSpPr>
            <a:spLocks noGrp="1"/>
          </p:cNvSpPr>
          <p:nvPr>
            <p:ph type="body" sz="quarter" idx="18" hasCustomPrompt="1"/>
          </p:nvPr>
        </p:nvSpPr>
        <p:spPr>
          <a:xfrm>
            <a:off x="2783632" y="1556792"/>
            <a:ext cx="8863408" cy="648072"/>
          </a:xfrm>
          <a:prstGeom prst="rect">
            <a:avLst/>
          </a:prstGeom>
        </p:spPr>
        <p:txBody>
          <a:bodyPr>
            <a:noAutofit/>
          </a:bodyPr>
          <a:lstStyle>
            <a:lvl1pPr>
              <a:defRPr sz="3200">
                <a:solidFill>
                  <a:schemeClr val="bg1"/>
                </a:solidFill>
              </a:defRPr>
            </a:lvl1pPr>
            <a:lvl2pPr>
              <a:defRPr sz="3200">
                <a:solidFill>
                  <a:schemeClr val="bg1"/>
                </a:solidFill>
              </a:defRPr>
            </a:lvl2pPr>
            <a:lvl3pPr>
              <a:defRPr sz="3200">
                <a:solidFill>
                  <a:schemeClr val="bg1"/>
                </a:solidFill>
              </a:defRPr>
            </a:lvl3pPr>
            <a:lvl4pPr>
              <a:defRPr sz="3200">
                <a:solidFill>
                  <a:schemeClr val="bg1"/>
                </a:solidFill>
              </a:defRPr>
            </a:lvl4pPr>
            <a:lvl5pPr>
              <a:defRPr sz="3200">
                <a:solidFill>
                  <a:schemeClr val="bg1"/>
                </a:solidFill>
              </a:defRPr>
            </a:lvl5pPr>
          </a:lstStyle>
          <a:p>
            <a:pPr lvl="0"/>
            <a:r>
              <a:rPr lang="en-US" dirty="0"/>
              <a:t>Click to add text</a:t>
            </a:r>
          </a:p>
        </p:txBody>
      </p:sp>
      <p:grpSp>
        <p:nvGrpSpPr>
          <p:cNvPr id="3" name="Group 37">
            <a:extLst>
              <a:ext uri="{FF2B5EF4-FFF2-40B4-BE49-F238E27FC236}">
                <a16:creationId xmlns:a16="http://schemas.microsoft.com/office/drawing/2014/main" id="{5AD1E928-17A7-8076-E72F-603525614D7F}"/>
              </a:ext>
            </a:extLst>
          </p:cNvPr>
          <p:cNvGrpSpPr/>
          <p:nvPr userDrawn="1"/>
        </p:nvGrpSpPr>
        <p:grpSpPr>
          <a:xfrm>
            <a:off x="11501102" y="171573"/>
            <a:ext cx="419436" cy="388087"/>
            <a:chOff x="5481638" y="2859088"/>
            <a:chExt cx="1231900" cy="1139825"/>
          </a:xfrm>
          <a:solidFill>
            <a:schemeClr val="bg1"/>
          </a:solidFill>
        </p:grpSpPr>
        <p:sp>
          <p:nvSpPr>
            <p:cNvPr id="4" name="Freeform 320">
              <a:extLst>
                <a:ext uri="{FF2B5EF4-FFF2-40B4-BE49-F238E27FC236}">
                  <a16:creationId xmlns:a16="http://schemas.microsoft.com/office/drawing/2014/main" id="{A4C59602-5684-DA3C-4D8A-30F7343DD0DC}"/>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5" name="Freeform 321">
              <a:extLst>
                <a:ext uri="{FF2B5EF4-FFF2-40B4-BE49-F238E27FC236}">
                  <a16:creationId xmlns:a16="http://schemas.microsoft.com/office/drawing/2014/main" id="{39C738EB-51DE-C704-B75C-84CBCD5D6846}"/>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98879366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_Divider Page">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E65870-6F3C-04B2-E814-901DB0CFC0E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79776" y="588210"/>
            <a:ext cx="8281358" cy="6858000"/>
          </a:xfrm>
          <a:prstGeom prst="rect">
            <a:avLst/>
          </a:prstGeom>
        </p:spPr>
      </p:pic>
      <p:sp>
        <p:nvSpPr>
          <p:cNvPr id="7" name="Text Placeholder 6">
            <a:extLst>
              <a:ext uri="{FF2B5EF4-FFF2-40B4-BE49-F238E27FC236}">
                <a16:creationId xmlns:a16="http://schemas.microsoft.com/office/drawing/2014/main" id="{52F5917D-61BC-41CF-A3CC-DAE6954137A8}"/>
              </a:ext>
            </a:extLst>
          </p:cNvPr>
          <p:cNvSpPr>
            <a:spLocks noGrp="1"/>
          </p:cNvSpPr>
          <p:nvPr>
            <p:ph type="body" sz="quarter" idx="17" hasCustomPrompt="1"/>
          </p:nvPr>
        </p:nvSpPr>
        <p:spPr>
          <a:xfrm>
            <a:off x="1919536" y="1556792"/>
            <a:ext cx="648072" cy="648072"/>
          </a:xfrm>
          <a:prstGeom prst="rect">
            <a:avLst/>
          </a:prstGeom>
        </p:spPr>
        <p:txBody>
          <a:bodyPr wrap="none" lIns="0" tIns="0" rIns="0" bIns="0" anchor="t" anchorCtr="0">
            <a:noAutofit/>
          </a:bodyPr>
          <a:lstStyle>
            <a:lvl1pPr>
              <a:defRPr lang="en-US" sz="3200" b="1" cap="none" spc="300" baseline="0" dirty="0">
                <a:solidFill>
                  <a:sysClr val="windowText" lastClr="000000"/>
                </a:solidFill>
                <a:latin typeface="+mn-lt"/>
              </a:defRPr>
            </a:lvl1pPr>
          </a:lstStyle>
          <a:p>
            <a:pPr lvl="0">
              <a:spcBef>
                <a:spcPts val="0"/>
              </a:spcBef>
            </a:pPr>
            <a:r>
              <a:rPr lang="en-US" dirty="0"/>
              <a:t>01</a:t>
            </a:r>
          </a:p>
        </p:txBody>
      </p:sp>
      <p:sp>
        <p:nvSpPr>
          <p:cNvPr id="16" name="Text Placeholder 15">
            <a:extLst>
              <a:ext uri="{FF2B5EF4-FFF2-40B4-BE49-F238E27FC236}">
                <a16:creationId xmlns:a16="http://schemas.microsoft.com/office/drawing/2014/main" id="{00E372CD-CFED-4FF2-90F5-6A7F33D9ABAA}"/>
              </a:ext>
            </a:extLst>
          </p:cNvPr>
          <p:cNvSpPr>
            <a:spLocks noGrp="1"/>
          </p:cNvSpPr>
          <p:nvPr>
            <p:ph type="body" sz="quarter" idx="18" hasCustomPrompt="1"/>
          </p:nvPr>
        </p:nvSpPr>
        <p:spPr>
          <a:xfrm>
            <a:off x="2783632" y="1556792"/>
            <a:ext cx="8863408" cy="648072"/>
          </a:xfrm>
          <a:prstGeom prst="rect">
            <a:avLst/>
          </a:prstGeom>
        </p:spPr>
        <p:txBody>
          <a:bodyPr>
            <a:noAutofit/>
          </a:bodyPr>
          <a:lstStyle>
            <a:lvl1pPr>
              <a:defRPr sz="3200">
                <a:solidFill>
                  <a:sysClr val="windowText" lastClr="000000"/>
                </a:solidFill>
              </a:defRPr>
            </a:lvl1pPr>
            <a:lvl2pPr>
              <a:defRPr sz="3200">
                <a:solidFill>
                  <a:schemeClr val="bg1"/>
                </a:solidFill>
              </a:defRPr>
            </a:lvl2pPr>
            <a:lvl3pPr>
              <a:defRPr sz="3200">
                <a:solidFill>
                  <a:schemeClr val="bg1"/>
                </a:solidFill>
              </a:defRPr>
            </a:lvl3pPr>
            <a:lvl4pPr>
              <a:defRPr sz="3200">
                <a:solidFill>
                  <a:schemeClr val="bg1"/>
                </a:solidFill>
              </a:defRPr>
            </a:lvl4pPr>
            <a:lvl5pPr>
              <a:defRPr sz="3200">
                <a:solidFill>
                  <a:schemeClr val="bg1"/>
                </a:solidFill>
              </a:defRPr>
            </a:lvl5pPr>
          </a:lstStyle>
          <a:p>
            <a:pPr lvl="0"/>
            <a:r>
              <a:rPr lang="en-US" dirty="0"/>
              <a:t>Click to add text</a:t>
            </a:r>
          </a:p>
        </p:txBody>
      </p:sp>
    </p:spTree>
    <p:extLst>
      <p:ext uri="{BB962C8B-B14F-4D97-AF65-F5344CB8AC3E}">
        <p14:creationId xmlns:p14="http://schemas.microsoft.com/office/powerpoint/2010/main" val="314217309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Only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8CE45-A6FC-9CE9-F8CD-BA044CFE9412}"/>
              </a:ext>
            </a:extLst>
          </p:cNvPr>
          <p:cNvSpPr>
            <a:spLocks noGrp="1"/>
          </p:cNvSpPr>
          <p:nvPr>
            <p:ph type="title"/>
          </p:nvPr>
        </p:nvSpPr>
        <p:spPr/>
        <p:txBody>
          <a:bodyPr/>
          <a:lstStyle/>
          <a:p>
            <a:r>
              <a:rPr lang="fr-FR" dirty="0"/>
              <a:t>Modifiez le style du titre</a:t>
            </a:r>
            <a:endParaRPr lang="en-US" dirty="0"/>
          </a:p>
        </p:txBody>
      </p:sp>
    </p:spTree>
    <p:extLst>
      <p:ext uri="{BB962C8B-B14F-4D97-AF65-F5344CB8AC3E}">
        <p14:creationId xmlns:p14="http://schemas.microsoft.com/office/powerpoint/2010/main" val="42125188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971" y="1125538"/>
            <a:ext cx="11369042" cy="246221"/>
          </a:xfrm>
          <a:prstGeom prst="rect">
            <a:avLst/>
          </a:prstGeom>
        </p:spPr>
        <p:txBody>
          <a:bodyPr wrap="square">
            <a:spAutoFit/>
          </a:bodyPr>
          <a:lstStyle>
            <a:lvl1pPr>
              <a:defRPr sz="1600" b="0">
                <a:solidFill>
                  <a:schemeClr val="tx1"/>
                </a:solidFill>
                <a:latin typeface="Ubuntu Light" panose="020B0304030602030204" pitchFamily="34" charset="0"/>
              </a:defRPr>
            </a:lvl1pPr>
          </a:lstStyle>
          <a:p>
            <a:pPr lvl="0"/>
            <a:r>
              <a:rPr lang="fr-FR" dirty="0"/>
              <a:t>Cliquez pour modifier les styles du texte du masque</a:t>
            </a:r>
          </a:p>
        </p:txBody>
      </p:sp>
      <p:sp>
        <p:nvSpPr>
          <p:cNvPr id="2" name="Title 1">
            <a:extLst>
              <a:ext uri="{FF2B5EF4-FFF2-40B4-BE49-F238E27FC236}">
                <a16:creationId xmlns:a16="http://schemas.microsoft.com/office/drawing/2014/main" id="{DA3D6CCA-5023-D91C-5084-3ED466DC8001}"/>
              </a:ext>
            </a:extLst>
          </p:cNvPr>
          <p:cNvSpPr>
            <a:spLocks noGrp="1"/>
          </p:cNvSpPr>
          <p:nvPr>
            <p:ph type="title"/>
          </p:nvPr>
        </p:nvSpPr>
        <p:spPr/>
        <p:txBody>
          <a:bodyPr/>
          <a:lstStyle/>
          <a:p>
            <a:r>
              <a:rPr lang="fr-FR" dirty="0"/>
              <a:t>Modifiez le style du titre</a:t>
            </a:r>
            <a:endParaRPr lang="en-US" dirty="0"/>
          </a:p>
        </p:txBody>
      </p:sp>
    </p:spTree>
    <p:extLst>
      <p:ext uri="{BB962C8B-B14F-4D97-AF65-F5344CB8AC3E}">
        <p14:creationId xmlns:p14="http://schemas.microsoft.com/office/powerpoint/2010/main" val="42229808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971" y="1125538"/>
            <a:ext cx="11369042" cy="246221"/>
          </a:xfrm>
          <a:prstGeom prst="rect">
            <a:avLst/>
          </a:prstGeom>
        </p:spPr>
        <p:txBody>
          <a:bodyPr>
            <a:spAutoFit/>
          </a:bodyPr>
          <a:lstStyle>
            <a:lvl1pPr>
              <a:defRPr sz="1600" b="0">
                <a:solidFill>
                  <a:schemeClr val="tx1"/>
                </a:solidFill>
                <a:latin typeface="Ubuntu Light" panose="020B0304030602030204" pitchFamily="34" charset="0"/>
              </a:defRPr>
            </a:lvl1pPr>
          </a:lstStyle>
          <a:p>
            <a:pPr lvl="0"/>
            <a:r>
              <a:rPr lang="fr-FR" dirty="0"/>
              <a:t>Cliquez pour modifier les styles du texte du masque</a:t>
            </a:r>
          </a:p>
        </p:txBody>
      </p:sp>
      <p:sp>
        <p:nvSpPr>
          <p:cNvPr id="5" name="Title 4">
            <a:extLst>
              <a:ext uri="{FF2B5EF4-FFF2-40B4-BE49-F238E27FC236}">
                <a16:creationId xmlns:a16="http://schemas.microsoft.com/office/drawing/2014/main" id="{0BA091BB-1771-4A6F-B93C-43E4798B4251}"/>
              </a:ext>
            </a:extLst>
          </p:cNvPr>
          <p:cNvSpPr>
            <a:spLocks noGrp="1"/>
          </p:cNvSpPr>
          <p:nvPr>
            <p:ph type="title"/>
          </p:nvPr>
        </p:nvSpPr>
        <p:spPr/>
        <p:txBody>
          <a:bodyPr/>
          <a:lstStyle/>
          <a:p>
            <a:r>
              <a:rPr lang="fr-FR"/>
              <a:t>Modifiez le style du titre</a:t>
            </a:r>
            <a:endParaRPr lang="de-DE" dirty="0"/>
          </a:p>
        </p:txBody>
      </p:sp>
      <p:sp>
        <p:nvSpPr>
          <p:cNvPr id="9" name="Text Placeholder 8">
            <a:extLst>
              <a:ext uri="{FF2B5EF4-FFF2-40B4-BE49-F238E27FC236}">
                <a16:creationId xmlns:a16="http://schemas.microsoft.com/office/drawing/2014/main" id="{C8D4D202-FD32-49BA-88CC-B39D2339504A}"/>
              </a:ext>
            </a:extLst>
          </p:cNvPr>
          <p:cNvSpPr>
            <a:spLocks noGrp="1"/>
          </p:cNvSpPr>
          <p:nvPr>
            <p:ph type="body" sz="quarter" idx="17"/>
          </p:nvPr>
        </p:nvSpPr>
        <p:spPr>
          <a:xfrm>
            <a:off x="414971" y="1624108"/>
            <a:ext cx="11369042" cy="4829080"/>
          </a:xfrm>
          <a:prstGeom prst="rect">
            <a:avLst/>
          </a:prstGeom>
        </p:spPr>
        <p:txBody>
          <a:bodyPr>
            <a:no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de-DE" dirty="0"/>
          </a:p>
        </p:txBody>
      </p:sp>
    </p:spTree>
    <p:extLst>
      <p:ext uri="{BB962C8B-B14F-4D97-AF65-F5344CB8AC3E}">
        <p14:creationId xmlns:p14="http://schemas.microsoft.com/office/powerpoint/2010/main" val="350579124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8F3953-316A-B430-FE17-F219A7EE0626}"/>
              </a:ext>
            </a:extLst>
          </p:cNvPr>
          <p:cNvSpPr>
            <a:spLocks noGrp="1"/>
          </p:cNvSpPr>
          <p:nvPr>
            <p:ph type="title"/>
          </p:nvPr>
        </p:nvSpPr>
        <p:spPr/>
        <p:txBody>
          <a:bodyPr/>
          <a:lstStyle/>
          <a:p>
            <a:r>
              <a:rPr lang="fr-FR"/>
              <a:t>Modifiez le style du titre</a:t>
            </a:r>
            <a:endParaRPr lang="en-US"/>
          </a:p>
        </p:txBody>
      </p:sp>
      <p:sp>
        <p:nvSpPr>
          <p:cNvPr id="3" name="Text Placeholder 7">
            <a:extLst>
              <a:ext uri="{FF2B5EF4-FFF2-40B4-BE49-F238E27FC236}">
                <a16:creationId xmlns:a16="http://schemas.microsoft.com/office/drawing/2014/main" id="{49BC7447-5EDE-45B1-8FE5-B3F4F93D2FEB}"/>
              </a:ext>
            </a:extLst>
          </p:cNvPr>
          <p:cNvSpPr>
            <a:spLocks noGrp="1"/>
          </p:cNvSpPr>
          <p:nvPr>
            <p:ph type="body" sz="quarter" idx="12" hasCustomPrompt="1"/>
          </p:nvPr>
        </p:nvSpPr>
        <p:spPr>
          <a:xfrm>
            <a:off x="407989" y="1628775"/>
            <a:ext cx="5532086" cy="743987"/>
          </a:xfrm>
          <a:prstGeom prst="rect">
            <a:avLst/>
          </a:prstGeom>
        </p:spPr>
        <p:txBody>
          <a:bodyPr anchor="ctr" anchorCtr="0">
            <a:noAutofit/>
          </a:bodyPr>
          <a:lstStyle>
            <a:lvl1pPr>
              <a:lnSpc>
                <a:spcPct val="100000"/>
              </a:lnSpc>
              <a:defRPr sz="1800" b="0">
                <a:solidFill>
                  <a:srgbClr val="0070AD"/>
                </a:solidFill>
                <a:latin typeface="+mj-lt"/>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4" name="Text Placeholder 7">
            <a:extLst>
              <a:ext uri="{FF2B5EF4-FFF2-40B4-BE49-F238E27FC236}">
                <a16:creationId xmlns:a16="http://schemas.microsoft.com/office/drawing/2014/main" id="{35CBB3CA-52BC-F9EF-5805-F1F9D912DB58}"/>
              </a:ext>
            </a:extLst>
          </p:cNvPr>
          <p:cNvSpPr>
            <a:spLocks noGrp="1"/>
          </p:cNvSpPr>
          <p:nvPr>
            <p:ph type="body" sz="quarter" idx="10"/>
          </p:nvPr>
        </p:nvSpPr>
        <p:spPr>
          <a:xfrm>
            <a:off x="414972" y="2506942"/>
            <a:ext cx="5525185" cy="3743963"/>
          </a:xfrm>
          <a:prstGeom prst="rect">
            <a:avLst/>
          </a:prstGeom>
        </p:spPr>
        <p:txBody>
          <a:bodyPr>
            <a:noAutofit/>
          </a:bodyPr>
          <a:lstStyle>
            <a:lvl1pPr>
              <a:lnSpc>
                <a:spcPct val="100000"/>
              </a:lnSpc>
              <a:spcBef>
                <a:spcPts val="0"/>
              </a:spcBef>
              <a:spcAft>
                <a:spcPts val="600"/>
              </a:spcAft>
              <a:defRPr sz="14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5" name="Text Placeholder 7">
            <a:extLst>
              <a:ext uri="{FF2B5EF4-FFF2-40B4-BE49-F238E27FC236}">
                <a16:creationId xmlns:a16="http://schemas.microsoft.com/office/drawing/2014/main" id="{C5D9D41C-6A18-9349-55BE-94DED28E30EA}"/>
              </a:ext>
            </a:extLst>
          </p:cNvPr>
          <p:cNvSpPr>
            <a:spLocks noGrp="1"/>
          </p:cNvSpPr>
          <p:nvPr>
            <p:ph type="body" sz="quarter" idx="13" hasCustomPrompt="1"/>
          </p:nvPr>
        </p:nvSpPr>
        <p:spPr>
          <a:xfrm>
            <a:off x="6332425" y="1628775"/>
            <a:ext cx="5451505" cy="743987"/>
          </a:xfrm>
          <a:prstGeom prst="rect">
            <a:avLst/>
          </a:prstGeom>
        </p:spPr>
        <p:txBody>
          <a:bodyPr anchor="ctr" anchorCtr="0">
            <a:noAutofit/>
          </a:bodyPr>
          <a:lstStyle>
            <a:lvl1pPr>
              <a:lnSpc>
                <a:spcPct val="100000"/>
              </a:lnSpc>
              <a:defRPr sz="1800" b="0">
                <a:solidFill>
                  <a:srgbClr val="0070AD"/>
                </a:solidFill>
                <a:latin typeface="+mj-lt"/>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dirty="0"/>
              <a:t>Click to insert title</a:t>
            </a:r>
          </a:p>
        </p:txBody>
      </p:sp>
      <p:sp>
        <p:nvSpPr>
          <p:cNvPr id="6" name="Text Placeholder 7">
            <a:extLst>
              <a:ext uri="{FF2B5EF4-FFF2-40B4-BE49-F238E27FC236}">
                <a16:creationId xmlns:a16="http://schemas.microsoft.com/office/drawing/2014/main" id="{7B44136C-3018-5130-3AC3-47B22ACD9DA3}"/>
              </a:ext>
            </a:extLst>
          </p:cNvPr>
          <p:cNvSpPr>
            <a:spLocks noGrp="1"/>
          </p:cNvSpPr>
          <p:nvPr>
            <p:ph type="body" sz="quarter" idx="14"/>
          </p:nvPr>
        </p:nvSpPr>
        <p:spPr>
          <a:xfrm>
            <a:off x="6332425" y="2506943"/>
            <a:ext cx="5444603" cy="3743962"/>
          </a:xfrm>
          <a:prstGeom prst="rect">
            <a:avLst/>
          </a:prstGeom>
        </p:spPr>
        <p:txBody>
          <a:bodyPr>
            <a:noAutofit/>
          </a:bodyPr>
          <a:lstStyle>
            <a:lvl1pPr>
              <a:lnSpc>
                <a:spcPct val="100000"/>
              </a:lnSpc>
              <a:spcBef>
                <a:spcPts val="0"/>
              </a:spcBef>
              <a:spcAft>
                <a:spcPts val="600"/>
              </a:spcAft>
              <a:defRPr sz="14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Tree>
    <p:extLst>
      <p:ext uri="{BB962C8B-B14F-4D97-AF65-F5344CB8AC3E}">
        <p14:creationId xmlns:p14="http://schemas.microsoft.com/office/powerpoint/2010/main" val="25244610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Disposition personnalisé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ABF5EC-92A5-4E9A-F280-EB30FFBC07C4}"/>
              </a:ext>
            </a:extLst>
          </p:cNvPr>
          <p:cNvSpPr>
            <a:spLocks noGrp="1"/>
          </p:cNvSpPr>
          <p:nvPr>
            <p:ph type="title"/>
          </p:nvPr>
        </p:nvSpPr>
        <p:spPr/>
        <p:txBody>
          <a:bodyPr/>
          <a:lstStyle/>
          <a:p>
            <a:r>
              <a:rPr lang="fr-FR"/>
              <a:t>Modifiez le style du titre</a:t>
            </a:r>
            <a:endParaRPr lang="en-US"/>
          </a:p>
        </p:txBody>
      </p:sp>
      <p:sp>
        <p:nvSpPr>
          <p:cNvPr id="3" name="Text Placeholder 7">
            <a:extLst>
              <a:ext uri="{FF2B5EF4-FFF2-40B4-BE49-F238E27FC236}">
                <a16:creationId xmlns:a16="http://schemas.microsoft.com/office/drawing/2014/main" id="{9CD9F072-6C90-9A95-A50F-DCA5FC167DC4}"/>
              </a:ext>
            </a:extLst>
          </p:cNvPr>
          <p:cNvSpPr>
            <a:spLocks noGrp="1"/>
          </p:cNvSpPr>
          <p:nvPr>
            <p:ph type="body" sz="quarter" idx="12" hasCustomPrompt="1"/>
          </p:nvPr>
        </p:nvSpPr>
        <p:spPr>
          <a:xfrm>
            <a:off x="414971" y="1628775"/>
            <a:ext cx="3672000" cy="837826"/>
          </a:xfrm>
          <a:prstGeom prst="rect">
            <a:avLst/>
          </a:prstGeom>
        </p:spPr>
        <p:txBody>
          <a:bodyPr vert="horz" lIns="0" tIns="0" rIns="0" bIns="0" rtlCol="0" anchor="ctr" anchorCtr="0">
            <a:noAutofit/>
          </a:bodyPr>
          <a:lstStyle>
            <a:lvl1pPr algn="ctr">
              <a:lnSpc>
                <a:spcPct val="100000"/>
              </a:lnSpc>
              <a:defRPr lang="en-US" sz="1600" b="0" kern="1200" dirty="0">
                <a:solidFill>
                  <a:schemeClr val="accent1"/>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4" name="Text Placeholder 7">
            <a:extLst>
              <a:ext uri="{FF2B5EF4-FFF2-40B4-BE49-F238E27FC236}">
                <a16:creationId xmlns:a16="http://schemas.microsoft.com/office/drawing/2014/main" id="{D1B0A4F3-549E-71F6-BE52-B382C47A49E5}"/>
              </a:ext>
            </a:extLst>
          </p:cNvPr>
          <p:cNvSpPr>
            <a:spLocks noGrp="1"/>
          </p:cNvSpPr>
          <p:nvPr>
            <p:ph type="body" sz="quarter" idx="10"/>
          </p:nvPr>
        </p:nvSpPr>
        <p:spPr>
          <a:xfrm>
            <a:off x="414971" y="2565359"/>
            <a:ext cx="3672000" cy="3527937"/>
          </a:xfrm>
          <a:prstGeom prst="rect">
            <a:avLst/>
          </a:prstGeom>
        </p:spPr>
        <p:txBody>
          <a:bodyPr>
            <a:noAutofit/>
          </a:bodyPr>
          <a:lstStyle>
            <a:lvl1pPr>
              <a:lnSpc>
                <a:spcPct val="100000"/>
              </a:lnSpc>
              <a:spcBef>
                <a:spcPts val="600"/>
              </a:spcBef>
              <a:defRPr sz="1400"/>
            </a:lvl1pPr>
            <a:lvl2pPr>
              <a:lnSpc>
                <a:spcPct val="100000"/>
              </a:lnSpc>
              <a:spcBef>
                <a:spcPts val="600"/>
              </a:spcBef>
              <a:defRPr sz="1400"/>
            </a:lvl2pPr>
            <a:lvl3pPr>
              <a:lnSpc>
                <a:spcPct val="100000"/>
              </a:lnSpc>
              <a:spcBef>
                <a:spcPts val="600"/>
              </a:spcBef>
              <a:defRPr sz="1400"/>
            </a:lvl3pPr>
            <a:lvl4pPr>
              <a:lnSpc>
                <a:spcPct val="100000"/>
              </a:lnSpc>
              <a:spcBef>
                <a:spcPts val="600"/>
              </a:spcBef>
              <a:defRPr sz="1400"/>
            </a:lvl4pPr>
            <a:lvl5pPr>
              <a:lnSpc>
                <a:spcPct val="100000"/>
              </a:lnSpc>
              <a:spcBef>
                <a:spcPts val="600"/>
              </a:spcBef>
              <a:defRPr sz="14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7">
            <a:extLst>
              <a:ext uri="{FF2B5EF4-FFF2-40B4-BE49-F238E27FC236}">
                <a16:creationId xmlns:a16="http://schemas.microsoft.com/office/drawing/2014/main" id="{A4B6F29C-F89C-245A-B142-516CCF154314}"/>
              </a:ext>
            </a:extLst>
          </p:cNvPr>
          <p:cNvSpPr>
            <a:spLocks noGrp="1"/>
          </p:cNvSpPr>
          <p:nvPr>
            <p:ph type="body" sz="quarter" idx="15" hasCustomPrompt="1"/>
          </p:nvPr>
        </p:nvSpPr>
        <p:spPr>
          <a:xfrm>
            <a:off x="4260000" y="1628774"/>
            <a:ext cx="3672000" cy="837826"/>
          </a:xfrm>
          <a:prstGeom prst="rect">
            <a:avLst/>
          </a:prstGeom>
        </p:spPr>
        <p:txBody>
          <a:bodyPr vert="horz" lIns="0" tIns="0" rIns="0" bIns="0" rtlCol="0" anchor="ctr" anchorCtr="0">
            <a:noAutofit/>
          </a:bodyPr>
          <a:lstStyle>
            <a:lvl1pPr algn="ctr">
              <a:lnSpc>
                <a:spcPct val="100000"/>
              </a:lnSpc>
              <a:defRPr lang="en-US" sz="1600" b="0" kern="1200" dirty="0">
                <a:solidFill>
                  <a:schemeClr val="accent1"/>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6" name="Text Placeholder 7">
            <a:extLst>
              <a:ext uri="{FF2B5EF4-FFF2-40B4-BE49-F238E27FC236}">
                <a16:creationId xmlns:a16="http://schemas.microsoft.com/office/drawing/2014/main" id="{DD618B66-9577-9BCD-E317-0B5976EC205B}"/>
              </a:ext>
            </a:extLst>
          </p:cNvPr>
          <p:cNvSpPr>
            <a:spLocks noGrp="1"/>
          </p:cNvSpPr>
          <p:nvPr>
            <p:ph type="body" sz="quarter" idx="14"/>
          </p:nvPr>
        </p:nvSpPr>
        <p:spPr>
          <a:xfrm>
            <a:off x="4260000" y="2565359"/>
            <a:ext cx="3672000" cy="3527937"/>
          </a:xfrm>
          <a:prstGeom prst="rect">
            <a:avLst/>
          </a:prstGeom>
        </p:spPr>
        <p:txBody>
          <a:bodyPr>
            <a:noAutofit/>
          </a:bodyPr>
          <a:lstStyle>
            <a:lvl1pPr>
              <a:lnSpc>
                <a:spcPct val="100000"/>
              </a:lnSpc>
              <a:spcBef>
                <a:spcPts val="600"/>
              </a:spcBef>
              <a:defRPr sz="1400"/>
            </a:lvl1pPr>
            <a:lvl2pPr>
              <a:lnSpc>
                <a:spcPct val="100000"/>
              </a:lnSpc>
              <a:spcBef>
                <a:spcPts val="600"/>
              </a:spcBef>
              <a:defRPr sz="1400"/>
            </a:lvl2pPr>
            <a:lvl3pPr>
              <a:lnSpc>
                <a:spcPct val="100000"/>
              </a:lnSpc>
              <a:spcBef>
                <a:spcPts val="600"/>
              </a:spcBef>
              <a:defRPr sz="1400"/>
            </a:lvl3pPr>
            <a:lvl4pPr>
              <a:lnSpc>
                <a:spcPct val="100000"/>
              </a:lnSpc>
              <a:spcBef>
                <a:spcPts val="600"/>
              </a:spcBef>
              <a:defRPr sz="1400"/>
            </a:lvl4pPr>
            <a:lvl5pPr>
              <a:lnSpc>
                <a:spcPct val="100000"/>
              </a:lnSpc>
              <a:spcBef>
                <a:spcPts val="600"/>
              </a:spcBef>
              <a:defRPr sz="14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Text Placeholder 7">
            <a:extLst>
              <a:ext uri="{FF2B5EF4-FFF2-40B4-BE49-F238E27FC236}">
                <a16:creationId xmlns:a16="http://schemas.microsoft.com/office/drawing/2014/main" id="{FD81C950-E364-B77A-5216-238E0BB40E8F}"/>
              </a:ext>
            </a:extLst>
          </p:cNvPr>
          <p:cNvSpPr>
            <a:spLocks noGrp="1"/>
          </p:cNvSpPr>
          <p:nvPr>
            <p:ph type="body" sz="quarter" idx="17" hasCustomPrompt="1"/>
          </p:nvPr>
        </p:nvSpPr>
        <p:spPr>
          <a:xfrm>
            <a:off x="8105029" y="1628774"/>
            <a:ext cx="3672000" cy="837826"/>
          </a:xfrm>
          <a:prstGeom prst="rect">
            <a:avLst/>
          </a:prstGeom>
        </p:spPr>
        <p:txBody>
          <a:bodyPr vert="horz" lIns="0" tIns="0" rIns="0" bIns="0" rtlCol="0" anchor="ctr" anchorCtr="0">
            <a:noAutofit/>
          </a:bodyPr>
          <a:lstStyle>
            <a:lvl1pPr algn="ctr">
              <a:lnSpc>
                <a:spcPct val="100000"/>
              </a:lnSpc>
              <a:defRPr lang="en-US" sz="1600" b="0" kern="1200" dirty="0">
                <a:solidFill>
                  <a:schemeClr val="accent1"/>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dirty="0"/>
              <a:t>Click to insert title</a:t>
            </a:r>
          </a:p>
        </p:txBody>
      </p:sp>
      <p:sp>
        <p:nvSpPr>
          <p:cNvPr id="8" name="Text Placeholder 7">
            <a:extLst>
              <a:ext uri="{FF2B5EF4-FFF2-40B4-BE49-F238E27FC236}">
                <a16:creationId xmlns:a16="http://schemas.microsoft.com/office/drawing/2014/main" id="{560BE233-FA65-E9BC-C55B-5E4EBC8DB46B}"/>
              </a:ext>
            </a:extLst>
          </p:cNvPr>
          <p:cNvSpPr>
            <a:spLocks noGrp="1"/>
          </p:cNvSpPr>
          <p:nvPr>
            <p:ph type="body" sz="quarter" idx="16"/>
          </p:nvPr>
        </p:nvSpPr>
        <p:spPr>
          <a:xfrm>
            <a:off x="8105029" y="2565359"/>
            <a:ext cx="3672000" cy="3527937"/>
          </a:xfrm>
          <a:prstGeom prst="rect">
            <a:avLst/>
          </a:prstGeom>
        </p:spPr>
        <p:txBody>
          <a:bodyPr>
            <a:noAutofit/>
          </a:bodyPr>
          <a:lstStyle>
            <a:lvl1pPr>
              <a:lnSpc>
                <a:spcPct val="100000"/>
              </a:lnSpc>
              <a:spcBef>
                <a:spcPts val="600"/>
              </a:spcBef>
              <a:defRPr sz="1400"/>
            </a:lvl1pPr>
            <a:lvl2pPr>
              <a:lnSpc>
                <a:spcPct val="100000"/>
              </a:lnSpc>
              <a:spcBef>
                <a:spcPts val="600"/>
              </a:spcBef>
              <a:defRPr sz="1400"/>
            </a:lvl2pPr>
            <a:lvl3pPr>
              <a:lnSpc>
                <a:spcPct val="100000"/>
              </a:lnSpc>
              <a:spcBef>
                <a:spcPts val="600"/>
              </a:spcBef>
              <a:defRPr sz="1400"/>
            </a:lvl3pPr>
            <a:lvl4pPr>
              <a:lnSpc>
                <a:spcPct val="100000"/>
              </a:lnSpc>
              <a:spcBef>
                <a:spcPts val="600"/>
              </a:spcBef>
              <a:defRPr sz="1400"/>
            </a:lvl4pPr>
            <a:lvl5pPr>
              <a:lnSpc>
                <a:spcPct val="100000"/>
              </a:lnSpc>
              <a:spcBef>
                <a:spcPts val="600"/>
              </a:spcBef>
              <a:defRPr sz="14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Tree>
    <p:extLst>
      <p:ext uri="{BB962C8B-B14F-4D97-AF65-F5344CB8AC3E}">
        <p14:creationId xmlns:p14="http://schemas.microsoft.com/office/powerpoint/2010/main" val="328609863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Empty White">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22590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8E58F-8094-1E41-530A-1113B3879770}"/>
              </a:ext>
            </a:extLst>
          </p:cNvPr>
          <p:cNvSpPr>
            <a:spLocks noGrp="1"/>
          </p:cNvSpPr>
          <p:nvPr>
            <p:ph type="title"/>
          </p:nvPr>
        </p:nvSpPr>
        <p:spPr/>
        <p:txBody>
          <a:bodyPr/>
          <a:lstStyle/>
          <a:p>
            <a:r>
              <a:rPr lang="fr-FR" dirty="0"/>
              <a:t>Modifiez le style du titre</a:t>
            </a:r>
            <a:endParaRPr lang="en-US" dirty="0"/>
          </a:p>
        </p:txBody>
      </p:sp>
    </p:spTree>
    <p:extLst>
      <p:ext uri="{BB962C8B-B14F-4D97-AF65-F5344CB8AC3E}">
        <p14:creationId xmlns:p14="http://schemas.microsoft.com/office/powerpoint/2010/main" val="97144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Grey">
    <p:bg>
      <p:bgPr>
        <a:solidFill>
          <a:schemeClr val="bg2"/>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971" y="1125538"/>
            <a:ext cx="11369042" cy="246221"/>
          </a:xfrm>
          <a:prstGeom prst="rect">
            <a:avLst/>
          </a:prstGeom>
        </p:spPr>
        <p:txBody>
          <a:bodyPr>
            <a:spAutoFit/>
          </a:bodyPr>
          <a:lstStyle>
            <a:lvl1pPr>
              <a:defRPr sz="1600" b="0">
                <a:solidFill>
                  <a:schemeClr val="tx1"/>
                </a:solidFill>
                <a:latin typeface="Ubuntu Light" panose="020B0304030602030204" pitchFamily="34" charset="0"/>
              </a:defRPr>
            </a:lvl1pPr>
          </a:lstStyle>
          <a:p>
            <a:pPr lvl="0"/>
            <a:r>
              <a:rPr lang="fr-FR"/>
              <a:t>Cliquez pour modifier les styles du texte du masque</a:t>
            </a:r>
          </a:p>
        </p:txBody>
      </p:sp>
      <p:sp>
        <p:nvSpPr>
          <p:cNvPr id="2" name="Title 1">
            <a:extLst>
              <a:ext uri="{FF2B5EF4-FFF2-40B4-BE49-F238E27FC236}">
                <a16:creationId xmlns:a16="http://schemas.microsoft.com/office/drawing/2014/main" id="{96963528-AA21-5972-C236-27F2D7209CFD}"/>
              </a:ext>
            </a:extLst>
          </p:cNvPr>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7458289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ubtitle Content Grey">
    <p:bg>
      <p:bgPr>
        <a:solidFill>
          <a:schemeClr val="bg2"/>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971" y="1125538"/>
            <a:ext cx="11369042" cy="246221"/>
          </a:xfrm>
          <a:prstGeom prst="rect">
            <a:avLst/>
          </a:prstGeom>
        </p:spPr>
        <p:txBody>
          <a:bodyPr>
            <a:spAutoFit/>
          </a:bodyPr>
          <a:lstStyle>
            <a:lvl1pPr>
              <a:defRPr sz="1600" b="0">
                <a:solidFill>
                  <a:schemeClr val="tx1"/>
                </a:solidFill>
                <a:latin typeface="Ubuntu Light" panose="020B0304030602030204" pitchFamily="34" charset="0"/>
              </a:defRPr>
            </a:lvl1pPr>
          </a:lstStyle>
          <a:p>
            <a:pPr lvl="0"/>
            <a:r>
              <a:rPr lang="fr-FR" dirty="0"/>
              <a:t>Cliquez pour modifier les styles du texte du masque</a:t>
            </a:r>
          </a:p>
        </p:txBody>
      </p:sp>
      <p:sp>
        <p:nvSpPr>
          <p:cNvPr id="9" name="Text Placeholder 8">
            <a:extLst>
              <a:ext uri="{FF2B5EF4-FFF2-40B4-BE49-F238E27FC236}">
                <a16:creationId xmlns:a16="http://schemas.microsoft.com/office/drawing/2014/main" id="{C8D4D202-FD32-49BA-88CC-B39D2339504A}"/>
              </a:ext>
            </a:extLst>
          </p:cNvPr>
          <p:cNvSpPr>
            <a:spLocks noGrp="1"/>
          </p:cNvSpPr>
          <p:nvPr>
            <p:ph type="body" sz="quarter" idx="17"/>
          </p:nvPr>
        </p:nvSpPr>
        <p:spPr>
          <a:xfrm>
            <a:off x="414971" y="1624108"/>
            <a:ext cx="11369042" cy="4829080"/>
          </a:xfrm>
          <a:prstGeom prst="rect">
            <a:avLst/>
          </a:prstGeom>
        </p:spPr>
        <p:txBody>
          <a:bodyPr>
            <a:no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de-DE" dirty="0"/>
          </a:p>
        </p:txBody>
      </p:sp>
      <p:sp>
        <p:nvSpPr>
          <p:cNvPr id="2" name="Title 1">
            <a:extLst>
              <a:ext uri="{FF2B5EF4-FFF2-40B4-BE49-F238E27FC236}">
                <a16:creationId xmlns:a16="http://schemas.microsoft.com/office/drawing/2014/main" id="{92564CED-1C28-DF10-1067-5941504A95A0}"/>
              </a:ext>
            </a:extLst>
          </p:cNvPr>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19269980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Empty Grey">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0983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Title Only Short White">
    <p:bg>
      <p:bgPr>
        <a:solidFill>
          <a:schemeClr val="bg1"/>
        </a:soli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8040215" y="1122907"/>
            <a:ext cx="4151785"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4" name="Text Placeholder 9">
            <a:extLst>
              <a:ext uri="{FF2B5EF4-FFF2-40B4-BE49-F238E27FC236}">
                <a16:creationId xmlns:a16="http://schemas.microsoft.com/office/drawing/2014/main" id="{98C3DB19-4889-48D4-AFFB-A1B288723D76}"/>
              </a:ext>
            </a:extLst>
          </p:cNvPr>
          <p:cNvSpPr>
            <a:spLocks noGrp="1"/>
          </p:cNvSpPr>
          <p:nvPr>
            <p:ph type="body" sz="quarter" idx="15" hasCustomPrompt="1"/>
          </p:nvPr>
        </p:nvSpPr>
        <p:spPr>
          <a:xfrm>
            <a:off x="414971" y="1125538"/>
            <a:ext cx="7409221" cy="246221"/>
          </a:xfrm>
          <a:prstGeom prst="rect">
            <a:avLst/>
          </a:prstGeom>
        </p:spPr>
        <p:txBody>
          <a:bodyPr wrap="square" lIns="0" rIns="72000">
            <a:spAutoFit/>
          </a:bodyPr>
          <a:lstStyle>
            <a:lvl1pPr>
              <a:defRPr sz="1600" b="0">
                <a:solidFill>
                  <a:schemeClr val="tx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23C25D57-CF8D-453D-9648-5B7859B01F04}"/>
              </a:ext>
            </a:extLst>
          </p:cNvPr>
          <p:cNvSpPr>
            <a:spLocks noGrp="1"/>
          </p:cNvSpPr>
          <p:nvPr>
            <p:ph type="body" sz="quarter" idx="17"/>
          </p:nvPr>
        </p:nvSpPr>
        <p:spPr>
          <a:xfrm>
            <a:off x="414971" y="1628800"/>
            <a:ext cx="7409221" cy="4824388"/>
          </a:xfrm>
          <a:prstGeom prst="rect">
            <a:avLst/>
          </a:prstGeom>
        </p:spPr>
        <p:txBody>
          <a:bodyPr rIns="216000">
            <a:noAutofit/>
          </a:bodyPr>
          <a:lstStyle>
            <a:lvl1pPr>
              <a:defRPr sz="1400"/>
            </a:lvl1pPr>
            <a:lvl2pPr>
              <a:defRPr sz="1400"/>
            </a:lvl2pPr>
            <a:lvl3pPr>
              <a:defRPr sz="1400"/>
            </a:lvl3pPr>
            <a:lvl4pPr>
              <a:defRPr sz="1200"/>
            </a:lvl4pPr>
            <a:lvl5pPr>
              <a:defRPr sz="12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2050C691-8B76-E01C-4EF1-3EB567E0EB3B}"/>
              </a:ext>
            </a:extLst>
          </p:cNvPr>
          <p:cNvSpPr>
            <a:spLocks noGrp="1"/>
          </p:cNvSpPr>
          <p:nvPr>
            <p:ph type="title"/>
          </p:nvPr>
        </p:nvSpPr>
        <p:spPr/>
        <p:txBody>
          <a:bodyPr/>
          <a:lstStyle>
            <a:lvl1pPr>
              <a:lnSpc>
                <a:spcPct val="100000"/>
              </a:lnSpc>
              <a:defRPr/>
            </a:lvl1pPr>
          </a:lstStyle>
          <a:p>
            <a:r>
              <a:rPr lang="fr-FR"/>
              <a:t>Modifiez le style du titre</a:t>
            </a:r>
            <a:endParaRPr lang="en-US"/>
          </a:p>
        </p:txBody>
      </p:sp>
    </p:spTree>
    <p:extLst>
      <p:ext uri="{BB962C8B-B14F-4D97-AF65-F5344CB8AC3E}">
        <p14:creationId xmlns:p14="http://schemas.microsoft.com/office/powerpoint/2010/main" val="2808606131"/>
      </p:ext>
    </p:extLst>
  </p:cSld>
  <p:clrMapOvr>
    <a:masterClrMapping/>
  </p:clrMapOvr>
  <p:extLst>
    <p:ext uri="{DCECCB84-F9BA-43D5-87BE-67443E8EF086}">
      <p15:sldGuideLst xmlns:p15="http://schemas.microsoft.com/office/powerpoint/2012/main">
        <p15:guide id="1" pos="5065">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5_Title Only Short White">
    <p:bg>
      <p:bgPr>
        <a:solidFill>
          <a:schemeClr val="bg1"/>
        </a:soli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8040215" y="1122907"/>
            <a:ext cx="4151785"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2" name="Text Placeholder 7">
            <a:extLst>
              <a:ext uri="{FF2B5EF4-FFF2-40B4-BE49-F238E27FC236}">
                <a16:creationId xmlns:a16="http://schemas.microsoft.com/office/drawing/2014/main" id="{23C25D57-CF8D-453D-9648-5B7859B01F04}"/>
              </a:ext>
            </a:extLst>
          </p:cNvPr>
          <p:cNvSpPr>
            <a:spLocks noGrp="1"/>
          </p:cNvSpPr>
          <p:nvPr>
            <p:ph type="body" sz="quarter" idx="17"/>
          </p:nvPr>
        </p:nvSpPr>
        <p:spPr>
          <a:xfrm>
            <a:off x="414971" y="2852936"/>
            <a:ext cx="7409221" cy="2879526"/>
          </a:xfrm>
          <a:prstGeom prst="rect">
            <a:avLst/>
          </a:prstGeom>
        </p:spPr>
        <p:txBody>
          <a:bodyPr rIns="216000">
            <a:noAutofit/>
          </a:bodyPr>
          <a:lstStyle>
            <a:lvl1pPr>
              <a:defRPr sz="1400"/>
            </a:lvl1pPr>
            <a:lvl2pPr>
              <a:defRPr sz="1400"/>
            </a:lvl2pPr>
            <a:lvl3pPr>
              <a:defRPr sz="1400"/>
            </a:lvl3pPr>
            <a:lvl4pPr>
              <a:defRPr sz="1200"/>
            </a:lvl4pPr>
            <a:lvl5pPr>
              <a:defRPr sz="12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2050C691-8B76-E01C-4EF1-3EB567E0EB3B}"/>
              </a:ext>
            </a:extLst>
          </p:cNvPr>
          <p:cNvSpPr>
            <a:spLocks noGrp="1"/>
          </p:cNvSpPr>
          <p:nvPr>
            <p:ph type="title"/>
          </p:nvPr>
        </p:nvSpPr>
        <p:spPr>
          <a:xfrm>
            <a:off x="414971" y="1122908"/>
            <a:ext cx="7409221" cy="1369988"/>
          </a:xfrm>
        </p:spPr>
        <p:txBody>
          <a:bodyPr/>
          <a:lstStyle>
            <a:lvl1pPr>
              <a:lnSpc>
                <a:spcPct val="100000"/>
              </a:lnSpc>
              <a:defRPr/>
            </a:lvl1pPr>
          </a:lstStyle>
          <a:p>
            <a:r>
              <a:rPr lang="fr-FR" dirty="0"/>
              <a:t>Modifiez le style du titre</a:t>
            </a:r>
            <a:endParaRPr lang="en-US" dirty="0"/>
          </a:p>
        </p:txBody>
      </p:sp>
    </p:spTree>
    <p:extLst>
      <p:ext uri="{BB962C8B-B14F-4D97-AF65-F5344CB8AC3E}">
        <p14:creationId xmlns:p14="http://schemas.microsoft.com/office/powerpoint/2010/main" val="4151026102"/>
      </p:ext>
    </p:extLst>
  </p:cSld>
  <p:clrMapOvr>
    <a:masterClrMapping/>
  </p:clrMapOvr>
  <p:extLst>
    <p:ext uri="{DCECCB84-F9BA-43D5-87BE-67443E8EF086}">
      <p15:sldGuideLst xmlns:p15="http://schemas.microsoft.com/office/powerpoint/2012/main">
        <p15:guide id="1" pos="5065">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Title Only Short White">
    <p:bg>
      <p:bgPr>
        <a:solidFill>
          <a:schemeClr val="bg1"/>
        </a:soli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6000" y="1122907"/>
            <a:ext cx="6096001"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6" name="Text Placeholder 9">
            <a:extLst>
              <a:ext uri="{FF2B5EF4-FFF2-40B4-BE49-F238E27FC236}">
                <a16:creationId xmlns:a16="http://schemas.microsoft.com/office/drawing/2014/main" id="{859F9A52-5C59-4371-8261-06DAE7261AF2}"/>
              </a:ext>
            </a:extLst>
          </p:cNvPr>
          <p:cNvSpPr>
            <a:spLocks noGrp="1"/>
          </p:cNvSpPr>
          <p:nvPr>
            <p:ph type="body" sz="quarter" idx="15" hasCustomPrompt="1"/>
          </p:nvPr>
        </p:nvSpPr>
        <p:spPr>
          <a:xfrm>
            <a:off x="414971" y="1125538"/>
            <a:ext cx="5545800" cy="246221"/>
          </a:xfrm>
          <a:prstGeom prst="rect">
            <a:avLst/>
          </a:prstGeom>
        </p:spPr>
        <p:txBody>
          <a:bodyPr wrap="square" lIns="0" rIns="72000">
            <a:spAutoFit/>
          </a:bodyPr>
          <a:lstStyle>
            <a:lvl1pPr>
              <a:defRPr sz="1600" b="0">
                <a:solidFill>
                  <a:schemeClr val="tx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8F1655B6-7DE6-4895-863F-EF917B2F07E5}"/>
              </a:ext>
            </a:extLst>
          </p:cNvPr>
          <p:cNvSpPr>
            <a:spLocks noGrp="1"/>
          </p:cNvSpPr>
          <p:nvPr>
            <p:ph type="body" sz="quarter" idx="17"/>
          </p:nvPr>
        </p:nvSpPr>
        <p:spPr>
          <a:xfrm>
            <a:off x="414971" y="1628775"/>
            <a:ext cx="5545137" cy="4824413"/>
          </a:xfrm>
          <a:prstGeom prst="rect">
            <a:avLst/>
          </a:prstGeom>
        </p:spPr>
        <p:txBody>
          <a:bodyPr rIns="216000">
            <a:noAutofit/>
          </a:bodyPr>
          <a:lstStyle>
            <a:lvl1pPr>
              <a:defRPr sz="1400"/>
            </a:lvl1pPr>
            <a:lvl2pPr>
              <a:defRPr sz="1400"/>
            </a:lvl2pPr>
            <a:lvl3pPr>
              <a:defRPr sz="1400"/>
            </a:lvl3pPr>
            <a:lvl4pPr>
              <a:defRPr sz="1200"/>
            </a:lvl4pPr>
            <a:lvl5pPr>
              <a:defRPr sz="12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80C572A4-9113-ABE4-A840-37A9AAC56C99}"/>
              </a:ext>
            </a:extLst>
          </p:cNvPr>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411116936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_Title Only Short White">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8C20F-AA44-45A0-8BD7-3F72A12E08AD}"/>
              </a:ext>
            </a:extLst>
          </p:cNvPr>
          <p:cNvSpPr/>
          <p:nvPr userDrawn="1"/>
        </p:nvSpPr>
        <p:spPr>
          <a:xfrm>
            <a:off x="0" y="0"/>
            <a:ext cx="4073664"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 Placeholder 9">
            <a:extLst>
              <a:ext uri="{FF2B5EF4-FFF2-40B4-BE49-F238E27FC236}">
                <a16:creationId xmlns:a16="http://schemas.microsoft.com/office/drawing/2014/main" id="{8003CB7C-5AB2-4487-B779-DFE57F79C583}"/>
              </a:ext>
            </a:extLst>
          </p:cNvPr>
          <p:cNvSpPr>
            <a:spLocks noGrp="1"/>
          </p:cNvSpPr>
          <p:nvPr>
            <p:ph type="body" sz="quarter" idx="16" hasCustomPrompt="1"/>
          </p:nvPr>
        </p:nvSpPr>
        <p:spPr>
          <a:xfrm>
            <a:off x="4444744" y="1125538"/>
            <a:ext cx="6984000" cy="246221"/>
          </a:xfrm>
          <a:prstGeom prst="rect">
            <a:avLst/>
          </a:prstGeom>
        </p:spPr>
        <p:txBody>
          <a:bodyPr wrap="square" lIns="0" rIns="72000">
            <a:spAutoFit/>
          </a:bodyPr>
          <a:lstStyle>
            <a:lvl1pPr>
              <a:defRPr sz="1600" b="0">
                <a:solidFill>
                  <a:schemeClr val="tx1"/>
                </a:solidFill>
                <a:latin typeface="Ubuntu Light" panose="020B0304030602030204" pitchFamily="34" charset="0"/>
              </a:defRPr>
            </a:lvl1pPr>
          </a:lstStyle>
          <a:p>
            <a:pPr lvl="0"/>
            <a:r>
              <a:rPr lang="en-US" dirty="0"/>
              <a:t>Click to edit Master text styles</a:t>
            </a:r>
          </a:p>
        </p:txBody>
      </p:sp>
      <p:sp>
        <p:nvSpPr>
          <p:cNvPr id="12" name="Text Placeholder 6">
            <a:extLst>
              <a:ext uri="{FF2B5EF4-FFF2-40B4-BE49-F238E27FC236}">
                <a16:creationId xmlns:a16="http://schemas.microsoft.com/office/drawing/2014/main" id="{9219CA61-951E-46A4-A7C6-8A4C09FDC629}"/>
              </a:ext>
            </a:extLst>
          </p:cNvPr>
          <p:cNvSpPr>
            <a:spLocks noGrp="1"/>
          </p:cNvSpPr>
          <p:nvPr>
            <p:ph type="body" sz="quarter" idx="18"/>
          </p:nvPr>
        </p:nvSpPr>
        <p:spPr>
          <a:xfrm>
            <a:off x="4445407" y="1628774"/>
            <a:ext cx="6962544" cy="4824413"/>
          </a:xfrm>
          <a:prstGeom prst="rect">
            <a:avLst/>
          </a:prstGeom>
        </p:spPr>
        <p:txBody>
          <a:bodyPr>
            <a:noAutofit/>
          </a:bodyPr>
          <a:lstStyle>
            <a:lvl1pPr>
              <a:defRPr sz="1400"/>
            </a:lvl1pPr>
            <a:lvl2pPr>
              <a:defRPr sz="1400"/>
            </a:lvl2pPr>
            <a:lvl3pPr>
              <a:defRPr sz="1400"/>
            </a:lvl3pPr>
            <a:lvl4pPr>
              <a:defRPr sz="1200"/>
            </a:lvl4pPr>
            <a:lvl5pPr>
              <a:defRPr sz="12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0" y="0"/>
            <a:ext cx="4223792"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dirty="0"/>
              <a:t>Click icon to add picture and send picture to back</a:t>
            </a:r>
          </a:p>
        </p:txBody>
      </p:sp>
      <p:sp>
        <p:nvSpPr>
          <p:cNvPr id="2" name="Title 1">
            <a:extLst>
              <a:ext uri="{FF2B5EF4-FFF2-40B4-BE49-F238E27FC236}">
                <a16:creationId xmlns:a16="http://schemas.microsoft.com/office/drawing/2014/main" id="{A0A52824-0DEF-7B5E-1D4F-BCBC062D66ED}"/>
              </a:ext>
            </a:extLst>
          </p:cNvPr>
          <p:cNvSpPr>
            <a:spLocks noGrp="1"/>
          </p:cNvSpPr>
          <p:nvPr>
            <p:ph type="title"/>
          </p:nvPr>
        </p:nvSpPr>
        <p:spPr>
          <a:xfrm>
            <a:off x="4439384" y="260350"/>
            <a:ext cx="6984000" cy="792163"/>
          </a:xfrm>
        </p:spPr>
        <p:txBody>
          <a:bodyPr/>
          <a:lstStyle/>
          <a:p>
            <a:r>
              <a:rPr lang="fr-FR"/>
              <a:t>Modifiez le style du titre</a:t>
            </a:r>
            <a:endParaRPr lang="en-US"/>
          </a:p>
        </p:txBody>
      </p:sp>
    </p:spTree>
    <p:extLst>
      <p:ext uri="{BB962C8B-B14F-4D97-AF65-F5344CB8AC3E}">
        <p14:creationId xmlns:p14="http://schemas.microsoft.com/office/powerpoint/2010/main" val="631826658"/>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4_Title Only Short White">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08930BD6-6C9D-490A-BF02-403245ED990A}"/>
              </a:ext>
            </a:extLst>
          </p:cNvPr>
          <p:cNvSpPr/>
          <p:nvPr userDrawn="1"/>
        </p:nvSpPr>
        <p:spPr>
          <a:xfrm>
            <a:off x="0" y="0"/>
            <a:ext cx="609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 Placeholder 9">
            <a:extLst>
              <a:ext uri="{FF2B5EF4-FFF2-40B4-BE49-F238E27FC236}">
                <a16:creationId xmlns:a16="http://schemas.microsoft.com/office/drawing/2014/main" id="{7895A1A3-A6AA-456A-98DD-23651F1D1DBB}"/>
              </a:ext>
            </a:extLst>
          </p:cNvPr>
          <p:cNvSpPr>
            <a:spLocks noGrp="1"/>
          </p:cNvSpPr>
          <p:nvPr>
            <p:ph type="body" sz="quarter" idx="15" hasCustomPrompt="1"/>
          </p:nvPr>
        </p:nvSpPr>
        <p:spPr>
          <a:xfrm>
            <a:off x="6384032" y="1125538"/>
            <a:ext cx="5063967" cy="246221"/>
          </a:xfrm>
          <a:prstGeom prst="rect">
            <a:avLst/>
          </a:prstGeom>
        </p:spPr>
        <p:txBody>
          <a:bodyPr wrap="square" lIns="0" rIns="72000">
            <a:spAutoFit/>
          </a:bodyPr>
          <a:lstStyle>
            <a:lvl1pPr>
              <a:defRPr sz="1600" b="0">
                <a:solidFill>
                  <a:schemeClr val="tx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3F2C12DC-68D5-4DF5-891E-DAEB8A4AB654}"/>
              </a:ext>
            </a:extLst>
          </p:cNvPr>
          <p:cNvSpPr>
            <a:spLocks noGrp="1"/>
          </p:cNvSpPr>
          <p:nvPr>
            <p:ph type="body" sz="quarter" idx="17"/>
          </p:nvPr>
        </p:nvSpPr>
        <p:spPr>
          <a:xfrm>
            <a:off x="6384032" y="1627200"/>
            <a:ext cx="5063967" cy="4825988"/>
          </a:xfrm>
          <a:prstGeom prst="rect">
            <a:avLst/>
          </a:prstGeom>
        </p:spPr>
        <p:txBody>
          <a:bodyPr>
            <a:noAutofit/>
          </a:bodyPr>
          <a:lstStyle>
            <a:lvl1pPr>
              <a:defRPr sz="1400"/>
            </a:lvl1pPr>
            <a:lvl2pPr>
              <a:defRPr sz="1400"/>
            </a:lvl2pPr>
            <a:lvl3pPr>
              <a:defRPr sz="1400"/>
            </a:lvl3pPr>
            <a:lvl4pPr>
              <a:defRPr sz="1200"/>
            </a:lvl4pPr>
            <a:lvl5pPr>
              <a:defRPr sz="12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dirty="0"/>
              <a:t>Click icon to add picture and send picture to back</a:t>
            </a:r>
          </a:p>
        </p:txBody>
      </p:sp>
      <p:sp>
        <p:nvSpPr>
          <p:cNvPr id="2" name="Title 1">
            <a:extLst>
              <a:ext uri="{FF2B5EF4-FFF2-40B4-BE49-F238E27FC236}">
                <a16:creationId xmlns:a16="http://schemas.microsoft.com/office/drawing/2014/main" id="{4A7337B1-E3AC-A7E5-7836-78F324F9FFAF}"/>
              </a:ext>
            </a:extLst>
          </p:cNvPr>
          <p:cNvSpPr>
            <a:spLocks noGrp="1"/>
          </p:cNvSpPr>
          <p:nvPr>
            <p:ph type="title"/>
          </p:nvPr>
        </p:nvSpPr>
        <p:spPr>
          <a:xfrm>
            <a:off x="6359417" y="260350"/>
            <a:ext cx="5063967" cy="792163"/>
          </a:xfrm>
        </p:spPr>
        <p:txBody>
          <a:bodyPr/>
          <a:lstStyle/>
          <a:p>
            <a:r>
              <a:rPr lang="fr-FR"/>
              <a:t>Modifiez le style du titre</a:t>
            </a:r>
            <a:endParaRPr lang="en-US"/>
          </a:p>
        </p:txBody>
      </p:sp>
    </p:spTree>
    <p:extLst>
      <p:ext uri="{BB962C8B-B14F-4D97-AF65-F5344CB8AC3E}">
        <p14:creationId xmlns:p14="http://schemas.microsoft.com/office/powerpoint/2010/main" val="13181369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Title Subtitle Dark Blue">
    <p:bg>
      <p:bgPr>
        <a:gradFill flip="none" rotWithShape="1">
          <a:gsLst>
            <a:gs pos="100000">
              <a:schemeClr val="accent1"/>
            </a:gs>
            <a:gs pos="0">
              <a:schemeClr val="accent4"/>
            </a:gs>
          </a:gsLst>
          <a:lin ang="18900000" scaled="1"/>
          <a:tileRect/>
        </a:gradFill>
        <a:effectLst/>
      </p:bgPr>
    </p:bg>
    <p:spTree>
      <p:nvGrpSpPr>
        <p:cNvPr id="1" name=""/>
        <p:cNvGrpSpPr/>
        <p:nvPr/>
      </p:nvGrpSpPr>
      <p:grpSpPr>
        <a:xfrm>
          <a:off x="0" y="0"/>
          <a:ext cx="0" cy="0"/>
          <a:chOff x="0" y="0"/>
          <a:chExt cx="0" cy="0"/>
        </a:xfrm>
      </p:grpSpPr>
      <p:grpSp>
        <p:nvGrpSpPr>
          <p:cNvPr id="2" name="Group 37">
            <a:extLst>
              <a:ext uri="{FF2B5EF4-FFF2-40B4-BE49-F238E27FC236}">
                <a16:creationId xmlns:a16="http://schemas.microsoft.com/office/drawing/2014/main" id="{249954CA-1B4C-479D-8956-C152CD1D4255}"/>
              </a:ext>
            </a:extLst>
          </p:cNvPr>
          <p:cNvGrpSpPr/>
          <p:nvPr userDrawn="1"/>
        </p:nvGrpSpPr>
        <p:grpSpPr>
          <a:xfrm>
            <a:off x="11501102" y="171573"/>
            <a:ext cx="419436" cy="388087"/>
            <a:chOff x="5481638" y="2859088"/>
            <a:chExt cx="1231900" cy="1139825"/>
          </a:xfrm>
          <a:solidFill>
            <a:schemeClr val="bg1"/>
          </a:solidFill>
        </p:grpSpPr>
        <p:sp>
          <p:nvSpPr>
            <p:cNvPr id="4" name="Freeform 320">
              <a:extLst>
                <a:ext uri="{FF2B5EF4-FFF2-40B4-BE49-F238E27FC236}">
                  <a16:creationId xmlns:a16="http://schemas.microsoft.com/office/drawing/2014/main" id="{86845868-3C42-0B91-A56D-1739F1EE5238}"/>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5" name="Freeform 321">
              <a:extLst>
                <a:ext uri="{FF2B5EF4-FFF2-40B4-BE49-F238E27FC236}">
                  <a16:creationId xmlns:a16="http://schemas.microsoft.com/office/drawing/2014/main" id="{F5D1D048-6CFA-0DCF-5953-84431BE6754C}"/>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3" name="Title 2">
            <a:extLst>
              <a:ext uri="{FF2B5EF4-FFF2-40B4-BE49-F238E27FC236}">
                <a16:creationId xmlns:a16="http://schemas.microsoft.com/office/drawing/2014/main" id="{EE7D5AB5-F4DB-ECDA-A390-D44890647604}"/>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a:p>
        </p:txBody>
      </p:sp>
    </p:spTree>
    <p:extLst>
      <p:ext uri="{BB962C8B-B14F-4D97-AF65-F5344CB8AC3E}">
        <p14:creationId xmlns:p14="http://schemas.microsoft.com/office/powerpoint/2010/main" val="27977567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Subtitle Dark Blue">
    <p:bg>
      <p:bgPr>
        <a:gradFill flip="none" rotWithShape="1">
          <a:gsLst>
            <a:gs pos="100000">
              <a:schemeClr val="accent1"/>
            </a:gs>
            <a:gs pos="0">
              <a:schemeClr val="accent4"/>
            </a:gs>
          </a:gsLst>
          <a:lin ang="18900000" scaled="1"/>
          <a:tileRect/>
        </a:gra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5166E472-7F03-4595-8219-0CA22510C30A}"/>
              </a:ext>
            </a:extLst>
          </p:cNvPr>
          <p:cNvSpPr>
            <a:spLocks noGrp="1"/>
          </p:cNvSpPr>
          <p:nvPr>
            <p:ph type="body" sz="quarter" idx="15" hasCustomPrompt="1"/>
          </p:nvPr>
        </p:nvSpPr>
        <p:spPr>
          <a:xfrm>
            <a:off x="414971" y="1125538"/>
            <a:ext cx="11369042" cy="246221"/>
          </a:xfrm>
          <a:prstGeom prst="rect">
            <a:avLst/>
          </a:prstGeom>
        </p:spPr>
        <p:txBody>
          <a:bodyPr lIns="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grpSp>
        <p:nvGrpSpPr>
          <p:cNvPr id="2" name="Group 37">
            <a:extLst>
              <a:ext uri="{FF2B5EF4-FFF2-40B4-BE49-F238E27FC236}">
                <a16:creationId xmlns:a16="http://schemas.microsoft.com/office/drawing/2014/main" id="{249954CA-1B4C-479D-8956-C152CD1D4255}"/>
              </a:ext>
            </a:extLst>
          </p:cNvPr>
          <p:cNvGrpSpPr/>
          <p:nvPr userDrawn="1"/>
        </p:nvGrpSpPr>
        <p:grpSpPr>
          <a:xfrm>
            <a:off x="11501102" y="171573"/>
            <a:ext cx="419436" cy="388087"/>
            <a:chOff x="5481638" y="2859088"/>
            <a:chExt cx="1231900" cy="1139825"/>
          </a:xfrm>
          <a:solidFill>
            <a:schemeClr val="bg1"/>
          </a:solidFill>
        </p:grpSpPr>
        <p:sp>
          <p:nvSpPr>
            <p:cNvPr id="4" name="Freeform 320">
              <a:extLst>
                <a:ext uri="{FF2B5EF4-FFF2-40B4-BE49-F238E27FC236}">
                  <a16:creationId xmlns:a16="http://schemas.microsoft.com/office/drawing/2014/main" id="{86845868-3C42-0B91-A56D-1739F1EE5238}"/>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5" name="Freeform 321">
              <a:extLst>
                <a:ext uri="{FF2B5EF4-FFF2-40B4-BE49-F238E27FC236}">
                  <a16:creationId xmlns:a16="http://schemas.microsoft.com/office/drawing/2014/main" id="{F5D1D048-6CFA-0DCF-5953-84431BE6754C}"/>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3" name="Title 2">
            <a:extLst>
              <a:ext uri="{FF2B5EF4-FFF2-40B4-BE49-F238E27FC236}">
                <a16:creationId xmlns:a16="http://schemas.microsoft.com/office/drawing/2014/main" id="{EE7D5AB5-F4DB-ECDA-A390-D44890647604}"/>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a:p>
        </p:txBody>
      </p:sp>
    </p:spTree>
    <p:extLst>
      <p:ext uri="{BB962C8B-B14F-4D97-AF65-F5344CB8AC3E}">
        <p14:creationId xmlns:p14="http://schemas.microsoft.com/office/powerpoint/2010/main" val="29984078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ubtitle Blue">
    <p:bg>
      <p:bgPr>
        <a:solidFill>
          <a:schemeClr val="accent1"/>
        </a:solidFill>
        <a:effectLst/>
      </p:bgPr>
    </p:bg>
    <p:spTree>
      <p:nvGrpSpPr>
        <p:cNvPr id="1" name=""/>
        <p:cNvGrpSpPr/>
        <p:nvPr/>
      </p:nvGrpSpPr>
      <p:grpSpPr>
        <a:xfrm>
          <a:off x="0" y="0"/>
          <a:ext cx="0" cy="0"/>
          <a:chOff x="0" y="0"/>
          <a:chExt cx="0" cy="0"/>
        </a:xfrm>
      </p:grpSpPr>
      <p:grpSp>
        <p:nvGrpSpPr>
          <p:cNvPr id="8" name="Group 37">
            <a:extLst>
              <a:ext uri="{FF2B5EF4-FFF2-40B4-BE49-F238E27FC236}">
                <a16:creationId xmlns:a16="http://schemas.microsoft.com/office/drawing/2014/main" id="{8045CCAE-BD2B-495D-9881-0F2682E7F5DC}"/>
              </a:ext>
            </a:extLst>
          </p:cNvPr>
          <p:cNvGrpSpPr/>
          <p:nvPr userDrawn="1"/>
        </p:nvGrpSpPr>
        <p:grpSpPr>
          <a:xfrm>
            <a:off x="11501102" y="171573"/>
            <a:ext cx="419436" cy="388087"/>
            <a:chOff x="5481638" y="2859088"/>
            <a:chExt cx="1231900" cy="1139825"/>
          </a:xfrm>
          <a:solidFill>
            <a:schemeClr val="bg1"/>
          </a:solidFill>
        </p:grpSpPr>
        <p:sp>
          <p:nvSpPr>
            <p:cNvPr id="9" name="Freeform 320">
              <a:extLst>
                <a:ext uri="{FF2B5EF4-FFF2-40B4-BE49-F238E27FC236}">
                  <a16:creationId xmlns:a16="http://schemas.microsoft.com/office/drawing/2014/main" id="{6A17AE04-922A-4540-99C5-F8D62C3B08E0}"/>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10" name="Freeform 321">
              <a:extLst>
                <a:ext uri="{FF2B5EF4-FFF2-40B4-BE49-F238E27FC236}">
                  <a16:creationId xmlns:a16="http://schemas.microsoft.com/office/drawing/2014/main" id="{DF832F2C-D3A7-4DE5-96EA-08ADD488B23C}"/>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2" name="Text Placeholder 9">
            <a:extLst>
              <a:ext uri="{FF2B5EF4-FFF2-40B4-BE49-F238E27FC236}">
                <a16:creationId xmlns:a16="http://schemas.microsoft.com/office/drawing/2014/main" id="{5F942043-0ED4-4362-8DCB-F241572195DD}"/>
              </a:ext>
            </a:extLst>
          </p:cNvPr>
          <p:cNvSpPr>
            <a:spLocks noGrp="1"/>
          </p:cNvSpPr>
          <p:nvPr>
            <p:ph type="body" sz="quarter" idx="15" hasCustomPrompt="1"/>
          </p:nvPr>
        </p:nvSpPr>
        <p:spPr>
          <a:xfrm>
            <a:off x="414971" y="1125538"/>
            <a:ext cx="11369042" cy="246221"/>
          </a:xfrm>
          <a:prstGeom prst="rect">
            <a:avLst/>
          </a:prstGeom>
        </p:spPr>
        <p:txBody>
          <a:bodyPr lIns="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2" name="Title 1">
            <a:extLst>
              <a:ext uri="{FF2B5EF4-FFF2-40B4-BE49-F238E27FC236}">
                <a16:creationId xmlns:a16="http://schemas.microsoft.com/office/drawing/2014/main" id="{8BF4754F-A565-D595-AC8C-9F0E9407F8F2}"/>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dirty="0"/>
          </a:p>
        </p:txBody>
      </p:sp>
    </p:spTree>
    <p:extLst>
      <p:ext uri="{BB962C8B-B14F-4D97-AF65-F5344CB8AC3E}">
        <p14:creationId xmlns:p14="http://schemas.microsoft.com/office/powerpoint/2010/main" val="368834284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itle Subtitle Content Grey">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971" y="1125538"/>
            <a:ext cx="11369042" cy="246221"/>
          </a:xfrm>
          <a:prstGeom prst="rect">
            <a:avLst/>
          </a:prstGeom>
        </p:spPr>
        <p:txBody>
          <a:bodyPr>
            <a:spAutoFit/>
          </a:bodyPr>
          <a:lstStyle>
            <a:lvl1pPr>
              <a:defRPr sz="1600" b="0">
                <a:solidFill>
                  <a:schemeClr val="bg1"/>
                </a:solidFill>
                <a:latin typeface="Ubuntu Light" panose="020B0304030602030204" pitchFamily="34" charset="0"/>
              </a:defRPr>
            </a:lvl1pPr>
          </a:lstStyle>
          <a:p>
            <a:pPr lvl="0"/>
            <a:r>
              <a:rPr lang="fr-FR" dirty="0"/>
              <a:t>Cliquez pour modifier les styles du texte du masque</a:t>
            </a:r>
          </a:p>
        </p:txBody>
      </p:sp>
      <p:sp>
        <p:nvSpPr>
          <p:cNvPr id="9" name="Text Placeholder 8">
            <a:extLst>
              <a:ext uri="{FF2B5EF4-FFF2-40B4-BE49-F238E27FC236}">
                <a16:creationId xmlns:a16="http://schemas.microsoft.com/office/drawing/2014/main" id="{C8D4D202-FD32-49BA-88CC-B39D2339504A}"/>
              </a:ext>
            </a:extLst>
          </p:cNvPr>
          <p:cNvSpPr>
            <a:spLocks noGrp="1"/>
          </p:cNvSpPr>
          <p:nvPr>
            <p:ph type="body" sz="quarter" idx="17"/>
          </p:nvPr>
        </p:nvSpPr>
        <p:spPr>
          <a:xfrm>
            <a:off x="414971" y="1624108"/>
            <a:ext cx="11369042" cy="4829080"/>
          </a:xfrm>
          <a:prstGeom prst="rect">
            <a:avLst/>
          </a:prstGeo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de-DE" dirty="0"/>
          </a:p>
        </p:txBody>
      </p:sp>
      <p:sp>
        <p:nvSpPr>
          <p:cNvPr id="2" name="Title 1">
            <a:extLst>
              <a:ext uri="{FF2B5EF4-FFF2-40B4-BE49-F238E27FC236}">
                <a16:creationId xmlns:a16="http://schemas.microsoft.com/office/drawing/2014/main" id="{92564CED-1C28-DF10-1067-5941504A95A0}"/>
              </a:ext>
            </a:extLst>
          </p:cNvPr>
          <p:cNvSpPr>
            <a:spLocks noGrp="1"/>
          </p:cNvSpPr>
          <p:nvPr>
            <p:ph type="title"/>
          </p:nvPr>
        </p:nvSpPr>
        <p:spPr/>
        <p:txBody>
          <a:bodyPr/>
          <a:lstStyle>
            <a:lvl1pPr>
              <a:defRPr>
                <a:solidFill>
                  <a:schemeClr val="bg1"/>
                </a:solidFill>
              </a:defRPr>
            </a:lvl1pPr>
          </a:lstStyle>
          <a:p>
            <a:r>
              <a:rPr lang="fr-FR" dirty="0"/>
              <a:t>Modifiez le style du titre</a:t>
            </a:r>
            <a:endParaRPr lang="en-US" dirty="0"/>
          </a:p>
        </p:txBody>
      </p:sp>
      <p:grpSp>
        <p:nvGrpSpPr>
          <p:cNvPr id="3" name="Group 37">
            <a:extLst>
              <a:ext uri="{FF2B5EF4-FFF2-40B4-BE49-F238E27FC236}">
                <a16:creationId xmlns:a16="http://schemas.microsoft.com/office/drawing/2014/main" id="{B0C581DC-AC70-A4F0-51CB-1FA6B08A37BE}"/>
              </a:ext>
            </a:extLst>
          </p:cNvPr>
          <p:cNvGrpSpPr/>
          <p:nvPr userDrawn="1"/>
        </p:nvGrpSpPr>
        <p:grpSpPr>
          <a:xfrm>
            <a:off x="11501102" y="171573"/>
            <a:ext cx="419436" cy="388087"/>
            <a:chOff x="5481638" y="2859088"/>
            <a:chExt cx="1231900" cy="1139825"/>
          </a:xfrm>
          <a:solidFill>
            <a:schemeClr val="bg1"/>
          </a:solidFill>
        </p:grpSpPr>
        <p:sp>
          <p:nvSpPr>
            <p:cNvPr id="4" name="Freeform 320">
              <a:extLst>
                <a:ext uri="{FF2B5EF4-FFF2-40B4-BE49-F238E27FC236}">
                  <a16:creationId xmlns:a16="http://schemas.microsoft.com/office/drawing/2014/main" id="{63F60F5E-5D27-779B-6E8E-C919398219A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5" name="Freeform 321">
              <a:extLst>
                <a:ext uri="{FF2B5EF4-FFF2-40B4-BE49-F238E27FC236}">
                  <a16:creationId xmlns:a16="http://schemas.microsoft.com/office/drawing/2014/main" id="{A979E7CA-B1A9-8298-494D-03780A9E57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94939875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Title Only Short Dark">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7D3C6BC6-663C-C133-76CE-9BAB02DAEDB3}"/>
              </a:ext>
            </a:extLst>
          </p:cNvPr>
          <p:cNvSpPr>
            <a:spLocks noGrp="1"/>
          </p:cNvSpPr>
          <p:nvPr>
            <p:ph type="pic" sz="quarter" idx="18" hasCustomPrompt="1"/>
          </p:nvPr>
        </p:nvSpPr>
        <p:spPr>
          <a:xfrm>
            <a:off x="7967663" y="1122907"/>
            <a:ext cx="4224338"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bg1"/>
                </a:solidFill>
              </a:defRPr>
            </a:lvl1pPr>
          </a:lstStyle>
          <a:p>
            <a:r>
              <a:rPr lang="de-DE" dirty="0"/>
              <a:t>Insert Picture and send </a:t>
            </a:r>
            <a:r>
              <a:rPr lang="de-DE" dirty="0" err="1"/>
              <a:t>to</a:t>
            </a:r>
            <a:r>
              <a:rPr lang="de-DE" dirty="0"/>
              <a:t> back</a:t>
            </a:r>
          </a:p>
        </p:txBody>
      </p:sp>
      <p:sp>
        <p:nvSpPr>
          <p:cNvPr id="14" name="Text Placeholder 9">
            <a:extLst>
              <a:ext uri="{FF2B5EF4-FFF2-40B4-BE49-F238E27FC236}">
                <a16:creationId xmlns:a16="http://schemas.microsoft.com/office/drawing/2014/main" id="{98C3DB19-4889-48D4-AFFB-A1B288723D76}"/>
              </a:ext>
            </a:extLst>
          </p:cNvPr>
          <p:cNvSpPr>
            <a:spLocks noGrp="1"/>
          </p:cNvSpPr>
          <p:nvPr>
            <p:ph type="body" sz="quarter" idx="15" hasCustomPrompt="1"/>
          </p:nvPr>
        </p:nvSpPr>
        <p:spPr>
          <a:xfrm>
            <a:off x="414971" y="1125538"/>
            <a:ext cx="7337213"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F13880FA-A20C-4104-8D48-DC99C13D0B89}"/>
              </a:ext>
            </a:extLst>
          </p:cNvPr>
          <p:cNvSpPr>
            <a:spLocks noGrp="1"/>
          </p:cNvSpPr>
          <p:nvPr>
            <p:ph type="body" sz="quarter" idx="17"/>
          </p:nvPr>
        </p:nvSpPr>
        <p:spPr>
          <a:xfrm>
            <a:off x="414971" y="1628800"/>
            <a:ext cx="7337213" cy="4824388"/>
          </a:xfrm>
          <a:prstGeom prst="rect">
            <a:avLst/>
          </a:prstGeom>
        </p:spPr>
        <p:txBody>
          <a:bodyPr rIns="216000">
            <a:noAutofit/>
          </a:bodyPr>
          <a:lstStyle>
            <a:lvl1pPr>
              <a:defRPr sz="1400">
                <a:solidFill>
                  <a:schemeClr val="bg1"/>
                </a:solidFill>
              </a:defRPr>
            </a:lvl1pPr>
            <a:lvl2pPr>
              <a:buClrTx/>
              <a:defRPr sz="1400">
                <a:solidFill>
                  <a:schemeClr val="bg1"/>
                </a:solidFill>
              </a:defRPr>
            </a:lvl2pPr>
            <a:lvl3pPr>
              <a:buClrTx/>
              <a:defRPr sz="1400">
                <a:solidFill>
                  <a:schemeClr val="bg1"/>
                </a:solidFill>
              </a:defRPr>
            </a:lvl3pPr>
            <a:lvl4pPr>
              <a:buClrTx/>
              <a:defRPr sz="1200">
                <a:solidFill>
                  <a:schemeClr val="bg1"/>
                </a:solidFill>
              </a:defRPr>
            </a:lvl4pPr>
            <a:lvl5pPr>
              <a:buClrTx/>
              <a:defRPr sz="1200">
                <a:solidFill>
                  <a:schemeClr val="bg1"/>
                </a:solid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FC5D9B30-9A2C-505E-36D0-05AF0DBAAC3C}"/>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dirty="0"/>
          </a:p>
        </p:txBody>
      </p:sp>
      <p:grpSp>
        <p:nvGrpSpPr>
          <p:cNvPr id="4" name="Group 37">
            <a:extLst>
              <a:ext uri="{FF2B5EF4-FFF2-40B4-BE49-F238E27FC236}">
                <a16:creationId xmlns:a16="http://schemas.microsoft.com/office/drawing/2014/main" id="{9B4384E0-E70E-1D2F-00F4-6E8113E6115B}"/>
              </a:ext>
            </a:extLst>
          </p:cNvPr>
          <p:cNvGrpSpPr/>
          <p:nvPr userDrawn="1"/>
        </p:nvGrpSpPr>
        <p:grpSpPr>
          <a:xfrm>
            <a:off x="11501102" y="171573"/>
            <a:ext cx="419436" cy="388087"/>
            <a:chOff x="5481638" y="2859088"/>
            <a:chExt cx="1231900" cy="1139825"/>
          </a:xfrm>
          <a:solidFill>
            <a:schemeClr val="bg1"/>
          </a:solidFill>
        </p:grpSpPr>
        <p:sp>
          <p:nvSpPr>
            <p:cNvPr id="5" name="Freeform 320">
              <a:extLst>
                <a:ext uri="{FF2B5EF4-FFF2-40B4-BE49-F238E27FC236}">
                  <a16:creationId xmlns:a16="http://schemas.microsoft.com/office/drawing/2014/main" id="{DEADA429-607C-23EB-6562-F893EB6AB13A}"/>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6" name="Freeform 321">
              <a:extLst>
                <a:ext uri="{FF2B5EF4-FFF2-40B4-BE49-F238E27FC236}">
                  <a16:creationId xmlns:a16="http://schemas.microsoft.com/office/drawing/2014/main" id="{FE473CBE-1F40-1799-0531-AC4BB82893E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260874825"/>
      </p:ext>
    </p:extLst>
  </p:cSld>
  <p:clrMapOvr>
    <a:masterClrMapping/>
  </p:clrMapOvr>
  <p:extLst>
    <p:ext uri="{DCECCB84-F9BA-43D5-87BE-67443E8EF086}">
      <p15:sldGuideLst xmlns:p15="http://schemas.microsoft.com/office/powerpoint/2012/main">
        <p15:guide id="1" pos="5019">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2_Title Only Short Dark">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D947A8D9-3FE6-9441-652F-400363E70669}"/>
              </a:ext>
            </a:extLst>
          </p:cNvPr>
          <p:cNvSpPr>
            <a:spLocks noGrp="1"/>
          </p:cNvSpPr>
          <p:nvPr>
            <p:ph type="pic" sz="quarter" idx="18" hasCustomPrompt="1"/>
          </p:nvPr>
        </p:nvSpPr>
        <p:spPr>
          <a:xfrm>
            <a:off x="6096001" y="1122907"/>
            <a:ext cx="6096000"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6" name="Text Placeholder 9">
            <a:extLst>
              <a:ext uri="{FF2B5EF4-FFF2-40B4-BE49-F238E27FC236}">
                <a16:creationId xmlns:a16="http://schemas.microsoft.com/office/drawing/2014/main" id="{859F9A52-5C59-4371-8261-06DAE7261AF2}"/>
              </a:ext>
            </a:extLst>
          </p:cNvPr>
          <p:cNvSpPr>
            <a:spLocks noGrp="1"/>
          </p:cNvSpPr>
          <p:nvPr>
            <p:ph type="body" sz="quarter" idx="15" hasCustomPrompt="1"/>
          </p:nvPr>
        </p:nvSpPr>
        <p:spPr>
          <a:xfrm>
            <a:off x="414971" y="1125538"/>
            <a:ext cx="5545800"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33B64D18-C45E-440C-9C66-6F1DDAC0172E}"/>
              </a:ext>
            </a:extLst>
          </p:cNvPr>
          <p:cNvSpPr>
            <a:spLocks noGrp="1"/>
          </p:cNvSpPr>
          <p:nvPr>
            <p:ph type="body" sz="quarter" idx="17"/>
          </p:nvPr>
        </p:nvSpPr>
        <p:spPr>
          <a:xfrm>
            <a:off x="414971" y="1627200"/>
            <a:ext cx="5545137" cy="4825988"/>
          </a:xfrm>
          <a:prstGeom prst="rect">
            <a:avLst/>
          </a:prstGeom>
        </p:spPr>
        <p:txBody>
          <a:bodyPr vert="horz" lIns="0" tIns="0" rIns="216000" bIns="0" rtlCol="0">
            <a:noAutofit/>
          </a:bodyPr>
          <a:lstStyle>
            <a:lvl1pPr>
              <a:defRPr lang="en-US" sz="1400" smtClean="0">
                <a:solidFill>
                  <a:schemeClr val="bg1"/>
                </a:solidFill>
              </a:defRPr>
            </a:lvl1pPr>
            <a:lvl2pPr marL="180975" indent="-180975">
              <a:buClrTx/>
              <a:defRPr lang="en-US" sz="1400" kern="1200" dirty="0" smtClean="0">
                <a:solidFill>
                  <a:schemeClr val="bg1"/>
                </a:solidFill>
                <a:latin typeface="+mn-lt"/>
                <a:ea typeface="+mn-ea"/>
                <a:cs typeface="+mn-cs"/>
              </a:defRPr>
            </a:lvl2pPr>
            <a:lvl3pPr marL="360000" indent="-180000">
              <a:buClrTx/>
              <a:defRPr lang="en-US" sz="1400" kern="1200" dirty="0" smtClean="0">
                <a:solidFill>
                  <a:schemeClr val="bg1"/>
                </a:solidFill>
                <a:latin typeface="+mn-lt"/>
                <a:ea typeface="+mn-ea"/>
                <a:cs typeface="+mn-cs"/>
              </a:defRPr>
            </a:lvl3pPr>
            <a:lvl4pPr marL="539750" indent="-180000">
              <a:buClrTx/>
              <a:defRPr lang="en-US" sz="1200" kern="1200" dirty="0" smtClean="0">
                <a:solidFill>
                  <a:schemeClr val="bg1"/>
                </a:solidFill>
                <a:latin typeface="+mn-lt"/>
                <a:ea typeface="+mn-ea"/>
                <a:cs typeface="+mn-cs"/>
              </a:defRPr>
            </a:lvl4pPr>
            <a:lvl5pPr marL="719138" indent="-180975">
              <a:buClrTx/>
              <a:defRPr lang="en-US" sz="1200" kern="1200" dirty="0">
                <a:solidFill>
                  <a:schemeClr val="bg1"/>
                </a:solidFill>
                <a:latin typeface="+mn-lt"/>
                <a:ea typeface="+mn-ea"/>
                <a:cs typeface="+mn-cs"/>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D325044F-30C6-C6D9-84C0-2B925714F572}"/>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a:p>
        </p:txBody>
      </p:sp>
      <p:grpSp>
        <p:nvGrpSpPr>
          <p:cNvPr id="4" name="Group 37">
            <a:extLst>
              <a:ext uri="{FF2B5EF4-FFF2-40B4-BE49-F238E27FC236}">
                <a16:creationId xmlns:a16="http://schemas.microsoft.com/office/drawing/2014/main" id="{7A334606-8EE3-365F-25B8-44D290069C7A}"/>
              </a:ext>
            </a:extLst>
          </p:cNvPr>
          <p:cNvGrpSpPr/>
          <p:nvPr userDrawn="1"/>
        </p:nvGrpSpPr>
        <p:grpSpPr>
          <a:xfrm>
            <a:off x="11501102" y="171573"/>
            <a:ext cx="419436" cy="388087"/>
            <a:chOff x="5481638" y="2859088"/>
            <a:chExt cx="1231900" cy="1139825"/>
          </a:xfrm>
          <a:solidFill>
            <a:schemeClr val="bg1"/>
          </a:solidFill>
        </p:grpSpPr>
        <p:sp>
          <p:nvSpPr>
            <p:cNvPr id="5" name="Freeform 320">
              <a:extLst>
                <a:ext uri="{FF2B5EF4-FFF2-40B4-BE49-F238E27FC236}">
                  <a16:creationId xmlns:a16="http://schemas.microsoft.com/office/drawing/2014/main" id="{9327B499-75BC-B2BA-955E-89BC1B5BA087}"/>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6" name="Freeform 321">
              <a:extLst>
                <a:ext uri="{FF2B5EF4-FFF2-40B4-BE49-F238E27FC236}">
                  <a16:creationId xmlns:a16="http://schemas.microsoft.com/office/drawing/2014/main" id="{830903CF-8165-AFC6-912A-B0D50B5352C6}"/>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38940909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_Title Only Short Dark">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40C8F40-0AE5-4281-9868-B3C794BF6FD6}"/>
              </a:ext>
            </a:extLst>
          </p:cNvPr>
          <p:cNvSpPr>
            <a:spLocks noGrp="1"/>
          </p:cNvSpPr>
          <p:nvPr>
            <p:ph type="pic" sz="quarter" idx="19" hasCustomPrompt="1"/>
          </p:nvPr>
        </p:nvSpPr>
        <p:spPr>
          <a:xfrm>
            <a:off x="-1" y="0"/>
            <a:ext cx="4208053"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dirty="0"/>
              <a:t>Click icon to add picture and send picture to back</a:t>
            </a:r>
          </a:p>
        </p:txBody>
      </p:sp>
      <p:sp>
        <p:nvSpPr>
          <p:cNvPr id="20" name="Text Placeholder 9">
            <a:extLst>
              <a:ext uri="{FF2B5EF4-FFF2-40B4-BE49-F238E27FC236}">
                <a16:creationId xmlns:a16="http://schemas.microsoft.com/office/drawing/2014/main" id="{DE5BD221-7593-42BD-A842-EFACB10DAB74}"/>
              </a:ext>
            </a:extLst>
          </p:cNvPr>
          <p:cNvSpPr>
            <a:spLocks noGrp="1"/>
          </p:cNvSpPr>
          <p:nvPr>
            <p:ph type="body" sz="quarter" idx="16" hasCustomPrompt="1"/>
          </p:nvPr>
        </p:nvSpPr>
        <p:spPr>
          <a:xfrm>
            <a:off x="4444744" y="1126800"/>
            <a:ext cx="6962544"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19" name="Text Placeholder 8">
            <a:extLst>
              <a:ext uri="{FF2B5EF4-FFF2-40B4-BE49-F238E27FC236}">
                <a16:creationId xmlns:a16="http://schemas.microsoft.com/office/drawing/2014/main" id="{A6C5C35D-CE7D-48CD-A1B2-353FFA53AEE9}"/>
              </a:ext>
            </a:extLst>
          </p:cNvPr>
          <p:cNvSpPr>
            <a:spLocks noGrp="1"/>
          </p:cNvSpPr>
          <p:nvPr>
            <p:ph type="body" sz="quarter" idx="18"/>
          </p:nvPr>
        </p:nvSpPr>
        <p:spPr>
          <a:xfrm>
            <a:off x="4445407" y="1627200"/>
            <a:ext cx="6962544" cy="4825988"/>
          </a:xfrm>
          <a:prstGeom prst="rect">
            <a:avLst/>
          </a:prstGeom>
        </p:spPr>
        <p:txBody>
          <a:bodyPr vert="horz" lIns="0" tIns="0" rIns="0" bIns="0" rtlCol="0">
            <a:noAutofit/>
          </a:bodyPr>
          <a:lstStyle>
            <a:lvl1pPr>
              <a:defRPr lang="en-US" sz="1400" smtClean="0">
                <a:solidFill>
                  <a:schemeClr val="bg1"/>
                </a:solidFill>
              </a:defRPr>
            </a:lvl1pPr>
            <a:lvl2pPr marL="180975" indent="-180975">
              <a:buClrTx/>
              <a:defRPr lang="en-US" sz="1400" kern="1200" dirty="0" smtClean="0">
                <a:solidFill>
                  <a:schemeClr val="bg1"/>
                </a:solidFill>
                <a:latin typeface="+mn-lt"/>
                <a:ea typeface="+mn-ea"/>
                <a:cs typeface="+mn-cs"/>
              </a:defRPr>
            </a:lvl2pPr>
            <a:lvl3pPr marL="360000" indent="-180000">
              <a:buClrTx/>
              <a:defRPr lang="en-US" sz="1400" kern="1200" dirty="0" smtClean="0">
                <a:solidFill>
                  <a:schemeClr val="bg1"/>
                </a:solidFill>
                <a:latin typeface="+mn-lt"/>
                <a:ea typeface="+mn-ea"/>
                <a:cs typeface="+mn-cs"/>
              </a:defRPr>
            </a:lvl3pPr>
            <a:lvl4pPr marL="539750" indent="-180000">
              <a:buClrTx/>
              <a:defRPr lang="en-US" sz="1200" kern="1200" dirty="0" smtClean="0">
                <a:solidFill>
                  <a:schemeClr val="bg1"/>
                </a:solidFill>
                <a:latin typeface="+mn-lt"/>
                <a:ea typeface="+mn-ea"/>
                <a:cs typeface="+mn-cs"/>
              </a:defRPr>
            </a:lvl4pPr>
            <a:lvl5pPr marL="719138" indent="-180975">
              <a:buClrTx/>
              <a:defRPr lang="en-US" sz="1200" kern="1200" dirty="0">
                <a:solidFill>
                  <a:schemeClr val="bg1"/>
                </a:solidFill>
                <a:latin typeface="+mn-lt"/>
                <a:ea typeface="+mn-ea"/>
                <a:cs typeface="+mn-cs"/>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grpSp>
        <p:nvGrpSpPr>
          <p:cNvPr id="14" name="Groupe 1">
            <a:extLst>
              <a:ext uri="{FF2B5EF4-FFF2-40B4-BE49-F238E27FC236}">
                <a16:creationId xmlns:a16="http://schemas.microsoft.com/office/drawing/2014/main" id="{DFFA4EA6-56A9-4F86-ABC0-8D91183AD408}"/>
              </a:ext>
            </a:extLst>
          </p:cNvPr>
          <p:cNvGrpSpPr/>
          <p:nvPr userDrawn="1"/>
        </p:nvGrpSpPr>
        <p:grpSpPr>
          <a:xfrm>
            <a:off x="11501102" y="171573"/>
            <a:ext cx="419436" cy="388988"/>
            <a:chOff x="11501102" y="171573"/>
            <a:chExt cx="419436" cy="388988"/>
          </a:xfrm>
        </p:grpSpPr>
        <p:sp>
          <p:nvSpPr>
            <p:cNvPr id="22" name="Freeform 13">
              <a:extLst>
                <a:ext uri="{FF2B5EF4-FFF2-40B4-BE49-F238E27FC236}">
                  <a16:creationId xmlns:a16="http://schemas.microsoft.com/office/drawing/2014/main" id="{C156B522-A0C0-42B8-BB11-65082FE767FF}"/>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4" name="Freeform 14">
              <a:extLst>
                <a:ext uri="{FF2B5EF4-FFF2-40B4-BE49-F238E27FC236}">
                  <a16:creationId xmlns:a16="http://schemas.microsoft.com/office/drawing/2014/main" id="{43AD94EE-7857-4B4F-8194-A523D32A3519}"/>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
        <p:nvSpPr>
          <p:cNvPr id="2" name="Title 1">
            <a:extLst>
              <a:ext uri="{FF2B5EF4-FFF2-40B4-BE49-F238E27FC236}">
                <a16:creationId xmlns:a16="http://schemas.microsoft.com/office/drawing/2014/main" id="{63D8BFFB-83BD-8B73-4F5E-285DBB5281A2}"/>
              </a:ext>
            </a:extLst>
          </p:cNvPr>
          <p:cNvSpPr>
            <a:spLocks noGrp="1"/>
          </p:cNvSpPr>
          <p:nvPr>
            <p:ph type="title"/>
          </p:nvPr>
        </p:nvSpPr>
        <p:spPr>
          <a:xfrm>
            <a:off x="4444744" y="260350"/>
            <a:ext cx="6978640" cy="792163"/>
          </a:xfrm>
        </p:spPr>
        <p:txBody>
          <a:bodyPr/>
          <a:lstStyle>
            <a:lvl1pPr>
              <a:defRPr>
                <a:solidFill>
                  <a:schemeClr val="bg1"/>
                </a:solidFill>
              </a:defRPr>
            </a:lvl1pPr>
          </a:lstStyle>
          <a:p>
            <a:r>
              <a:rPr lang="fr-FR"/>
              <a:t>Modifiez le style du titre</a:t>
            </a:r>
            <a:endParaRPr lang="en-US" dirty="0"/>
          </a:p>
        </p:txBody>
      </p:sp>
      <p:grpSp>
        <p:nvGrpSpPr>
          <p:cNvPr id="3" name="Group 37">
            <a:extLst>
              <a:ext uri="{FF2B5EF4-FFF2-40B4-BE49-F238E27FC236}">
                <a16:creationId xmlns:a16="http://schemas.microsoft.com/office/drawing/2014/main" id="{F75C5998-60B8-E90F-ABC5-B2B44AE3671E}"/>
              </a:ext>
            </a:extLst>
          </p:cNvPr>
          <p:cNvGrpSpPr/>
          <p:nvPr userDrawn="1"/>
        </p:nvGrpSpPr>
        <p:grpSpPr>
          <a:xfrm>
            <a:off x="11501102" y="171573"/>
            <a:ext cx="419436" cy="388087"/>
            <a:chOff x="5481638" y="2859088"/>
            <a:chExt cx="1231900" cy="1139825"/>
          </a:xfrm>
          <a:solidFill>
            <a:schemeClr val="bg1"/>
          </a:solidFill>
        </p:grpSpPr>
        <p:sp>
          <p:nvSpPr>
            <p:cNvPr id="4" name="Freeform 320">
              <a:extLst>
                <a:ext uri="{FF2B5EF4-FFF2-40B4-BE49-F238E27FC236}">
                  <a16:creationId xmlns:a16="http://schemas.microsoft.com/office/drawing/2014/main" id="{7AA8B914-E494-3BE7-D1C9-625A618D7BB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5" name="Freeform 321">
              <a:extLst>
                <a:ext uri="{FF2B5EF4-FFF2-40B4-BE49-F238E27FC236}">
                  <a16:creationId xmlns:a16="http://schemas.microsoft.com/office/drawing/2014/main" id="{F8C9E80B-66E6-FE75-51F4-FE53C769FD6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563103278"/>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4_Title Only Short Dark">
    <p:bg>
      <p:bgPr>
        <a:gradFill>
          <a:gsLst>
            <a:gs pos="100000">
              <a:schemeClr val="accent1"/>
            </a:gs>
            <a:gs pos="0">
              <a:schemeClr val="accent4"/>
            </a:gs>
          </a:gsLst>
          <a:lin ang="18900000" scaled="1"/>
        </a:gra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8A4E47E-A55F-4490-AD19-D9A415AA57C5}"/>
              </a:ext>
            </a:extLst>
          </p:cNvPr>
          <p:cNvSpPr>
            <a:spLocks noGrp="1"/>
          </p:cNvSpPr>
          <p:nvPr>
            <p:ph type="pic" sz="quarter" idx="19"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dirty="0"/>
              <a:t>Click icon to add picture and send picture to back</a:t>
            </a:r>
          </a:p>
        </p:txBody>
      </p:sp>
      <p:sp>
        <p:nvSpPr>
          <p:cNvPr id="20" name="Text Placeholder 9">
            <a:extLst>
              <a:ext uri="{FF2B5EF4-FFF2-40B4-BE49-F238E27FC236}">
                <a16:creationId xmlns:a16="http://schemas.microsoft.com/office/drawing/2014/main" id="{B7C70459-DE10-4F5D-80E6-BAD5BA66267C}"/>
              </a:ext>
            </a:extLst>
          </p:cNvPr>
          <p:cNvSpPr>
            <a:spLocks noGrp="1"/>
          </p:cNvSpPr>
          <p:nvPr>
            <p:ph type="body" sz="quarter" idx="16" hasCustomPrompt="1"/>
          </p:nvPr>
        </p:nvSpPr>
        <p:spPr>
          <a:xfrm>
            <a:off x="6384032" y="1125538"/>
            <a:ext cx="5047879"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21" name="Title 4">
            <a:extLst>
              <a:ext uri="{FF2B5EF4-FFF2-40B4-BE49-F238E27FC236}">
                <a16:creationId xmlns:a16="http://schemas.microsoft.com/office/drawing/2014/main" id="{CC59ACB0-A839-47A7-AC17-01C5AED88934}"/>
              </a:ext>
            </a:extLst>
          </p:cNvPr>
          <p:cNvSpPr>
            <a:spLocks noGrp="1"/>
          </p:cNvSpPr>
          <p:nvPr>
            <p:ph type="title"/>
          </p:nvPr>
        </p:nvSpPr>
        <p:spPr>
          <a:xfrm>
            <a:off x="6384032" y="6907"/>
            <a:ext cx="5047879" cy="1127300"/>
          </a:xfrm>
        </p:spPr>
        <p:txBody>
          <a:bodyPr/>
          <a:lstStyle>
            <a:lvl1pPr>
              <a:defRPr>
                <a:solidFill>
                  <a:schemeClr val="bg1"/>
                </a:solidFill>
              </a:defRPr>
            </a:lvl1pPr>
          </a:lstStyle>
          <a:p>
            <a:r>
              <a:rPr lang="fr-FR"/>
              <a:t>Modifiez le style du titre</a:t>
            </a:r>
            <a:endParaRPr lang="de-DE" dirty="0"/>
          </a:p>
        </p:txBody>
      </p:sp>
      <p:sp>
        <p:nvSpPr>
          <p:cNvPr id="19" name="Text Placeholder 6">
            <a:extLst>
              <a:ext uri="{FF2B5EF4-FFF2-40B4-BE49-F238E27FC236}">
                <a16:creationId xmlns:a16="http://schemas.microsoft.com/office/drawing/2014/main" id="{A8B886D2-95CB-49D8-B7AE-68DA209E76FA}"/>
              </a:ext>
            </a:extLst>
          </p:cNvPr>
          <p:cNvSpPr>
            <a:spLocks noGrp="1"/>
          </p:cNvSpPr>
          <p:nvPr>
            <p:ph type="body" sz="quarter" idx="18"/>
          </p:nvPr>
        </p:nvSpPr>
        <p:spPr>
          <a:xfrm>
            <a:off x="6384032" y="1627200"/>
            <a:ext cx="5047879" cy="4825988"/>
          </a:xfrm>
          <a:prstGeom prst="rect">
            <a:avLst/>
          </a:prstGeom>
        </p:spPr>
        <p:txBody>
          <a:bodyPr vert="horz" lIns="0" tIns="0" rIns="0" bIns="0" rtlCol="0">
            <a:noAutofit/>
          </a:bodyPr>
          <a:lstStyle>
            <a:lvl1pPr>
              <a:defRPr lang="en-US" sz="1400" smtClean="0">
                <a:solidFill>
                  <a:schemeClr val="bg1"/>
                </a:solidFill>
              </a:defRPr>
            </a:lvl1pPr>
            <a:lvl2pPr marL="180975" indent="-180975">
              <a:buClrTx/>
              <a:defRPr lang="en-US" sz="1400" kern="1200" dirty="0" smtClean="0">
                <a:solidFill>
                  <a:schemeClr val="bg1"/>
                </a:solidFill>
                <a:latin typeface="+mn-lt"/>
                <a:ea typeface="+mn-ea"/>
                <a:cs typeface="+mn-cs"/>
              </a:defRPr>
            </a:lvl2pPr>
            <a:lvl3pPr marL="360000" indent="-180000">
              <a:buClrTx/>
              <a:defRPr lang="en-US" sz="1400" kern="1200" dirty="0" smtClean="0">
                <a:solidFill>
                  <a:schemeClr val="bg1"/>
                </a:solidFill>
                <a:latin typeface="+mn-lt"/>
                <a:ea typeface="+mn-ea"/>
                <a:cs typeface="+mn-cs"/>
              </a:defRPr>
            </a:lvl3pPr>
            <a:lvl4pPr marL="539750" indent="-180000">
              <a:buClrTx/>
              <a:defRPr lang="en-US" sz="1200" kern="1200" dirty="0" smtClean="0">
                <a:solidFill>
                  <a:schemeClr val="bg1"/>
                </a:solidFill>
                <a:latin typeface="+mn-lt"/>
                <a:ea typeface="+mn-ea"/>
                <a:cs typeface="+mn-cs"/>
              </a:defRPr>
            </a:lvl4pPr>
            <a:lvl5pPr marL="719138" indent="-180975">
              <a:buClrTx/>
              <a:defRPr lang="en-US" sz="1200" kern="1200" dirty="0">
                <a:solidFill>
                  <a:schemeClr val="bg1"/>
                </a:solidFill>
                <a:latin typeface="+mn-lt"/>
                <a:ea typeface="+mn-ea"/>
                <a:cs typeface="+mn-cs"/>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grpSp>
        <p:nvGrpSpPr>
          <p:cNvPr id="16" name="Groupe 1">
            <a:extLst>
              <a:ext uri="{FF2B5EF4-FFF2-40B4-BE49-F238E27FC236}">
                <a16:creationId xmlns:a16="http://schemas.microsoft.com/office/drawing/2014/main" id="{E0AE299F-7351-4397-AACC-823584420C74}"/>
              </a:ext>
            </a:extLst>
          </p:cNvPr>
          <p:cNvGrpSpPr/>
          <p:nvPr userDrawn="1"/>
        </p:nvGrpSpPr>
        <p:grpSpPr>
          <a:xfrm>
            <a:off x="11501102" y="171573"/>
            <a:ext cx="419436" cy="388988"/>
            <a:chOff x="11501102" y="171573"/>
            <a:chExt cx="419436" cy="388988"/>
          </a:xfrm>
        </p:grpSpPr>
        <p:sp>
          <p:nvSpPr>
            <p:cNvPr id="22" name="Freeform 13">
              <a:extLst>
                <a:ext uri="{FF2B5EF4-FFF2-40B4-BE49-F238E27FC236}">
                  <a16:creationId xmlns:a16="http://schemas.microsoft.com/office/drawing/2014/main" id="{2EAF937C-9725-44A1-BB6F-11B4974BADA6}"/>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4" name="Freeform 14">
              <a:extLst>
                <a:ext uri="{FF2B5EF4-FFF2-40B4-BE49-F238E27FC236}">
                  <a16:creationId xmlns:a16="http://schemas.microsoft.com/office/drawing/2014/main" id="{0B23023F-6948-45C1-A879-0B093E949B0A}"/>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grpSp>
        <p:nvGrpSpPr>
          <p:cNvPr id="2" name="Group 37">
            <a:extLst>
              <a:ext uri="{FF2B5EF4-FFF2-40B4-BE49-F238E27FC236}">
                <a16:creationId xmlns:a16="http://schemas.microsoft.com/office/drawing/2014/main" id="{7A1A8CC8-8DC5-C9DB-BF05-A632200BAA79}"/>
              </a:ext>
            </a:extLst>
          </p:cNvPr>
          <p:cNvGrpSpPr/>
          <p:nvPr userDrawn="1"/>
        </p:nvGrpSpPr>
        <p:grpSpPr>
          <a:xfrm>
            <a:off x="11501102" y="171573"/>
            <a:ext cx="419436" cy="388087"/>
            <a:chOff x="5481638" y="2859088"/>
            <a:chExt cx="1231900" cy="1139825"/>
          </a:xfrm>
          <a:solidFill>
            <a:schemeClr val="bg1"/>
          </a:solidFill>
        </p:grpSpPr>
        <p:sp>
          <p:nvSpPr>
            <p:cNvPr id="3" name="Freeform 320">
              <a:extLst>
                <a:ext uri="{FF2B5EF4-FFF2-40B4-BE49-F238E27FC236}">
                  <a16:creationId xmlns:a16="http://schemas.microsoft.com/office/drawing/2014/main" id="{9FD445ED-7589-8F2E-2555-68F99651CF5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4" name="Freeform 321">
              <a:extLst>
                <a:ext uri="{FF2B5EF4-FFF2-40B4-BE49-F238E27FC236}">
                  <a16:creationId xmlns:a16="http://schemas.microsoft.com/office/drawing/2014/main" id="{D611104C-45C2-A6EE-6C88-7B5A09068B1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6894099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gradFill flip="none" rotWithShape="1">
          <a:gsLst>
            <a:gs pos="0">
              <a:schemeClr val="accent4"/>
            </a:gs>
            <a:gs pos="100000">
              <a:schemeClr val="accent1"/>
            </a:gs>
          </a:gsLst>
          <a:lin ang="18900000" scaled="1"/>
          <a:tileRect/>
        </a:gradFill>
        <a:effectLst/>
      </p:bgPr>
    </p:bg>
    <p:spTree>
      <p:nvGrpSpPr>
        <p:cNvPr id="1" name=""/>
        <p:cNvGrpSpPr/>
        <p:nvPr/>
      </p:nvGrpSpPr>
      <p:grpSpPr>
        <a:xfrm>
          <a:off x="0" y="0"/>
          <a:ext cx="0" cy="0"/>
          <a:chOff x="0" y="0"/>
          <a:chExt cx="0" cy="0"/>
        </a:xfrm>
      </p:grpSpPr>
      <p:grpSp>
        <p:nvGrpSpPr>
          <p:cNvPr id="3" name="Group 37">
            <a:extLst>
              <a:ext uri="{FF2B5EF4-FFF2-40B4-BE49-F238E27FC236}">
                <a16:creationId xmlns:a16="http://schemas.microsoft.com/office/drawing/2014/main" id="{1061E678-75D4-A1A0-2B62-B9EE7897ADC9}"/>
              </a:ext>
            </a:extLst>
          </p:cNvPr>
          <p:cNvGrpSpPr/>
          <p:nvPr userDrawn="1"/>
        </p:nvGrpSpPr>
        <p:grpSpPr>
          <a:xfrm>
            <a:off x="11501102" y="171573"/>
            <a:ext cx="419436" cy="388087"/>
            <a:chOff x="5481638" y="2859088"/>
            <a:chExt cx="1231900" cy="1139825"/>
          </a:xfrm>
          <a:solidFill>
            <a:schemeClr val="bg1"/>
          </a:solidFill>
        </p:grpSpPr>
        <p:sp>
          <p:nvSpPr>
            <p:cNvPr id="4" name="Freeform 320">
              <a:extLst>
                <a:ext uri="{FF2B5EF4-FFF2-40B4-BE49-F238E27FC236}">
                  <a16:creationId xmlns:a16="http://schemas.microsoft.com/office/drawing/2014/main" id="{968249B3-6CEA-36AB-82F2-AC791AB4541D}"/>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sp>
          <p:nvSpPr>
            <p:cNvPr id="5" name="Freeform 321">
              <a:extLst>
                <a:ext uri="{FF2B5EF4-FFF2-40B4-BE49-F238E27FC236}">
                  <a16:creationId xmlns:a16="http://schemas.microsoft.com/office/drawing/2014/main" id="{6CA36F11-D251-B9D9-4C20-84C34AAE71C9}"/>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92724648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obj">
  <p:cSld name="Title Slide">
    <p:bg>
      <p:bgPr>
        <a:solidFill>
          <a:schemeClr val="accent4"/>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1199456" y="2072590"/>
            <a:ext cx="9865096" cy="1107996"/>
          </a:xfrm>
          <a:prstGeom prst="rect">
            <a:avLst/>
          </a:prstGeom>
        </p:spPr>
        <p:txBody>
          <a:bodyPr wrap="square" lIns="0" tIns="0" rIns="0" bIns="0">
            <a:spAutoFit/>
          </a:bodyPr>
          <a:lstStyle>
            <a:lvl1pPr algn="ctr">
              <a:defRPr sz="8000" b="1" i="0">
                <a:solidFill>
                  <a:schemeClr val="bg1"/>
                </a:solidFill>
                <a:latin typeface="+mn-lt"/>
                <a:cs typeface="Ubuntu Light"/>
              </a:defRPr>
            </a:lvl1pPr>
          </a:lstStyle>
          <a:p>
            <a:endParaRPr dirty="0"/>
          </a:p>
        </p:txBody>
      </p:sp>
      <p:sp>
        <p:nvSpPr>
          <p:cNvPr id="3" name="Holder 3"/>
          <p:cNvSpPr>
            <a:spLocks noGrp="1"/>
          </p:cNvSpPr>
          <p:nvPr>
            <p:ph type="subTitle" idx="4"/>
          </p:nvPr>
        </p:nvSpPr>
        <p:spPr>
          <a:xfrm>
            <a:off x="1199456" y="3840480"/>
            <a:ext cx="9865096" cy="369332"/>
          </a:xfrm>
          <a:prstGeom prst="rect">
            <a:avLst/>
          </a:prstGeom>
        </p:spPr>
        <p:txBody>
          <a:bodyPr wrap="square" lIns="0" tIns="0" rIns="0" bIns="0">
            <a:spAutoFit/>
          </a:bodyPr>
          <a:lstStyle>
            <a:lvl1pPr algn="ctr">
              <a:defRPr sz="2400">
                <a:solidFill>
                  <a:schemeClr val="bg1"/>
                </a:solidFill>
              </a:defRPr>
            </a:lvl1pPr>
          </a:lstStyle>
          <a:p>
            <a:endParaRPr dirty="0"/>
          </a:p>
        </p:txBody>
      </p:sp>
      <p:sp>
        <p:nvSpPr>
          <p:cNvPr id="5" name="object 3">
            <a:extLst>
              <a:ext uri="{FF2B5EF4-FFF2-40B4-BE49-F238E27FC236}">
                <a16:creationId xmlns:a16="http://schemas.microsoft.com/office/drawing/2014/main" id="{4CA8D049-F201-572F-B01A-3FF960745149}"/>
              </a:ext>
              <a:ext uri="{C183D7F6-B498-43B3-948B-1728B52AA6E4}">
                <adec:decorative xmlns:adec="http://schemas.microsoft.com/office/drawing/2017/decorative" val="1"/>
              </a:ext>
            </a:extLst>
          </p:cNvPr>
          <p:cNvSpPr/>
          <p:nvPr userDrawn="1"/>
        </p:nvSpPr>
        <p:spPr>
          <a:xfrm>
            <a:off x="11549154" y="211688"/>
            <a:ext cx="418180" cy="386605"/>
          </a:xfrm>
          <a:custGeom>
            <a:avLst/>
            <a:gdLst/>
            <a:ahLst/>
            <a:cxnLst/>
            <a:rect l="l" t="t" r="r" b="b"/>
            <a:pathLst>
              <a:path w="689609" h="637540">
                <a:moveTo>
                  <a:pt x="676808" y="283171"/>
                </a:moveTo>
                <a:lnTo>
                  <a:pt x="659422" y="238315"/>
                </a:lnTo>
                <a:lnTo>
                  <a:pt x="635520" y="196367"/>
                </a:lnTo>
                <a:lnTo>
                  <a:pt x="605726" y="157403"/>
                </a:lnTo>
                <a:lnTo>
                  <a:pt x="570687" y="121462"/>
                </a:lnTo>
                <a:lnTo>
                  <a:pt x="528434" y="86690"/>
                </a:lnTo>
                <a:lnTo>
                  <a:pt x="483044" y="56134"/>
                </a:lnTo>
                <a:lnTo>
                  <a:pt x="435178" y="29527"/>
                </a:lnTo>
                <a:lnTo>
                  <a:pt x="385483" y="6642"/>
                </a:lnTo>
                <a:lnTo>
                  <a:pt x="369176" y="0"/>
                </a:lnTo>
                <a:lnTo>
                  <a:pt x="344512" y="24333"/>
                </a:lnTo>
                <a:lnTo>
                  <a:pt x="313093" y="48183"/>
                </a:lnTo>
                <a:lnTo>
                  <a:pt x="276580" y="72085"/>
                </a:lnTo>
                <a:lnTo>
                  <a:pt x="195122" y="122275"/>
                </a:lnTo>
                <a:lnTo>
                  <a:pt x="153568" y="149656"/>
                </a:lnTo>
                <a:lnTo>
                  <a:pt x="113741" y="179298"/>
                </a:lnTo>
                <a:lnTo>
                  <a:pt x="77330" y="211759"/>
                </a:lnTo>
                <a:lnTo>
                  <a:pt x="46050" y="247586"/>
                </a:lnTo>
                <a:lnTo>
                  <a:pt x="21602" y="287337"/>
                </a:lnTo>
                <a:lnTo>
                  <a:pt x="5689" y="331546"/>
                </a:lnTo>
                <a:lnTo>
                  <a:pt x="0" y="380784"/>
                </a:lnTo>
                <a:lnTo>
                  <a:pt x="5943" y="428574"/>
                </a:lnTo>
                <a:lnTo>
                  <a:pt x="22898" y="473151"/>
                </a:lnTo>
                <a:lnTo>
                  <a:pt x="49555" y="512610"/>
                </a:lnTo>
                <a:lnTo>
                  <a:pt x="84582" y="545007"/>
                </a:lnTo>
                <a:lnTo>
                  <a:pt x="126695" y="568426"/>
                </a:lnTo>
                <a:lnTo>
                  <a:pt x="198526" y="578281"/>
                </a:lnTo>
                <a:lnTo>
                  <a:pt x="234340" y="572922"/>
                </a:lnTo>
                <a:lnTo>
                  <a:pt x="299681" y="543369"/>
                </a:lnTo>
                <a:lnTo>
                  <a:pt x="350913" y="495579"/>
                </a:lnTo>
                <a:lnTo>
                  <a:pt x="392214" y="435952"/>
                </a:lnTo>
                <a:lnTo>
                  <a:pt x="429247" y="371309"/>
                </a:lnTo>
                <a:lnTo>
                  <a:pt x="448487" y="339432"/>
                </a:lnTo>
                <a:lnTo>
                  <a:pt x="491998" y="284594"/>
                </a:lnTo>
                <a:lnTo>
                  <a:pt x="552208" y="250723"/>
                </a:lnTo>
                <a:lnTo>
                  <a:pt x="585292" y="247205"/>
                </a:lnTo>
                <a:lnTo>
                  <a:pt x="618794" y="251485"/>
                </a:lnTo>
                <a:lnTo>
                  <a:pt x="650151" y="263499"/>
                </a:lnTo>
                <a:lnTo>
                  <a:pt x="676808" y="283171"/>
                </a:lnTo>
                <a:close/>
              </a:path>
              <a:path w="689609" h="637540">
                <a:moveTo>
                  <a:pt x="689470" y="371373"/>
                </a:moveTo>
                <a:lnTo>
                  <a:pt x="678637" y="325310"/>
                </a:lnTo>
                <a:lnTo>
                  <a:pt x="636955" y="284200"/>
                </a:lnTo>
                <a:lnTo>
                  <a:pt x="578815" y="272999"/>
                </a:lnTo>
                <a:lnTo>
                  <a:pt x="551103" y="278485"/>
                </a:lnTo>
                <a:lnTo>
                  <a:pt x="506285" y="309105"/>
                </a:lnTo>
                <a:lnTo>
                  <a:pt x="471004" y="358025"/>
                </a:lnTo>
                <a:lnTo>
                  <a:pt x="425742" y="443611"/>
                </a:lnTo>
                <a:lnTo>
                  <a:pt x="410692" y="470649"/>
                </a:lnTo>
                <a:lnTo>
                  <a:pt x="376783" y="522224"/>
                </a:lnTo>
                <a:lnTo>
                  <a:pt x="331978" y="569607"/>
                </a:lnTo>
                <a:lnTo>
                  <a:pt x="274320" y="606196"/>
                </a:lnTo>
                <a:lnTo>
                  <a:pt x="242189" y="618413"/>
                </a:lnTo>
                <a:lnTo>
                  <a:pt x="258787" y="627443"/>
                </a:lnTo>
                <a:lnTo>
                  <a:pt x="277241" y="633044"/>
                </a:lnTo>
                <a:lnTo>
                  <a:pt x="296430" y="636066"/>
                </a:lnTo>
                <a:lnTo>
                  <a:pt x="315277" y="637349"/>
                </a:lnTo>
                <a:lnTo>
                  <a:pt x="335991" y="637501"/>
                </a:lnTo>
                <a:lnTo>
                  <a:pt x="356730" y="636422"/>
                </a:lnTo>
                <a:lnTo>
                  <a:pt x="397852" y="631037"/>
                </a:lnTo>
                <a:lnTo>
                  <a:pt x="435419" y="622630"/>
                </a:lnTo>
                <a:lnTo>
                  <a:pt x="472528" y="610057"/>
                </a:lnTo>
                <a:lnTo>
                  <a:pt x="507212" y="592378"/>
                </a:lnTo>
                <a:lnTo>
                  <a:pt x="537527" y="568617"/>
                </a:lnTo>
                <a:lnTo>
                  <a:pt x="497217" y="562127"/>
                </a:lnTo>
                <a:lnTo>
                  <a:pt x="463956" y="542798"/>
                </a:lnTo>
                <a:lnTo>
                  <a:pt x="440639" y="512457"/>
                </a:lnTo>
                <a:lnTo>
                  <a:pt x="430174" y="472960"/>
                </a:lnTo>
                <a:lnTo>
                  <a:pt x="460997" y="501142"/>
                </a:lnTo>
                <a:lnTo>
                  <a:pt x="497116" y="518515"/>
                </a:lnTo>
                <a:lnTo>
                  <a:pt x="536790" y="524586"/>
                </a:lnTo>
                <a:lnTo>
                  <a:pt x="578243" y="518795"/>
                </a:lnTo>
                <a:lnTo>
                  <a:pt x="612813" y="503986"/>
                </a:lnTo>
                <a:lnTo>
                  <a:pt x="642493" y="481355"/>
                </a:lnTo>
                <a:lnTo>
                  <a:pt x="665975" y="452323"/>
                </a:lnTo>
                <a:lnTo>
                  <a:pt x="682002" y="418299"/>
                </a:lnTo>
                <a:lnTo>
                  <a:pt x="687730" y="395033"/>
                </a:lnTo>
                <a:lnTo>
                  <a:pt x="689470" y="371373"/>
                </a:lnTo>
                <a:close/>
              </a:path>
            </a:pathLst>
          </a:custGeom>
          <a:solidFill>
            <a:srgbClr val="FFFFFF"/>
          </a:solidFill>
        </p:spPr>
        <p:txBody>
          <a:bodyPr wrap="square" lIns="0" tIns="0" rIns="0" bIns="0" rtlCol="0"/>
          <a:lstStyle/>
          <a:p>
            <a:endParaRPr sz="1092" dirty="0"/>
          </a:p>
        </p:txBody>
      </p:sp>
    </p:spTree>
    <p:extLst>
      <p:ext uri="{BB962C8B-B14F-4D97-AF65-F5344CB8AC3E}">
        <p14:creationId xmlns:p14="http://schemas.microsoft.com/office/powerpoint/2010/main" val="356956768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 Only Grey">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8E58F-8094-1E41-530A-1113B3879770}"/>
              </a:ext>
            </a:extLst>
          </p:cNvPr>
          <p:cNvSpPr>
            <a:spLocks noGrp="1"/>
          </p:cNvSpPr>
          <p:nvPr>
            <p:ph type="title"/>
          </p:nvPr>
        </p:nvSpPr>
        <p:spPr/>
        <p:txBody>
          <a:bodyPr/>
          <a:lstStyle>
            <a:lvl1pPr>
              <a:defRPr>
                <a:solidFill>
                  <a:schemeClr val="bg1"/>
                </a:solidFill>
              </a:defRPr>
            </a:lvl1pPr>
          </a:lstStyle>
          <a:p>
            <a:r>
              <a:rPr lang="fr-FR" dirty="0"/>
              <a:t>Modifiez le style du titre</a:t>
            </a:r>
            <a:endParaRPr lang="en-US" dirty="0"/>
          </a:p>
        </p:txBody>
      </p:sp>
    </p:spTree>
    <p:extLst>
      <p:ext uri="{BB962C8B-B14F-4D97-AF65-F5344CB8AC3E}">
        <p14:creationId xmlns:p14="http://schemas.microsoft.com/office/powerpoint/2010/main" val="34835944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ubtitle Dark Grey">
    <p:bg>
      <p:bgPr>
        <a:solidFill>
          <a:schemeClr val="accent4"/>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C1949725-ACD2-44C4-85AF-10B39EC61473}"/>
              </a:ext>
            </a:extLst>
          </p:cNvPr>
          <p:cNvSpPr>
            <a:spLocks noGrp="1"/>
          </p:cNvSpPr>
          <p:nvPr>
            <p:ph type="body" sz="quarter" idx="15" hasCustomPrompt="1"/>
          </p:nvPr>
        </p:nvSpPr>
        <p:spPr>
          <a:xfrm>
            <a:off x="414971" y="1125538"/>
            <a:ext cx="11369042" cy="246221"/>
          </a:xfrm>
          <a:prstGeom prst="rect">
            <a:avLst/>
          </a:prstGeom>
        </p:spPr>
        <p:txBody>
          <a:bodyPr lIns="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2" name="Title 1">
            <a:extLst>
              <a:ext uri="{FF2B5EF4-FFF2-40B4-BE49-F238E27FC236}">
                <a16:creationId xmlns:a16="http://schemas.microsoft.com/office/drawing/2014/main" id="{3D771E05-0646-A062-8DD0-B00651AE6E76}"/>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a:p>
        </p:txBody>
      </p:sp>
    </p:spTree>
    <p:extLst>
      <p:ext uri="{BB962C8B-B14F-4D97-AF65-F5344CB8AC3E}">
        <p14:creationId xmlns:p14="http://schemas.microsoft.com/office/powerpoint/2010/main" val="403856930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_Title Subtitle Content Grey">
    <p:bg>
      <p:bgPr>
        <a:solidFill>
          <a:schemeClr val="accent4"/>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667AB06E-CA55-4893-BAFA-61FF4CCDFBD1}"/>
              </a:ext>
            </a:extLst>
          </p:cNvPr>
          <p:cNvSpPr>
            <a:spLocks noGrp="1"/>
          </p:cNvSpPr>
          <p:nvPr>
            <p:ph type="body" sz="quarter" idx="15"/>
          </p:nvPr>
        </p:nvSpPr>
        <p:spPr>
          <a:xfrm>
            <a:off x="414971" y="1125538"/>
            <a:ext cx="11369042" cy="246221"/>
          </a:xfrm>
          <a:prstGeom prst="rect">
            <a:avLst/>
          </a:prstGeom>
        </p:spPr>
        <p:txBody>
          <a:bodyPr>
            <a:spAutoFit/>
          </a:bodyPr>
          <a:lstStyle>
            <a:lvl1pPr>
              <a:defRPr sz="1600" b="0">
                <a:solidFill>
                  <a:schemeClr val="bg1"/>
                </a:solidFill>
                <a:latin typeface="Ubuntu Light" panose="020B0304030602030204" pitchFamily="34" charset="0"/>
              </a:defRPr>
            </a:lvl1pPr>
          </a:lstStyle>
          <a:p>
            <a:pPr lvl="0"/>
            <a:r>
              <a:rPr lang="fr-FR" dirty="0"/>
              <a:t>Cliquez pour modifier les styles du texte du masque</a:t>
            </a:r>
          </a:p>
        </p:txBody>
      </p:sp>
      <p:sp>
        <p:nvSpPr>
          <p:cNvPr id="9" name="Text Placeholder 8">
            <a:extLst>
              <a:ext uri="{FF2B5EF4-FFF2-40B4-BE49-F238E27FC236}">
                <a16:creationId xmlns:a16="http://schemas.microsoft.com/office/drawing/2014/main" id="{C8D4D202-FD32-49BA-88CC-B39D2339504A}"/>
              </a:ext>
            </a:extLst>
          </p:cNvPr>
          <p:cNvSpPr>
            <a:spLocks noGrp="1"/>
          </p:cNvSpPr>
          <p:nvPr>
            <p:ph type="body" sz="quarter" idx="17"/>
          </p:nvPr>
        </p:nvSpPr>
        <p:spPr>
          <a:xfrm>
            <a:off x="414971" y="1624108"/>
            <a:ext cx="11369042" cy="4829080"/>
          </a:xfrm>
          <a:prstGeom prst="rect">
            <a:avLst/>
          </a:prstGeo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de-DE" dirty="0"/>
          </a:p>
        </p:txBody>
      </p:sp>
      <p:sp>
        <p:nvSpPr>
          <p:cNvPr id="2" name="Title 1">
            <a:extLst>
              <a:ext uri="{FF2B5EF4-FFF2-40B4-BE49-F238E27FC236}">
                <a16:creationId xmlns:a16="http://schemas.microsoft.com/office/drawing/2014/main" id="{92564CED-1C28-DF10-1067-5941504A95A0}"/>
              </a:ext>
            </a:extLst>
          </p:cNvPr>
          <p:cNvSpPr>
            <a:spLocks noGrp="1"/>
          </p:cNvSpPr>
          <p:nvPr>
            <p:ph type="title"/>
          </p:nvPr>
        </p:nvSpPr>
        <p:spPr/>
        <p:txBody>
          <a:bodyPr/>
          <a:lstStyle>
            <a:lvl1pPr>
              <a:defRPr>
                <a:solidFill>
                  <a:schemeClr val="bg1"/>
                </a:solidFill>
              </a:defRPr>
            </a:lvl1pPr>
          </a:lstStyle>
          <a:p>
            <a:r>
              <a:rPr lang="fr-FR" dirty="0"/>
              <a:t>Modifiez le style du titre</a:t>
            </a:r>
            <a:endParaRPr lang="en-US" dirty="0"/>
          </a:p>
        </p:txBody>
      </p:sp>
    </p:spTree>
    <p:extLst>
      <p:ext uri="{BB962C8B-B14F-4D97-AF65-F5344CB8AC3E}">
        <p14:creationId xmlns:p14="http://schemas.microsoft.com/office/powerpoint/2010/main" val="102525051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5_Title Only Short Dark">
    <p:bg>
      <p:bgPr>
        <a:solidFill>
          <a:schemeClr val="accent4"/>
        </a:soli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7D3C6BC6-663C-C133-76CE-9BAB02DAEDB3}"/>
              </a:ext>
            </a:extLst>
          </p:cNvPr>
          <p:cNvSpPr>
            <a:spLocks noGrp="1"/>
          </p:cNvSpPr>
          <p:nvPr>
            <p:ph type="pic" sz="quarter" idx="18" hasCustomPrompt="1"/>
          </p:nvPr>
        </p:nvSpPr>
        <p:spPr>
          <a:xfrm>
            <a:off x="7967663" y="1122907"/>
            <a:ext cx="4224338"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bg1"/>
                </a:solidFill>
              </a:defRPr>
            </a:lvl1pPr>
          </a:lstStyle>
          <a:p>
            <a:r>
              <a:rPr lang="de-DE" dirty="0"/>
              <a:t>Insert Picture and send </a:t>
            </a:r>
            <a:r>
              <a:rPr lang="de-DE" dirty="0" err="1"/>
              <a:t>to</a:t>
            </a:r>
            <a:r>
              <a:rPr lang="de-DE" dirty="0"/>
              <a:t> back</a:t>
            </a:r>
          </a:p>
        </p:txBody>
      </p:sp>
      <p:sp>
        <p:nvSpPr>
          <p:cNvPr id="14" name="Text Placeholder 9">
            <a:extLst>
              <a:ext uri="{FF2B5EF4-FFF2-40B4-BE49-F238E27FC236}">
                <a16:creationId xmlns:a16="http://schemas.microsoft.com/office/drawing/2014/main" id="{98C3DB19-4889-48D4-AFFB-A1B288723D76}"/>
              </a:ext>
            </a:extLst>
          </p:cNvPr>
          <p:cNvSpPr>
            <a:spLocks noGrp="1"/>
          </p:cNvSpPr>
          <p:nvPr>
            <p:ph type="body" sz="quarter" idx="15" hasCustomPrompt="1"/>
          </p:nvPr>
        </p:nvSpPr>
        <p:spPr>
          <a:xfrm>
            <a:off x="414971" y="1125538"/>
            <a:ext cx="7337213"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F13880FA-A20C-4104-8D48-DC99C13D0B89}"/>
              </a:ext>
            </a:extLst>
          </p:cNvPr>
          <p:cNvSpPr>
            <a:spLocks noGrp="1"/>
          </p:cNvSpPr>
          <p:nvPr>
            <p:ph type="body" sz="quarter" idx="17"/>
          </p:nvPr>
        </p:nvSpPr>
        <p:spPr>
          <a:xfrm>
            <a:off x="414971" y="1628800"/>
            <a:ext cx="7337213" cy="4824388"/>
          </a:xfrm>
          <a:prstGeom prst="rect">
            <a:avLst/>
          </a:prstGeom>
        </p:spPr>
        <p:txBody>
          <a:bodyPr rIns="216000">
            <a:noAutofit/>
          </a:bodyPr>
          <a:lstStyle>
            <a:lvl1pPr>
              <a:defRPr sz="1400">
                <a:solidFill>
                  <a:schemeClr val="bg1"/>
                </a:solidFill>
              </a:defRPr>
            </a:lvl1pPr>
            <a:lvl2pPr>
              <a:buClrTx/>
              <a:defRPr sz="1400">
                <a:solidFill>
                  <a:schemeClr val="bg1"/>
                </a:solidFill>
              </a:defRPr>
            </a:lvl2pPr>
            <a:lvl3pPr>
              <a:buClrTx/>
              <a:defRPr sz="1400">
                <a:solidFill>
                  <a:schemeClr val="bg1"/>
                </a:solidFill>
              </a:defRPr>
            </a:lvl3pPr>
            <a:lvl4pPr>
              <a:buClrTx/>
              <a:defRPr sz="1200">
                <a:solidFill>
                  <a:schemeClr val="bg1"/>
                </a:solidFill>
              </a:defRPr>
            </a:lvl4pPr>
            <a:lvl5pPr>
              <a:buClrTx/>
              <a:defRPr sz="1200">
                <a:solidFill>
                  <a:schemeClr val="bg1"/>
                </a:solid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FC5D9B30-9A2C-505E-36D0-05AF0DBAAC3C}"/>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dirty="0"/>
          </a:p>
        </p:txBody>
      </p:sp>
    </p:spTree>
    <p:extLst>
      <p:ext uri="{BB962C8B-B14F-4D97-AF65-F5344CB8AC3E}">
        <p14:creationId xmlns:p14="http://schemas.microsoft.com/office/powerpoint/2010/main" val="2358005226"/>
      </p:ext>
    </p:extLst>
  </p:cSld>
  <p:clrMapOvr>
    <a:masterClrMapping/>
  </p:clrMapOvr>
  <p:extLst>
    <p:ext uri="{DCECCB84-F9BA-43D5-87BE-67443E8EF086}">
      <p15:sldGuideLst xmlns:p15="http://schemas.microsoft.com/office/powerpoint/2012/main">
        <p15:guide id="1" pos="5019">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6_Title Only Short Dark">
    <p:bg>
      <p:bgPr>
        <a:solidFill>
          <a:schemeClr val="accent4"/>
        </a:solidFill>
        <a:effectLst/>
      </p:bgPr>
    </p:bg>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D947A8D9-3FE6-9441-652F-400363E70669}"/>
              </a:ext>
            </a:extLst>
          </p:cNvPr>
          <p:cNvSpPr>
            <a:spLocks noGrp="1"/>
          </p:cNvSpPr>
          <p:nvPr>
            <p:ph type="pic" sz="quarter" idx="18" hasCustomPrompt="1"/>
          </p:nvPr>
        </p:nvSpPr>
        <p:spPr>
          <a:xfrm>
            <a:off x="6096001" y="1122907"/>
            <a:ext cx="6096000" cy="5735093"/>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6" name="Text Placeholder 9">
            <a:extLst>
              <a:ext uri="{FF2B5EF4-FFF2-40B4-BE49-F238E27FC236}">
                <a16:creationId xmlns:a16="http://schemas.microsoft.com/office/drawing/2014/main" id="{859F9A52-5C59-4371-8261-06DAE7261AF2}"/>
              </a:ext>
            </a:extLst>
          </p:cNvPr>
          <p:cNvSpPr>
            <a:spLocks noGrp="1"/>
          </p:cNvSpPr>
          <p:nvPr>
            <p:ph type="body" sz="quarter" idx="15" hasCustomPrompt="1"/>
          </p:nvPr>
        </p:nvSpPr>
        <p:spPr>
          <a:xfrm>
            <a:off x="414971" y="1125538"/>
            <a:ext cx="5545800"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12" name="Text Placeholder 7">
            <a:extLst>
              <a:ext uri="{FF2B5EF4-FFF2-40B4-BE49-F238E27FC236}">
                <a16:creationId xmlns:a16="http://schemas.microsoft.com/office/drawing/2014/main" id="{33B64D18-C45E-440C-9C66-6F1DDAC0172E}"/>
              </a:ext>
            </a:extLst>
          </p:cNvPr>
          <p:cNvSpPr>
            <a:spLocks noGrp="1"/>
          </p:cNvSpPr>
          <p:nvPr>
            <p:ph type="body" sz="quarter" idx="17"/>
          </p:nvPr>
        </p:nvSpPr>
        <p:spPr>
          <a:xfrm>
            <a:off x="414971" y="1627200"/>
            <a:ext cx="5545137" cy="4825988"/>
          </a:xfrm>
          <a:prstGeom prst="rect">
            <a:avLst/>
          </a:prstGeom>
        </p:spPr>
        <p:txBody>
          <a:bodyPr vert="horz" lIns="0" tIns="0" rIns="216000" bIns="0" rtlCol="0">
            <a:noAutofit/>
          </a:bodyPr>
          <a:lstStyle>
            <a:lvl1pPr>
              <a:defRPr lang="en-US" sz="1400" smtClean="0">
                <a:solidFill>
                  <a:schemeClr val="bg1"/>
                </a:solidFill>
              </a:defRPr>
            </a:lvl1pPr>
            <a:lvl2pPr marL="180975" indent="-180975">
              <a:buClrTx/>
              <a:defRPr lang="en-US" sz="1400" kern="1200" dirty="0" smtClean="0">
                <a:solidFill>
                  <a:schemeClr val="bg1"/>
                </a:solidFill>
                <a:latin typeface="+mn-lt"/>
                <a:ea typeface="+mn-ea"/>
                <a:cs typeface="+mn-cs"/>
              </a:defRPr>
            </a:lvl2pPr>
            <a:lvl3pPr marL="360000" indent="-180000">
              <a:buClrTx/>
              <a:defRPr lang="en-US" sz="1400" kern="1200" dirty="0" smtClean="0">
                <a:solidFill>
                  <a:schemeClr val="bg1"/>
                </a:solidFill>
                <a:latin typeface="+mn-lt"/>
                <a:ea typeface="+mn-ea"/>
                <a:cs typeface="+mn-cs"/>
              </a:defRPr>
            </a:lvl3pPr>
            <a:lvl4pPr marL="539750" indent="-180000">
              <a:buClrTx/>
              <a:defRPr lang="en-US" sz="1200" kern="1200" dirty="0" smtClean="0">
                <a:solidFill>
                  <a:schemeClr val="bg1"/>
                </a:solidFill>
                <a:latin typeface="+mn-lt"/>
                <a:ea typeface="+mn-ea"/>
                <a:cs typeface="+mn-cs"/>
              </a:defRPr>
            </a:lvl4pPr>
            <a:lvl5pPr marL="719138" indent="-180975">
              <a:buClrTx/>
              <a:defRPr lang="en-US" sz="1200" kern="1200" dirty="0">
                <a:solidFill>
                  <a:schemeClr val="bg1"/>
                </a:solidFill>
                <a:latin typeface="+mn-lt"/>
                <a:ea typeface="+mn-ea"/>
                <a:cs typeface="+mn-cs"/>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3" name="Title 2">
            <a:extLst>
              <a:ext uri="{FF2B5EF4-FFF2-40B4-BE49-F238E27FC236}">
                <a16:creationId xmlns:a16="http://schemas.microsoft.com/office/drawing/2014/main" id="{D325044F-30C6-C6D9-84C0-2B925714F572}"/>
              </a:ext>
            </a:extLst>
          </p:cNvPr>
          <p:cNvSpPr>
            <a:spLocks noGrp="1"/>
          </p:cNvSpPr>
          <p:nvPr>
            <p:ph type="title"/>
          </p:nvPr>
        </p:nvSpPr>
        <p:spPr/>
        <p:txBody>
          <a:bodyPr/>
          <a:lstStyle>
            <a:lvl1pPr>
              <a:defRPr>
                <a:solidFill>
                  <a:schemeClr val="bg1"/>
                </a:solidFill>
              </a:defRPr>
            </a:lvl1pPr>
          </a:lstStyle>
          <a:p>
            <a:r>
              <a:rPr lang="fr-FR"/>
              <a:t>Modifiez le style du titre</a:t>
            </a:r>
            <a:endParaRPr lang="en-US"/>
          </a:p>
        </p:txBody>
      </p:sp>
    </p:spTree>
    <p:extLst>
      <p:ext uri="{BB962C8B-B14F-4D97-AF65-F5344CB8AC3E}">
        <p14:creationId xmlns:p14="http://schemas.microsoft.com/office/powerpoint/2010/main" val="3050590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7_Title Only Short Dark">
    <p:bg>
      <p:bgPr>
        <a:solidFill>
          <a:schemeClr val="accent4"/>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40C8F40-0AE5-4281-9868-B3C794BF6FD6}"/>
              </a:ext>
            </a:extLst>
          </p:cNvPr>
          <p:cNvSpPr>
            <a:spLocks noGrp="1"/>
          </p:cNvSpPr>
          <p:nvPr>
            <p:ph type="pic" sz="quarter" idx="19" hasCustomPrompt="1"/>
          </p:nvPr>
        </p:nvSpPr>
        <p:spPr>
          <a:xfrm>
            <a:off x="-1" y="0"/>
            <a:ext cx="4208053"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dirty="0"/>
              <a:t>Click icon to add picture and send picture to back</a:t>
            </a:r>
          </a:p>
        </p:txBody>
      </p:sp>
      <p:sp>
        <p:nvSpPr>
          <p:cNvPr id="20" name="Text Placeholder 9">
            <a:extLst>
              <a:ext uri="{FF2B5EF4-FFF2-40B4-BE49-F238E27FC236}">
                <a16:creationId xmlns:a16="http://schemas.microsoft.com/office/drawing/2014/main" id="{DE5BD221-7593-42BD-A842-EFACB10DAB74}"/>
              </a:ext>
            </a:extLst>
          </p:cNvPr>
          <p:cNvSpPr>
            <a:spLocks noGrp="1"/>
          </p:cNvSpPr>
          <p:nvPr>
            <p:ph type="body" sz="quarter" idx="16" hasCustomPrompt="1"/>
          </p:nvPr>
        </p:nvSpPr>
        <p:spPr>
          <a:xfrm>
            <a:off x="4444744" y="1126800"/>
            <a:ext cx="6962544"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19" name="Text Placeholder 8">
            <a:extLst>
              <a:ext uri="{FF2B5EF4-FFF2-40B4-BE49-F238E27FC236}">
                <a16:creationId xmlns:a16="http://schemas.microsoft.com/office/drawing/2014/main" id="{A6C5C35D-CE7D-48CD-A1B2-353FFA53AEE9}"/>
              </a:ext>
            </a:extLst>
          </p:cNvPr>
          <p:cNvSpPr>
            <a:spLocks noGrp="1"/>
          </p:cNvSpPr>
          <p:nvPr>
            <p:ph type="body" sz="quarter" idx="18"/>
          </p:nvPr>
        </p:nvSpPr>
        <p:spPr>
          <a:xfrm>
            <a:off x="4445407" y="1627200"/>
            <a:ext cx="6962544" cy="4825988"/>
          </a:xfrm>
          <a:prstGeom prst="rect">
            <a:avLst/>
          </a:prstGeom>
        </p:spPr>
        <p:txBody>
          <a:bodyPr vert="horz" lIns="0" tIns="0" rIns="0" bIns="0" rtlCol="0">
            <a:noAutofit/>
          </a:bodyPr>
          <a:lstStyle>
            <a:lvl1pPr>
              <a:defRPr lang="en-US" sz="1400" smtClean="0">
                <a:solidFill>
                  <a:schemeClr val="bg1"/>
                </a:solidFill>
              </a:defRPr>
            </a:lvl1pPr>
            <a:lvl2pPr marL="180975" indent="-180975">
              <a:buClrTx/>
              <a:defRPr lang="en-US" sz="1400" kern="1200" dirty="0" smtClean="0">
                <a:solidFill>
                  <a:schemeClr val="bg1"/>
                </a:solidFill>
                <a:latin typeface="+mn-lt"/>
                <a:ea typeface="+mn-ea"/>
                <a:cs typeface="+mn-cs"/>
              </a:defRPr>
            </a:lvl2pPr>
            <a:lvl3pPr marL="360000" indent="-180000">
              <a:buClrTx/>
              <a:defRPr lang="en-US" sz="1400" kern="1200" dirty="0" smtClean="0">
                <a:solidFill>
                  <a:schemeClr val="bg1"/>
                </a:solidFill>
                <a:latin typeface="+mn-lt"/>
                <a:ea typeface="+mn-ea"/>
                <a:cs typeface="+mn-cs"/>
              </a:defRPr>
            </a:lvl3pPr>
            <a:lvl4pPr marL="539750" indent="-180000">
              <a:buClrTx/>
              <a:defRPr lang="en-US" sz="1200" kern="1200" dirty="0" smtClean="0">
                <a:solidFill>
                  <a:schemeClr val="bg1"/>
                </a:solidFill>
                <a:latin typeface="+mn-lt"/>
                <a:ea typeface="+mn-ea"/>
                <a:cs typeface="+mn-cs"/>
              </a:defRPr>
            </a:lvl4pPr>
            <a:lvl5pPr marL="719138" indent="-180975">
              <a:buClrTx/>
              <a:defRPr lang="en-US" sz="1200" kern="1200" dirty="0">
                <a:solidFill>
                  <a:schemeClr val="bg1"/>
                </a:solidFill>
                <a:latin typeface="+mn-lt"/>
                <a:ea typeface="+mn-ea"/>
                <a:cs typeface="+mn-cs"/>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grpSp>
        <p:nvGrpSpPr>
          <p:cNvPr id="14" name="Groupe 1">
            <a:extLst>
              <a:ext uri="{FF2B5EF4-FFF2-40B4-BE49-F238E27FC236}">
                <a16:creationId xmlns:a16="http://schemas.microsoft.com/office/drawing/2014/main" id="{DFFA4EA6-56A9-4F86-ABC0-8D91183AD408}"/>
              </a:ext>
            </a:extLst>
          </p:cNvPr>
          <p:cNvGrpSpPr/>
          <p:nvPr userDrawn="1"/>
        </p:nvGrpSpPr>
        <p:grpSpPr>
          <a:xfrm>
            <a:off x="11501102" y="171573"/>
            <a:ext cx="419436" cy="388988"/>
            <a:chOff x="11501102" y="171573"/>
            <a:chExt cx="419436" cy="388988"/>
          </a:xfrm>
        </p:grpSpPr>
        <p:sp>
          <p:nvSpPr>
            <p:cNvPr id="22" name="Freeform 13">
              <a:extLst>
                <a:ext uri="{FF2B5EF4-FFF2-40B4-BE49-F238E27FC236}">
                  <a16:creationId xmlns:a16="http://schemas.microsoft.com/office/drawing/2014/main" id="{C156B522-A0C0-42B8-BB11-65082FE767FF}"/>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4" name="Freeform 14">
              <a:extLst>
                <a:ext uri="{FF2B5EF4-FFF2-40B4-BE49-F238E27FC236}">
                  <a16:creationId xmlns:a16="http://schemas.microsoft.com/office/drawing/2014/main" id="{43AD94EE-7857-4B4F-8194-A523D32A3519}"/>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
        <p:nvSpPr>
          <p:cNvPr id="2" name="Title 1">
            <a:extLst>
              <a:ext uri="{FF2B5EF4-FFF2-40B4-BE49-F238E27FC236}">
                <a16:creationId xmlns:a16="http://schemas.microsoft.com/office/drawing/2014/main" id="{63D8BFFB-83BD-8B73-4F5E-285DBB5281A2}"/>
              </a:ext>
            </a:extLst>
          </p:cNvPr>
          <p:cNvSpPr>
            <a:spLocks noGrp="1"/>
          </p:cNvSpPr>
          <p:nvPr>
            <p:ph type="title"/>
          </p:nvPr>
        </p:nvSpPr>
        <p:spPr>
          <a:xfrm>
            <a:off x="4444744" y="260350"/>
            <a:ext cx="6978640" cy="792163"/>
          </a:xfrm>
        </p:spPr>
        <p:txBody>
          <a:bodyPr/>
          <a:lstStyle>
            <a:lvl1pPr>
              <a:defRPr>
                <a:solidFill>
                  <a:schemeClr val="bg1"/>
                </a:solidFill>
              </a:defRPr>
            </a:lvl1pPr>
          </a:lstStyle>
          <a:p>
            <a:r>
              <a:rPr lang="fr-FR"/>
              <a:t>Modifiez le style du titre</a:t>
            </a:r>
            <a:endParaRPr lang="en-US" dirty="0"/>
          </a:p>
        </p:txBody>
      </p:sp>
    </p:spTree>
    <p:extLst>
      <p:ext uri="{BB962C8B-B14F-4D97-AF65-F5344CB8AC3E}">
        <p14:creationId xmlns:p14="http://schemas.microsoft.com/office/powerpoint/2010/main" val="419135484"/>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8_Title Only Short Dark">
    <p:bg>
      <p:bgPr>
        <a:solidFill>
          <a:schemeClr val="accent4"/>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8A4E47E-A55F-4490-AD19-D9A415AA57C5}"/>
              </a:ext>
            </a:extLst>
          </p:cNvPr>
          <p:cNvSpPr>
            <a:spLocks noGrp="1"/>
          </p:cNvSpPr>
          <p:nvPr>
            <p:ph type="pic" sz="quarter" idx="19"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dirty="0"/>
              <a:t>Click icon to add picture and send picture to back</a:t>
            </a:r>
          </a:p>
        </p:txBody>
      </p:sp>
      <p:sp>
        <p:nvSpPr>
          <p:cNvPr id="20" name="Text Placeholder 9">
            <a:extLst>
              <a:ext uri="{FF2B5EF4-FFF2-40B4-BE49-F238E27FC236}">
                <a16:creationId xmlns:a16="http://schemas.microsoft.com/office/drawing/2014/main" id="{B7C70459-DE10-4F5D-80E6-BAD5BA66267C}"/>
              </a:ext>
            </a:extLst>
          </p:cNvPr>
          <p:cNvSpPr>
            <a:spLocks noGrp="1"/>
          </p:cNvSpPr>
          <p:nvPr>
            <p:ph type="body" sz="quarter" idx="16" hasCustomPrompt="1"/>
          </p:nvPr>
        </p:nvSpPr>
        <p:spPr>
          <a:xfrm>
            <a:off x="6384032" y="1125538"/>
            <a:ext cx="5047879" cy="246221"/>
          </a:xfrm>
          <a:prstGeom prst="rect">
            <a:avLst/>
          </a:prstGeom>
        </p:spPr>
        <p:txBody>
          <a:bodyPr wrap="square" lIns="0" rIns="72000">
            <a:spAutoFit/>
          </a:bodyPr>
          <a:lstStyle>
            <a:lvl1pPr>
              <a:defRPr sz="1600" b="0">
                <a:solidFill>
                  <a:schemeClr val="bg1"/>
                </a:solidFill>
                <a:latin typeface="Ubuntu Light" panose="020B0304030602030204" pitchFamily="34" charset="0"/>
              </a:defRPr>
            </a:lvl1pPr>
          </a:lstStyle>
          <a:p>
            <a:pPr lvl="0"/>
            <a:r>
              <a:rPr lang="en-US" dirty="0"/>
              <a:t>Click to edit Master text styles</a:t>
            </a:r>
          </a:p>
        </p:txBody>
      </p:sp>
      <p:sp>
        <p:nvSpPr>
          <p:cNvPr id="21" name="Title 4">
            <a:extLst>
              <a:ext uri="{FF2B5EF4-FFF2-40B4-BE49-F238E27FC236}">
                <a16:creationId xmlns:a16="http://schemas.microsoft.com/office/drawing/2014/main" id="{CC59ACB0-A839-47A7-AC17-01C5AED88934}"/>
              </a:ext>
            </a:extLst>
          </p:cNvPr>
          <p:cNvSpPr>
            <a:spLocks noGrp="1"/>
          </p:cNvSpPr>
          <p:nvPr>
            <p:ph type="title"/>
          </p:nvPr>
        </p:nvSpPr>
        <p:spPr>
          <a:xfrm>
            <a:off x="6384032" y="6907"/>
            <a:ext cx="5047879" cy="1127300"/>
          </a:xfrm>
        </p:spPr>
        <p:txBody>
          <a:bodyPr/>
          <a:lstStyle>
            <a:lvl1pPr>
              <a:defRPr>
                <a:solidFill>
                  <a:schemeClr val="bg1"/>
                </a:solidFill>
              </a:defRPr>
            </a:lvl1pPr>
          </a:lstStyle>
          <a:p>
            <a:r>
              <a:rPr lang="fr-FR"/>
              <a:t>Modifiez le style du titre</a:t>
            </a:r>
            <a:endParaRPr lang="de-DE" dirty="0"/>
          </a:p>
        </p:txBody>
      </p:sp>
      <p:sp>
        <p:nvSpPr>
          <p:cNvPr id="19" name="Text Placeholder 6">
            <a:extLst>
              <a:ext uri="{FF2B5EF4-FFF2-40B4-BE49-F238E27FC236}">
                <a16:creationId xmlns:a16="http://schemas.microsoft.com/office/drawing/2014/main" id="{A8B886D2-95CB-49D8-B7AE-68DA209E76FA}"/>
              </a:ext>
            </a:extLst>
          </p:cNvPr>
          <p:cNvSpPr>
            <a:spLocks noGrp="1"/>
          </p:cNvSpPr>
          <p:nvPr>
            <p:ph type="body" sz="quarter" idx="18"/>
          </p:nvPr>
        </p:nvSpPr>
        <p:spPr>
          <a:xfrm>
            <a:off x="6384032" y="1627200"/>
            <a:ext cx="5047879" cy="4825988"/>
          </a:xfrm>
          <a:prstGeom prst="rect">
            <a:avLst/>
          </a:prstGeom>
        </p:spPr>
        <p:txBody>
          <a:bodyPr vert="horz" lIns="0" tIns="0" rIns="0" bIns="0" rtlCol="0">
            <a:noAutofit/>
          </a:bodyPr>
          <a:lstStyle>
            <a:lvl1pPr>
              <a:defRPr lang="en-US" sz="1400" smtClean="0">
                <a:solidFill>
                  <a:schemeClr val="bg1"/>
                </a:solidFill>
              </a:defRPr>
            </a:lvl1pPr>
            <a:lvl2pPr marL="180975" indent="-180975">
              <a:buClrTx/>
              <a:defRPr lang="en-US" sz="1400" kern="1200" dirty="0" smtClean="0">
                <a:solidFill>
                  <a:schemeClr val="bg1"/>
                </a:solidFill>
                <a:latin typeface="+mn-lt"/>
                <a:ea typeface="+mn-ea"/>
                <a:cs typeface="+mn-cs"/>
              </a:defRPr>
            </a:lvl2pPr>
            <a:lvl3pPr marL="360000" indent="-180000">
              <a:buClrTx/>
              <a:defRPr lang="en-US" sz="1400" kern="1200" dirty="0" smtClean="0">
                <a:solidFill>
                  <a:schemeClr val="bg1"/>
                </a:solidFill>
                <a:latin typeface="+mn-lt"/>
                <a:ea typeface="+mn-ea"/>
                <a:cs typeface="+mn-cs"/>
              </a:defRPr>
            </a:lvl3pPr>
            <a:lvl4pPr marL="539750" indent="-180000">
              <a:buClrTx/>
              <a:defRPr lang="en-US" sz="1200" kern="1200" dirty="0" smtClean="0">
                <a:solidFill>
                  <a:schemeClr val="bg1"/>
                </a:solidFill>
                <a:latin typeface="+mn-lt"/>
                <a:ea typeface="+mn-ea"/>
                <a:cs typeface="+mn-cs"/>
              </a:defRPr>
            </a:lvl4pPr>
            <a:lvl5pPr marL="719138" indent="-180975">
              <a:buClrTx/>
              <a:defRPr lang="en-US" sz="1200" kern="1200" dirty="0">
                <a:solidFill>
                  <a:schemeClr val="bg1"/>
                </a:solidFill>
                <a:latin typeface="+mn-lt"/>
                <a:ea typeface="+mn-ea"/>
                <a:cs typeface="+mn-cs"/>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grpSp>
        <p:nvGrpSpPr>
          <p:cNvPr id="16" name="Groupe 1">
            <a:extLst>
              <a:ext uri="{FF2B5EF4-FFF2-40B4-BE49-F238E27FC236}">
                <a16:creationId xmlns:a16="http://schemas.microsoft.com/office/drawing/2014/main" id="{E0AE299F-7351-4397-AACC-823584420C74}"/>
              </a:ext>
            </a:extLst>
          </p:cNvPr>
          <p:cNvGrpSpPr/>
          <p:nvPr userDrawn="1"/>
        </p:nvGrpSpPr>
        <p:grpSpPr>
          <a:xfrm>
            <a:off x="11501102" y="171573"/>
            <a:ext cx="419436" cy="388988"/>
            <a:chOff x="11501102" y="171573"/>
            <a:chExt cx="419436" cy="388988"/>
          </a:xfrm>
        </p:grpSpPr>
        <p:sp>
          <p:nvSpPr>
            <p:cNvPr id="22" name="Freeform 13">
              <a:extLst>
                <a:ext uri="{FF2B5EF4-FFF2-40B4-BE49-F238E27FC236}">
                  <a16:creationId xmlns:a16="http://schemas.microsoft.com/office/drawing/2014/main" id="{2EAF937C-9725-44A1-BB6F-11B4974BADA6}"/>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24" name="Freeform 14">
              <a:extLst>
                <a:ext uri="{FF2B5EF4-FFF2-40B4-BE49-F238E27FC236}">
                  <a16:creationId xmlns:a16="http://schemas.microsoft.com/office/drawing/2014/main" id="{0B23023F-6948-45C1-A879-0B093E949B0A}"/>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Tree>
    <p:extLst>
      <p:ext uri="{BB962C8B-B14F-4D97-AF65-F5344CB8AC3E}">
        <p14:creationId xmlns:p14="http://schemas.microsoft.com/office/powerpoint/2010/main" val="42184513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isposition personnalisée">
    <p:bg>
      <p:bgPr>
        <a:solidFill>
          <a:schemeClr val="accent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999861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gradFill flip="none" rotWithShape="1">
          <a:gsLst>
            <a:gs pos="100000">
              <a:schemeClr val="accent1"/>
            </a:gs>
            <a:gs pos="0">
              <a:schemeClr val="accent4"/>
            </a:gs>
          </a:gsLst>
          <a:lin ang="18900000" scaled="1"/>
          <a:tileRect/>
        </a:gradFill>
        <a:effectLst/>
      </p:bgPr>
    </p:bg>
    <p:spTree>
      <p:nvGrpSpPr>
        <p:cNvPr id="1" name=""/>
        <p:cNvGrpSpPr/>
        <p:nvPr/>
      </p:nvGrpSpPr>
      <p:grpSpPr>
        <a:xfrm>
          <a:off x="0" y="0"/>
          <a:ext cx="0" cy="0"/>
          <a:chOff x="0" y="0"/>
          <a:chExt cx="0" cy="0"/>
        </a:xfrm>
      </p:grpSpPr>
      <p:pic>
        <p:nvPicPr>
          <p:cNvPr id="4" name="Picture 7">
            <a:hlinkClick r:id="rId2"/>
            <a:extLst>
              <a:ext uri="{FF2B5EF4-FFF2-40B4-BE49-F238E27FC236}">
                <a16:creationId xmlns:a16="http://schemas.microsoft.com/office/drawing/2014/main" id="{941A3941-C755-6656-4029-D0028A53BB32}"/>
              </a:ext>
            </a:extLst>
          </p:cNvPr>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8514289" y="5571089"/>
            <a:ext cx="333195" cy="333195"/>
          </a:xfrm>
          <a:prstGeom prst="rect">
            <a:avLst/>
          </a:prstGeom>
          <a:noFill/>
        </p:spPr>
      </p:pic>
      <p:pic>
        <p:nvPicPr>
          <p:cNvPr id="5" name="Picture 2">
            <a:hlinkClick r:id="rId4"/>
            <a:extLst>
              <a:ext uri="{FF2B5EF4-FFF2-40B4-BE49-F238E27FC236}">
                <a16:creationId xmlns:a16="http://schemas.microsoft.com/office/drawing/2014/main" id="{3591224F-8FEC-9B5A-1F57-B601D9EC4CA0}"/>
              </a:ext>
            </a:extLst>
          </p:cNvPr>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8897666" y="5571089"/>
            <a:ext cx="333195" cy="333195"/>
          </a:xfrm>
          <a:prstGeom prst="rect">
            <a:avLst/>
          </a:prstGeom>
          <a:noFill/>
        </p:spPr>
      </p:pic>
      <p:pic>
        <p:nvPicPr>
          <p:cNvPr id="6" name="Picture 4">
            <a:hlinkClick r:id="rId6"/>
            <a:extLst>
              <a:ext uri="{FF2B5EF4-FFF2-40B4-BE49-F238E27FC236}">
                <a16:creationId xmlns:a16="http://schemas.microsoft.com/office/drawing/2014/main" id="{C96036E5-31FB-13BE-950F-9869979802DC}"/>
              </a:ext>
            </a:extLst>
          </p:cNvPr>
          <p:cNvPicPr>
            <a:picLocks noChangeAspect="1" noChangeArrowheads="1"/>
          </p:cNvPicPr>
          <p:nvPr userDrawn="1"/>
        </p:nvPicPr>
        <p:blipFill>
          <a:blip r:embed="rId7" cstate="screen">
            <a:extLst>
              <a:ext uri="{28A0092B-C50C-407E-A947-70E740481C1C}">
                <a14:useLocalDpi xmlns:a14="http://schemas.microsoft.com/office/drawing/2010/main"/>
              </a:ext>
            </a:extLst>
          </a:blip>
          <a:srcRect/>
          <a:stretch>
            <a:fillRect/>
          </a:stretch>
        </p:blipFill>
        <p:spPr bwMode="auto">
          <a:xfrm>
            <a:off x="9281043" y="5571089"/>
            <a:ext cx="333195" cy="333195"/>
          </a:xfrm>
          <a:prstGeom prst="rect">
            <a:avLst/>
          </a:prstGeom>
          <a:noFill/>
        </p:spPr>
      </p:pic>
      <p:pic>
        <p:nvPicPr>
          <p:cNvPr id="7" name="Picture 6">
            <a:hlinkClick r:id="rId8"/>
            <a:extLst>
              <a:ext uri="{FF2B5EF4-FFF2-40B4-BE49-F238E27FC236}">
                <a16:creationId xmlns:a16="http://schemas.microsoft.com/office/drawing/2014/main" id="{C895DE98-7E11-9ACD-964C-CB06CEB75807}"/>
              </a:ext>
            </a:extLst>
          </p:cNvPr>
          <p:cNvPicPr>
            <a:picLocks noChangeAspect="1" noChangeArrowheads="1"/>
          </p:cNvPicPr>
          <p:nvPr userDrawn="1"/>
        </p:nvPicPr>
        <p:blipFill>
          <a:blip r:embed="rId9" cstate="screen">
            <a:extLst>
              <a:ext uri="{28A0092B-C50C-407E-A947-70E740481C1C}">
                <a14:useLocalDpi xmlns:a14="http://schemas.microsoft.com/office/drawing/2010/main"/>
              </a:ext>
            </a:extLst>
          </a:blip>
          <a:srcRect/>
          <a:stretch>
            <a:fillRect/>
          </a:stretch>
        </p:blipFill>
        <p:spPr bwMode="auto">
          <a:xfrm>
            <a:off x="9664420" y="5571089"/>
            <a:ext cx="333195" cy="333195"/>
          </a:xfrm>
          <a:prstGeom prst="rect">
            <a:avLst/>
          </a:prstGeom>
          <a:noFill/>
        </p:spPr>
      </p:pic>
      <p:sp>
        <p:nvSpPr>
          <p:cNvPr id="8" name="Rectangle 7">
            <a:extLst>
              <a:ext uri="{FF2B5EF4-FFF2-40B4-BE49-F238E27FC236}">
                <a16:creationId xmlns:a16="http://schemas.microsoft.com/office/drawing/2014/main" id="{3CBBF08B-D059-4998-4ED3-95035CA33654}"/>
              </a:ext>
            </a:extLst>
          </p:cNvPr>
          <p:cNvSpPr/>
          <p:nvPr userDrawn="1"/>
        </p:nvSpPr>
        <p:spPr>
          <a:xfrm>
            <a:off x="8514289" y="6053226"/>
            <a:ext cx="3234143" cy="400110"/>
          </a:xfrm>
          <a:prstGeom prst="rect">
            <a:avLst/>
          </a:prstGeom>
        </p:spPr>
        <p:txBody>
          <a:bodyPr wrap="square" lIns="0" tIns="0" rIns="0" bIns="0" anchor="b" anchorCtr="0">
            <a:spAutoFit/>
          </a:bodyPr>
          <a:lstStyle/>
          <a:p>
            <a:pPr>
              <a:spcAft>
                <a:spcPts val="600"/>
              </a:spcAft>
            </a:pPr>
            <a:r>
              <a:rPr lang="en-US" sz="700" noProof="0" dirty="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noProof="0" dirty="0">
                <a:solidFill>
                  <a:schemeClr val="bg1"/>
                </a:solidFill>
                <a:latin typeface="+mn-lt"/>
                <a:cs typeface="Arial"/>
              </a:rPr>
              <a:t>Copyright © 2025 Capgemini. All rights reserved.</a:t>
            </a:r>
          </a:p>
        </p:txBody>
      </p:sp>
      <p:pic>
        <p:nvPicPr>
          <p:cNvPr id="10" name="Image 9" descr="Une image contenant noir, Graphique, art&#10;&#10;Description générée automatiquement">
            <a:extLst>
              <a:ext uri="{FF2B5EF4-FFF2-40B4-BE49-F238E27FC236}">
                <a16:creationId xmlns:a16="http://schemas.microsoft.com/office/drawing/2014/main" id="{DE62D67C-765C-84EB-F850-6A1F3B6BE8F7}"/>
              </a:ext>
            </a:extLst>
          </p:cNvPr>
          <p:cNvPicPr>
            <a:picLocks noChangeAspect="1"/>
          </p:cNvPicPr>
          <p:nvPr userDrawn="1"/>
        </p:nvPicPr>
        <p:blipFill>
          <a:blip r:embed="rId10" cstate="print">
            <a:extLst>
              <a:ext uri="{28A0092B-C50C-407E-A947-70E740481C1C}">
                <a14:useLocalDpi xmlns:a14="http://schemas.microsoft.com/office/drawing/2010/main"/>
              </a:ext>
            </a:extLst>
          </a:blip>
          <a:stretch>
            <a:fillRect/>
          </a:stretch>
        </p:blipFill>
        <p:spPr>
          <a:xfrm>
            <a:off x="5447928" y="836712"/>
            <a:ext cx="7729744" cy="6403861"/>
          </a:xfrm>
          <a:prstGeom prst="rect">
            <a:avLst/>
          </a:prstGeom>
        </p:spPr>
      </p:pic>
      <p:pic>
        <p:nvPicPr>
          <p:cNvPr id="3" name="Graphique 2">
            <a:extLst>
              <a:ext uri="{FF2B5EF4-FFF2-40B4-BE49-F238E27FC236}">
                <a16:creationId xmlns:a16="http://schemas.microsoft.com/office/drawing/2014/main" id="{9B3FDAE9-396F-612D-C7F6-AB1CF8FEF8BA}"/>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3430470722"/>
      </p:ext>
    </p:extLst>
  </p:cSld>
  <p:clrMapOvr>
    <a:masterClrMapping/>
  </p:clrMapOvr>
  <p:extLst>
    <p:ext uri="{DCECCB84-F9BA-43D5-87BE-67443E8EF086}">
      <p15:sldGuideLst xmlns:p15="http://schemas.microsoft.com/office/powerpoint/2012/main">
        <p15:guide id="2" pos="7423">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p:cSld name="Final Slide dark">
    <p:bg>
      <p:bgPr>
        <a:solidFill>
          <a:srgbClr val="272936"/>
        </a:solidFill>
        <a:effectLst/>
      </p:bgPr>
    </p:bg>
    <p:spTree>
      <p:nvGrpSpPr>
        <p:cNvPr id="1" name=""/>
        <p:cNvGrpSpPr/>
        <p:nvPr/>
      </p:nvGrpSpPr>
      <p:grpSpPr>
        <a:xfrm>
          <a:off x="0" y="0"/>
          <a:ext cx="0" cy="0"/>
          <a:chOff x="0" y="0"/>
          <a:chExt cx="0" cy="0"/>
        </a:xfrm>
      </p:grpSpPr>
      <p:pic>
        <p:nvPicPr>
          <p:cNvPr id="10" name="Picture 7">
            <a:hlinkClick r:id="rId2"/>
            <a:extLst>
              <a:ext uri="{FF2B5EF4-FFF2-40B4-BE49-F238E27FC236}">
                <a16:creationId xmlns:a16="http://schemas.microsoft.com/office/drawing/2014/main" id="{CC55E37E-23F7-AE09-687B-FF0A64465B2C}"/>
              </a:ext>
            </a:extLst>
          </p:cNvPr>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8514289" y="5571089"/>
            <a:ext cx="333195" cy="333195"/>
          </a:xfrm>
          <a:prstGeom prst="rect">
            <a:avLst/>
          </a:prstGeom>
          <a:noFill/>
        </p:spPr>
      </p:pic>
      <p:pic>
        <p:nvPicPr>
          <p:cNvPr id="11" name="Picture 2">
            <a:hlinkClick r:id="rId4"/>
            <a:extLst>
              <a:ext uri="{FF2B5EF4-FFF2-40B4-BE49-F238E27FC236}">
                <a16:creationId xmlns:a16="http://schemas.microsoft.com/office/drawing/2014/main" id="{A9A234E1-21A9-0562-AA45-77469E965E95}"/>
              </a:ext>
            </a:extLst>
          </p:cNvPr>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8897666" y="5571089"/>
            <a:ext cx="333195" cy="333195"/>
          </a:xfrm>
          <a:prstGeom prst="rect">
            <a:avLst/>
          </a:prstGeom>
          <a:noFill/>
        </p:spPr>
      </p:pic>
      <p:pic>
        <p:nvPicPr>
          <p:cNvPr id="12" name="Picture 4">
            <a:hlinkClick r:id="rId6"/>
            <a:extLst>
              <a:ext uri="{FF2B5EF4-FFF2-40B4-BE49-F238E27FC236}">
                <a16:creationId xmlns:a16="http://schemas.microsoft.com/office/drawing/2014/main" id="{D3F9462A-9181-7B6F-0C53-88633CD0910A}"/>
              </a:ext>
            </a:extLst>
          </p:cNvPr>
          <p:cNvPicPr>
            <a:picLocks noChangeAspect="1" noChangeArrowheads="1"/>
          </p:cNvPicPr>
          <p:nvPr userDrawn="1"/>
        </p:nvPicPr>
        <p:blipFill>
          <a:blip r:embed="rId7" cstate="screen">
            <a:extLst>
              <a:ext uri="{28A0092B-C50C-407E-A947-70E740481C1C}">
                <a14:useLocalDpi xmlns:a14="http://schemas.microsoft.com/office/drawing/2010/main"/>
              </a:ext>
            </a:extLst>
          </a:blip>
          <a:srcRect/>
          <a:stretch>
            <a:fillRect/>
          </a:stretch>
        </p:blipFill>
        <p:spPr bwMode="auto">
          <a:xfrm>
            <a:off x="9281043" y="5571089"/>
            <a:ext cx="333195" cy="333195"/>
          </a:xfrm>
          <a:prstGeom prst="rect">
            <a:avLst/>
          </a:prstGeom>
          <a:noFill/>
        </p:spPr>
      </p:pic>
      <p:pic>
        <p:nvPicPr>
          <p:cNvPr id="17" name="Picture 6">
            <a:hlinkClick r:id="rId8"/>
            <a:extLst>
              <a:ext uri="{FF2B5EF4-FFF2-40B4-BE49-F238E27FC236}">
                <a16:creationId xmlns:a16="http://schemas.microsoft.com/office/drawing/2014/main" id="{0057A36D-710A-32C2-2461-BFFF579A0993}"/>
              </a:ext>
            </a:extLst>
          </p:cNvPr>
          <p:cNvPicPr>
            <a:picLocks noChangeAspect="1" noChangeArrowheads="1"/>
          </p:cNvPicPr>
          <p:nvPr userDrawn="1"/>
        </p:nvPicPr>
        <p:blipFill>
          <a:blip r:embed="rId9" cstate="screen">
            <a:extLst>
              <a:ext uri="{28A0092B-C50C-407E-A947-70E740481C1C}">
                <a14:useLocalDpi xmlns:a14="http://schemas.microsoft.com/office/drawing/2010/main"/>
              </a:ext>
            </a:extLst>
          </a:blip>
          <a:srcRect/>
          <a:stretch>
            <a:fillRect/>
          </a:stretch>
        </p:blipFill>
        <p:spPr bwMode="auto">
          <a:xfrm>
            <a:off x="9664420" y="5571089"/>
            <a:ext cx="333195" cy="333195"/>
          </a:xfrm>
          <a:prstGeom prst="rect">
            <a:avLst/>
          </a:prstGeom>
          <a:noFill/>
        </p:spPr>
      </p:pic>
      <p:sp>
        <p:nvSpPr>
          <p:cNvPr id="18" name="Rectangle 17">
            <a:extLst>
              <a:ext uri="{FF2B5EF4-FFF2-40B4-BE49-F238E27FC236}">
                <a16:creationId xmlns:a16="http://schemas.microsoft.com/office/drawing/2014/main" id="{5ACF1211-C28D-FCA4-B36E-E08F106C8C67}"/>
              </a:ext>
            </a:extLst>
          </p:cNvPr>
          <p:cNvSpPr/>
          <p:nvPr userDrawn="1"/>
        </p:nvSpPr>
        <p:spPr>
          <a:xfrm>
            <a:off x="8514289" y="6053226"/>
            <a:ext cx="3234143" cy="400110"/>
          </a:xfrm>
          <a:prstGeom prst="rect">
            <a:avLst/>
          </a:prstGeom>
        </p:spPr>
        <p:txBody>
          <a:bodyPr wrap="square" lIns="0" tIns="0" rIns="0" bIns="0" anchor="b" anchorCtr="0">
            <a:spAutoFit/>
          </a:bodyPr>
          <a:lstStyle/>
          <a:p>
            <a:pPr>
              <a:spcAft>
                <a:spcPts val="600"/>
              </a:spcAft>
            </a:pPr>
            <a:r>
              <a:rPr lang="en-US" sz="700" noProof="0" dirty="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noProof="0" dirty="0">
                <a:solidFill>
                  <a:schemeClr val="bg1"/>
                </a:solidFill>
                <a:latin typeface="+mn-lt"/>
                <a:cs typeface="Arial"/>
              </a:rPr>
              <a:t>Copyright © 2025 Capgemini. All rights reserved.</a:t>
            </a:r>
          </a:p>
        </p:txBody>
      </p:sp>
      <p:pic>
        <p:nvPicPr>
          <p:cNvPr id="4" name="Picture 14">
            <a:extLst>
              <a:ext uri="{FF2B5EF4-FFF2-40B4-BE49-F238E27FC236}">
                <a16:creationId xmlns:a16="http://schemas.microsoft.com/office/drawing/2014/main" id="{72F6479D-6EC4-876D-159E-45E9EFA775CF}"/>
              </a:ext>
            </a:extLst>
          </p:cNvPr>
          <p:cNvPicPr>
            <a:picLocks noChangeAspect="1"/>
          </p:cNvPicPr>
          <p:nvPr userDrawn="1"/>
        </p:nvPicPr>
        <p:blipFill>
          <a:blip r:embed="rId10" cstate="screen">
            <a:extLst>
              <a:ext uri="{28A0092B-C50C-407E-A947-70E740481C1C}">
                <a14:useLocalDpi xmlns:a14="http://schemas.microsoft.com/office/drawing/2010/main"/>
              </a:ext>
            </a:extLst>
          </a:blip>
          <a:stretch>
            <a:fillRect/>
          </a:stretch>
        </p:blipFill>
        <p:spPr>
          <a:xfrm>
            <a:off x="3239381" y="3837746"/>
            <a:ext cx="8938728" cy="3477505"/>
          </a:xfrm>
          <a:prstGeom prst="rect">
            <a:avLst/>
          </a:prstGeom>
        </p:spPr>
      </p:pic>
      <p:pic>
        <p:nvPicPr>
          <p:cNvPr id="7" name="Graphique 6">
            <a:extLst>
              <a:ext uri="{FF2B5EF4-FFF2-40B4-BE49-F238E27FC236}">
                <a16:creationId xmlns:a16="http://schemas.microsoft.com/office/drawing/2014/main" id="{D7AE1E3B-E7E8-FD4E-EE81-2AEC19A21510}"/>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402694" y="5975962"/>
            <a:ext cx="2988000" cy="453937"/>
          </a:xfrm>
          <a:prstGeom prst="rect">
            <a:avLst/>
          </a:prstGeom>
        </p:spPr>
      </p:pic>
    </p:spTree>
    <p:extLst>
      <p:ext uri="{BB962C8B-B14F-4D97-AF65-F5344CB8AC3E}">
        <p14:creationId xmlns:p14="http://schemas.microsoft.com/office/powerpoint/2010/main" val="1873482767"/>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894156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1_Title Slide 3">
    <p:spTree>
      <p:nvGrpSpPr>
        <p:cNvPr id="1" name=""/>
        <p:cNvGrpSpPr/>
        <p:nvPr/>
      </p:nvGrpSpPr>
      <p:grpSpPr>
        <a:xfrm>
          <a:off x="0" y="0"/>
          <a:ext cx="0" cy="0"/>
          <a:chOff x="0" y="0"/>
          <a:chExt cx="0" cy="0"/>
        </a:xfrm>
      </p:grpSpPr>
      <p:sp>
        <p:nvSpPr>
          <p:cNvPr id="32" name="Picture Placeholder 10">
            <a:extLst>
              <a:ext uri="{FF2B5EF4-FFF2-40B4-BE49-F238E27FC236}">
                <a16:creationId xmlns:a16="http://schemas.microsoft.com/office/drawing/2014/main" id="{3ACE82B0-62A7-4716-0770-25177C6C2523}"/>
              </a:ext>
            </a:extLst>
          </p:cNvPr>
          <p:cNvSpPr>
            <a:spLocks noGrp="1"/>
          </p:cNvSpPr>
          <p:nvPr>
            <p:ph type="pic" sz="quarter" idx="13" hasCustomPrompt="1"/>
          </p:nvPr>
        </p:nvSpPr>
        <p:spPr>
          <a:xfrm>
            <a:off x="180001" y="0"/>
            <a:ext cx="12011999"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3" name="Group 2">
            <a:extLst>
              <a:ext uri="{FF2B5EF4-FFF2-40B4-BE49-F238E27FC236}">
                <a16:creationId xmlns:a16="http://schemas.microsoft.com/office/drawing/2014/main" id="{8F46E283-C322-4D6F-0C87-E9B5787BEF80}"/>
              </a:ext>
            </a:extLst>
          </p:cNvPr>
          <p:cNvGrpSpPr>
            <a:grpSpLocks noChangeAspect="1"/>
          </p:cNvGrpSpPr>
          <p:nvPr userDrawn="1"/>
        </p:nvGrpSpPr>
        <p:grpSpPr>
          <a:xfrm>
            <a:off x="9912013" y="6122117"/>
            <a:ext cx="1872000" cy="420870"/>
            <a:chOff x="5094083" y="5360390"/>
            <a:chExt cx="3039349" cy="683316"/>
          </a:xfrm>
          <a:solidFill>
            <a:schemeClr val="tx2"/>
          </a:solidFill>
        </p:grpSpPr>
        <p:sp>
          <p:nvSpPr>
            <p:cNvPr id="34" name="Freeform: Shape 4">
              <a:extLst>
                <a:ext uri="{FF2B5EF4-FFF2-40B4-BE49-F238E27FC236}">
                  <a16:creationId xmlns:a16="http://schemas.microsoft.com/office/drawing/2014/main" id="{E7C6E56A-237E-269F-8948-94D8630922C0}"/>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5" name="Freeform: Shape 5">
              <a:extLst>
                <a:ext uri="{FF2B5EF4-FFF2-40B4-BE49-F238E27FC236}">
                  <a16:creationId xmlns:a16="http://schemas.microsoft.com/office/drawing/2014/main" id="{69EF9104-8430-F98A-7A15-FE04244E2D36}"/>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6" name="Freeform: Shape 6">
              <a:extLst>
                <a:ext uri="{FF2B5EF4-FFF2-40B4-BE49-F238E27FC236}">
                  <a16:creationId xmlns:a16="http://schemas.microsoft.com/office/drawing/2014/main" id="{0398A75A-EE7F-6840-B64B-CD550ECF76E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7" name="Freeform: Shape 7">
              <a:extLst>
                <a:ext uri="{FF2B5EF4-FFF2-40B4-BE49-F238E27FC236}">
                  <a16:creationId xmlns:a16="http://schemas.microsoft.com/office/drawing/2014/main" id="{3586F6A8-69A4-9382-D0C9-7CA34851C34A}"/>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38" name="Freeform: Shape 8">
              <a:extLst>
                <a:ext uri="{FF2B5EF4-FFF2-40B4-BE49-F238E27FC236}">
                  <a16:creationId xmlns:a16="http://schemas.microsoft.com/office/drawing/2014/main" id="{3814A5D2-6C0A-D1F0-266D-7ECB31C3E8E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9" name="Title 31">
            <a:extLst>
              <a:ext uri="{FF2B5EF4-FFF2-40B4-BE49-F238E27FC236}">
                <a16:creationId xmlns:a16="http://schemas.microsoft.com/office/drawing/2014/main" id="{F322BC76-B62D-13E1-DFD4-1C84E6221D02}"/>
              </a:ext>
            </a:extLst>
          </p:cNvPr>
          <p:cNvSpPr>
            <a:spLocks noGrp="1"/>
          </p:cNvSpPr>
          <p:nvPr>
            <p:ph type="title"/>
          </p:nvPr>
        </p:nvSpPr>
        <p:spPr>
          <a:xfrm>
            <a:off x="1214394" y="1628775"/>
            <a:ext cx="6578080" cy="3335273"/>
          </a:xfrm>
        </p:spPr>
        <p:txBody>
          <a:bodyPr anchor="b"/>
          <a:lstStyle>
            <a:lvl1pPr>
              <a:lnSpc>
                <a:spcPct val="90000"/>
              </a:lnSpc>
              <a:defRPr sz="7200">
                <a:solidFill>
                  <a:schemeClr val="bg1"/>
                </a:solidFill>
                <a:latin typeface="Ubuntu Light" panose="020B0304030602030204" pitchFamily="34" charset="0"/>
              </a:defRPr>
            </a:lvl1pPr>
          </a:lstStyle>
          <a:p>
            <a:r>
              <a:rPr lang="en-US"/>
              <a:t>Click to edit Master title style</a:t>
            </a:r>
            <a:endParaRPr lang="en-PL" dirty="0"/>
          </a:p>
        </p:txBody>
      </p:sp>
      <p:sp>
        <p:nvSpPr>
          <p:cNvPr id="40" name="Text Placeholder 33">
            <a:extLst>
              <a:ext uri="{FF2B5EF4-FFF2-40B4-BE49-F238E27FC236}">
                <a16:creationId xmlns:a16="http://schemas.microsoft.com/office/drawing/2014/main" id="{CA8F7439-A11A-B37F-8E7F-1541F8C360C4}"/>
              </a:ext>
            </a:extLst>
          </p:cNvPr>
          <p:cNvSpPr>
            <a:spLocks noGrp="1"/>
          </p:cNvSpPr>
          <p:nvPr>
            <p:ph type="body" sz="quarter" idx="14"/>
          </p:nvPr>
        </p:nvSpPr>
        <p:spPr>
          <a:xfrm>
            <a:off x="1212285" y="5251824"/>
            <a:ext cx="6578080" cy="659722"/>
          </a:xfrm>
          <a:prstGeom prst="rect">
            <a:avLst/>
          </a:prstGeom>
        </p:spPr>
        <p:txBody>
          <a:bodyPr/>
          <a:lstStyle>
            <a:lvl1pPr>
              <a:defRPr sz="2000" b="0">
                <a:solidFill>
                  <a:schemeClr val="bg1"/>
                </a:solidFill>
              </a:defRPr>
            </a:lvl1pPr>
          </a:lstStyle>
          <a:p>
            <a:pPr lvl="0"/>
            <a:r>
              <a:rPr lang="en-US"/>
              <a:t>Click to edit Master text styles</a:t>
            </a:r>
          </a:p>
        </p:txBody>
      </p:sp>
      <p:sp>
        <p:nvSpPr>
          <p:cNvPr id="3" name="Rectangle 2">
            <a:extLst>
              <a:ext uri="{FF2B5EF4-FFF2-40B4-BE49-F238E27FC236}">
                <a16:creationId xmlns:a16="http://schemas.microsoft.com/office/drawing/2014/main" id="{731224E1-CA4F-0875-C5F0-35D33EADD2EB}"/>
              </a:ext>
            </a:extLst>
          </p:cNvPr>
          <p:cNvSpPr/>
          <p:nvPr userDrawn="1"/>
        </p:nvSpPr>
        <p:spPr>
          <a:xfrm rot="16200000">
            <a:off x="-3338999"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F38081E3-C84E-8E42-A77A-A602E5F45BEC}"/>
              </a:ext>
            </a:extLst>
          </p:cNvPr>
          <p:cNvSpPr>
            <a:spLocks noGrp="1"/>
          </p:cNvSpPr>
          <p:nvPr>
            <p:ph type="body" sz="quarter" idx="15"/>
          </p:nvPr>
        </p:nvSpPr>
        <p:spPr>
          <a:xfrm>
            <a:off x="1212285" y="5910502"/>
            <a:ext cx="6578080" cy="659722"/>
          </a:xfrm>
          <a:prstGeom prst="rect">
            <a:avLst/>
          </a:prstGeom>
        </p:spPr>
        <p:txBody>
          <a:bodyPr/>
          <a:lstStyle>
            <a:lvl1pPr>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1817120741"/>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269F39D-C2C8-CD10-FC79-E8DF4011DD81}"/>
              </a:ext>
            </a:extLst>
          </p:cNvPr>
          <p:cNvSpPr/>
          <p:nvPr userDrawn="1"/>
        </p:nvSpPr>
        <p:spPr>
          <a:xfrm>
            <a:off x="0" y="0"/>
            <a:ext cx="8904287" cy="6858000"/>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3" name="Group 2">
            <a:extLst>
              <a:ext uri="{FF2B5EF4-FFF2-40B4-BE49-F238E27FC236}">
                <a16:creationId xmlns:a16="http://schemas.microsoft.com/office/drawing/2014/main" id="{E1F341D8-9871-3E87-0C47-63724CC68DAF}"/>
              </a:ext>
            </a:extLst>
          </p:cNvPr>
          <p:cNvGrpSpPr>
            <a:grpSpLocks noChangeAspect="1"/>
          </p:cNvGrpSpPr>
          <p:nvPr userDrawn="1"/>
        </p:nvGrpSpPr>
        <p:grpSpPr>
          <a:xfrm>
            <a:off x="9912013" y="409248"/>
            <a:ext cx="1872000" cy="420870"/>
            <a:chOff x="5094083" y="5360390"/>
            <a:chExt cx="3039349" cy="683316"/>
          </a:xfrm>
          <a:solidFill>
            <a:schemeClr val="bg1"/>
          </a:solidFill>
        </p:grpSpPr>
        <p:sp>
          <p:nvSpPr>
            <p:cNvPr id="14" name="Freeform: Shape 4">
              <a:extLst>
                <a:ext uri="{FF2B5EF4-FFF2-40B4-BE49-F238E27FC236}">
                  <a16:creationId xmlns:a16="http://schemas.microsoft.com/office/drawing/2014/main" id="{2608921F-B565-8FD4-583E-9DA9BDDB5334}"/>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15" name="Freeform: Shape 5">
              <a:extLst>
                <a:ext uri="{FF2B5EF4-FFF2-40B4-BE49-F238E27FC236}">
                  <a16:creationId xmlns:a16="http://schemas.microsoft.com/office/drawing/2014/main" id="{59393CFC-3187-9068-EACC-9DD97F450CB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20" name="Freeform: Shape 6">
              <a:extLst>
                <a:ext uri="{FF2B5EF4-FFF2-40B4-BE49-F238E27FC236}">
                  <a16:creationId xmlns:a16="http://schemas.microsoft.com/office/drawing/2014/main" id="{F2454DD1-23F6-150E-C46D-96FB7C5FC4D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21" name="Freeform: Shape 7">
              <a:extLst>
                <a:ext uri="{FF2B5EF4-FFF2-40B4-BE49-F238E27FC236}">
                  <a16:creationId xmlns:a16="http://schemas.microsoft.com/office/drawing/2014/main" id="{34B65355-DFA8-1685-F338-14C9D76CCDEF}"/>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22" name="Freeform: Shape 8">
              <a:extLst>
                <a:ext uri="{FF2B5EF4-FFF2-40B4-BE49-F238E27FC236}">
                  <a16:creationId xmlns:a16="http://schemas.microsoft.com/office/drawing/2014/main" id="{DF15E081-4331-E828-08B5-2291332FD14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23" name="Rectangle 22">
            <a:extLst>
              <a:ext uri="{FF2B5EF4-FFF2-40B4-BE49-F238E27FC236}">
                <a16:creationId xmlns:a16="http://schemas.microsoft.com/office/drawing/2014/main" id="{7D66C3DE-7CB2-8D02-1EF9-E3C8E4BFAA90}"/>
              </a:ext>
            </a:extLst>
          </p:cNvPr>
          <p:cNvSpPr/>
          <p:nvPr userDrawn="1"/>
        </p:nvSpPr>
        <p:spPr>
          <a:xfrm rot="16200000">
            <a:off x="5403547"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2" name="Title 1">
            <a:extLst>
              <a:ext uri="{FF2B5EF4-FFF2-40B4-BE49-F238E27FC236}">
                <a16:creationId xmlns:a16="http://schemas.microsoft.com/office/drawing/2014/main" id="{FE5276F6-E981-8407-5AD7-E85838815E5A}"/>
              </a:ext>
            </a:extLst>
          </p:cNvPr>
          <p:cNvSpPr>
            <a:spLocks noGrp="1"/>
          </p:cNvSpPr>
          <p:nvPr>
            <p:ph type="title"/>
          </p:nvPr>
        </p:nvSpPr>
        <p:spPr>
          <a:xfrm>
            <a:off x="445713" y="980728"/>
            <a:ext cx="7313049" cy="4104456"/>
          </a:xfrm>
          <a:prstGeom prst="rect">
            <a:avLst/>
          </a:prstGeom>
        </p:spPr>
        <p:txBody>
          <a:bodyPr vert="horz" lIns="0" tIns="0" rIns="0" bIns="126000" rtlCol="0" anchor="b" anchorCtr="0">
            <a:noAutofit/>
          </a:bodyPr>
          <a:lstStyle>
            <a:lvl1pPr>
              <a:defRPr lang="en-PL" sz="7200" dirty="0">
                <a:solidFill>
                  <a:schemeClr val="bg2"/>
                </a:solidFill>
                <a:latin typeface="Ubuntu Light" panose="020B0304030602030204" pitchFamily="34" charset="0"/>
              </a:defRPr>
            </a:lvl1pPr>
          </a:lstStyle>
          <a:p>
            <a:pPr lvl="0"/>
            <a:r>
              <a:rPr lang="en-US" dirty="0"/>
              <a:t>Click to edit Master title style</a:t>
            </a:r>
            <a:endParaRPr lang="en-PL" dirty="0"/>
          </a:p>
        </p:txBody>
      </p:sp>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445713" y="5131138"/>
            <a:ext cx="6479535" cy="215444"/>
          </a:xfrm>
          <a:prstGeom prst="rect">
            <a:avLst/>
          </a:prstGeom>
        </p:spPr>
        <p:txBody>
          <a:bodyPr/>
          <a:lstStyle>
            <a:lvl1pPr>
              <a:defRPr lang="en-GB" sz="1700" b="1"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445713" y="5715912"/>
            <a:ext cx="6479535" cy="215444"/>
          </a:xfrm>
          <a:prstGeom prst="rect">
            <a:avLst/>
          </a:prstGeom>
        </p:spPr>
        <p:txBody>
          <a:bodyPr/>
          <a:lstStyle>
            <a:lvl1pPr>
              <a:defRPr lang="en-GB" sz="14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Tree>
    <p:extLst>
      <p:ext uri="{BB962C8B-B14F-4D97-AF65-F5344CB8AC3E}">
        <p14:creationId xmlns:p14="http://schemas.microsoft.com/office/powerpoint/2010/main" val="1520157370"/>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tle Slide Logo C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276F6-E981-8407-5AD7-E85838815E5A}"/>
              </a:ext>
            </a:extLst>
          </p:cNvPr>
          <p:cNvSpPr>
            <a:spLocks noGrp="1"/>
          </p:cNvSpPr>
          <p:nvPr>
            <p:ph type="title"/>
          </p:nvPr>
        </p:nvSpPr>
        <p:spPr>
          <a:xfrm>
            <a:off x="2765723" y="1489457"/>
            <a:ext cx="6480175" cy="1677988"/>
          </a:xfrm>
          <a:prstGeom prst="rect">
            <a:avLst/>
          </a:prstGeom>
          <a:noFill/>
        </p:spPr>
        <p:txBody>
          <a:bodyPr anchor="b"/>
          <a:lstStyle>
            <a:lvl1pPr algn="ctr">
              <a:defRPr kumimoji="0" lang="en-PL" sz="5400" b="0" i="0" u="none" strike="noStrike" kern="1200" cap="none" spc="0" normalizeH="0" baseline="0" noProof="0" dirty="0">
                <a:ln>
                  <a:noFill/>
                </a:ln>
                <a:solidFill>
                  <a:schemeClr val="bg1"/>
                </a:solidFill>
                <a:effectLst/>
                <a:uLnTx/>
                <a:uFillTx/>
                <a:latin typeface="+mn-lt"/>
                <a:ea typeface="+mj-ea"/>
                <a:cs typeface="+mj-cs"/>
              </a:defRPr>
            </a:lvl1pPr>
          </a:lstStyle>
          <a:p>
            <a:r>
              <a:rPr lang="en-US" dirty="0"/>
              <a:t>Click to edit Master title style</a:t>
            </a:r>
            <a:endParaRPr lang="en-PL" dirty="0"/>
          </a:p>
        </p:txBody>
      </p:sp>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2764136" y="3167445"/>
            <a:ext cx="6478587" cy="348286"/>
          </a:xfrm>
          <a:prstGeom prst="rect">
            <a:avLst/>
          </a:prstGeom>
        </p:spPr>
        <p:txBody>
          <a:bodyPr/>
          <a:lstStyle>
            <a:lvl1pPr algn="ctr">
              <a:defRPr lang="en-GB" sz="2000" kern="1200" dirty="0" smtClean="0">
                <a:solidFill>
                  <a:schemeClr val="bg1"/>
                </a:solidFill>
                <a:latin typeface="Ubuntu Light" panose="020B0304030602030204" pitchFamily="34" charset="0"/>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2763761" y="3709694"/>
            <a:ext cx="6479535" cy="253029"/>
          </a:xfrm>
          <a:prstGeom prst="rect">
            <a:avLst/>
          </a:prstGeom>
        </p:spPr>
        <p:txBody>
          <a:bodyPr/>
          <a:lstStyle>
            <a:lvl1pPr algn="ctr">
              <a:defRPr lang="en-GB" sz="1400" kern="1200" dirty="0" smtClean="0">
                <a:solidFill>
                  <a:schemeClr val="bg1"/>
                </a:solidFill>
                <a:latin typeface="Ubuntu Light" panose="020B0304030602030204" pitchFamily="34" charset="0"/>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grpSp>
        <p:nvGrpSpPr>
          <p:cNvPr id="3" name="Group 2">
            <a:extLst>
              <a:ext uri="{FF2B5EF4-FFF2-40B4-BE49-F238E27FC236}">
                <a16:creationId xmlns:a16="http://schemas.microsoft.com/office/drawing/2014/main" id="{29019898-C562-0E25-C4F3-334360D03193}"/>
              </a:ext>
            </a:extLst>
          </p:cNvPr>
          <p:cNvGrpSpPr>
            <a:grpSpLocks noChangeAspect="1"/>
          </p:cNvGrpSpPr>
          <p:nvPr userDrawn="1"/>
        </p:nvGrpSpPr>
        <p:grpSpPr>
          <a:xfrm>
            <a:off x="-175885" y="4642089"/>
            <a:ext cx="12564529" cy="2824804"/>
            <a:chOff x="5094083" y="5360390"/>
            <a:chExt cx="3039349" cy="683316"/>
          </a:xfrm>
          <a:solidFill>
            <a:schemeClr val="accent1"/>
          </a:solidFill>
        </p:grpSpPr>
        <p:sp>
          <p:nvSpPr>
            <p:cNvPr id="7" name="Freeform: Shape 4">
              <a:extLst>
                <a:ext uri="{FF2B5EF4-FFF2-40B4-BE49-F238E27FC236}">
                  <a16:creationId xmlns:a16="http://schemas.microsoft.com/office/drawing/2014/main" id="{F8CB933C-09AA-8C71-2E78-1561B27414F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8" name="Freeform: Shape 5">
              <a:extLst>
                <a:ext uri="{FF2B5EF4-FFF2-40B4-BE49-F238E27FC236}">
                  <a16:creationId xmlns:a16="http://schemas.microsoft.com/office/drawing/2014/main" id="{99E6D307-271F-C8DB-706F-FE50815F9A3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9" name="Freeform: Shape 6">
              <a:extLst>
                <a:ext uri="{FF2B5EF4-FFF2-40B4-BE49-F238E27FC236}">
                  <a16:creationId xmlns:a16="http://schemas.microsoft.com/office/drawing/2014/main" id="{C39B46B1-97A6-4B30-142D-E2A1330E057D}"/>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10" name="Freeform: Shape 7">
              <a:extLst>
                <a:ext uri="{FF2B5EF4-FFF2-40B4-BE49-F238E27FC236}">
                  <a16:creationId xmlns:a16="http://schemas.microsoft.com/office/drawing/2014/main" id="{9BFEC525-2C7E-E980-B007-932804D5D51E}"/>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11" name="Freeform: Shape 8">
              <a:extLst>
                <a:ext uri="{FF2B5EF4-FFF2-40B4-BE49-F238E27FC236}">
                  <a16:creationId xmlns:a16="http://schemas.microsoft.com/office/drawing/2014/main" id="{4A1347D2-8F0A-9DF0-EE43-F2AA0C1B4213}"/>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grpSp>
      <p:sp>
        <p:nvSpPr>
          <p:cNvPr id="12" name="Rectangle 11">
            <a:extLst>
              <a:ext uri="{FF2B5EF4-FFF2-40B4-BE49-F238E27FC236}">
                <a16:creationId xmlns:a16="http://schemas.microsoft.com/office/drawing/2014/main" id="{AEB98D74-27E3-F044-4F08-EF3F7C226178}"/>
              </a:ext>
            </a:extLst>
          </p:cNvPr>
          <p:cNvSpPr/>
          <p:nvPr userDrawn="1"/>
        </p:nvSpPr>
        <p:spPr>
          <a:xfrm>
            <a:off x="-902128" y="2536529"/>
            <a:ext cx="4660490"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16" name="Rectangle 15">
            <a:extLst>
              <a:ext uri="{FF2B5EF4-FFF2-40B4-BE49-F238E27FC236}">
                <a16:creationId xmlns:a16="http://schemas.microsoft.com/office/drawing/2014/main" id="{B977B1B2-8ECC-4719-803F-E7EBCFD4BEF8}"/>
              </a:ext>
            </a:extLst>
          </p:cNvPr>
          <p:cNvSpPr/>
          <p:nvPr userDrawn="1"/>
        </p:nvSpPr>
        <p:spPr>
          <a:xfrm>
            <a:off x="7696229" y="3673621"/>
            <a:ext cx="4660490"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3360362556"/>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31" name="Picture Placeholder 10">
            <a:extLst>
              <a:ext uri="{FF2B5EF4-FFF2-40B4-BE49-F238E27FC236}">
                <a16:creationId xmlns:a16="http://schemas.microsoft.com/office/drawing/2014/main" id="{CC88A17A-2665-CB64-B35D-1CDAB893EA72}"/>
              </a:ext>
            </a:extLst>
          </p:cNvPr>
          <p:cNvSpPr>
            <a:spLocks noGrp="1"/>
          </p:cNvSpPr>
          <p:nvPr>
            <p:ph type="pic" sz="quarter" idx="13" hasCustomPrompt="1"/>
          </p:nvPr>
        </p:nvSpPr>
        <p:spPr>
          <a:xfrm>
            <a:off x="-1" y="180000"/>
            <a:ext cx="12192001" cy="667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14" name="Group 2">
            <a:extLst>
              <a:ext uri="{FF2B5EF4-FFF2-40B4-BE49-F238E27FC236}">
                <a16:creationId xmlns:a16="http://schemas.microsoft.com/office/drawing/2014/main" id="{5570D5EE-65A7-6ED8-B779-4B18D3F9B40F}"/>
              </a:ext>
            </a:extLst>
          </p:cNvPr>
          <p:cNvGrpSpPr>
            <a:grpSpLocks noChangeAspect="1"/>
          </p:cNvGrpSpPr>
          <p:nvPr userDrawn="1"/>
        </p:nvGrpSpPr>
        <p:grpSpPr>
          <a:xfrm>
            <a:off x="9912013" y="6122117"/>
            <a:ext cx="1872000" cy="420870"/>
            <a:chOff x="5094083" y="5360390"/>
            <a:chExt cx="3039349" cy="683316"/>
          </a:xfrm>
          <a:solidFill>
            <a:schemeClr val="accent1"/>
          </a:solidFill>
        </p:grpSpPr>
        <p:sp>
          <p:nvSpPr>
            <p:cNvPr id="15" name="Freeform: Shape 4">
              <a:extLst>
                <a:ext uri="{FF2B5EF4-FFF2-40B4-BE49-F238E27FC236}">
                  <a16:creationId xmlns:a16="http://schemas.microsoft.com/office/drawing/2014/main" id="{D58972C2-A9F5-BC83-6D8B-F2551227EF02}"/>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16" name="Freeform: Shape 5">
              <a:extLst>
                <a:ext uri="{FF2B5EF4-FFF2-40B4-BE49-F238E27FC236}">
                  <a16:creationId xmlns:a16="http://schemas.microsoft.com/office/drawing/2014/main" id="{F1185E33-8F53-63CA-354E-8F831E6BCFB7}"/>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18" name="Freeform: Shape 6">
              <a:extLst>
                <a:ext uri="{FF2B5EF4-FFF2-40B4-BE49-F238E27FC236}">
                  <a16:creationId xmlns:a16="http://schemas.microsoft.com/office/drawing/2014/main" id="{CDD16A12-A8F2-58EF-09CC-13E3376F38BF}"/>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20" name="Freeform: Shape 7">
              <a:extLst>
                <a:ext uri="{FF2B5EF4-FFF2-40B4-BE49-F238E27FC236}">
                  <a16:creationId xmlns:a16="http://schemas.microsoft.com/office/drawing/2014/main" id="{8F3DB536-4854-A063-FC86-800CFAAD2478}"/>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21" name="Freeform: Shape 8">
              <a:extLst>
                <a:ext uri="{FF2B5EF4-FFF2-40B4-BE49-F238E27FC236}">
                  <a16:creationId xmlns:a16="http://schemas.microsoft.com/office/drawing/2014/main" id="{BF1BB4C2-2CFF-9555-916D-B08189B1ED72}"/>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2" name="Title 31">
            <a:extLst>
              <a:ext uri="{FF2B5EF4-FFF2-40B4-BE49-F238E27FC236}">
                <a16:creationId xmlns:a16="http://schemas.microsoft.com/office/drawing/2014/main" id="{E3492C82-376C-10C5-B46C-67C15004D611}"/>
              </a:ext>
            </a:extLst>
          </p:cNvPr>
          <p:cNvSpPr>
            <a:spLocks noGrp="1"/>
          </p:cNvSpPr>
          <p:nvPr>
            <p:ph type="title"/>
          </p:nvPr>
        </p:nvSpPr>
        <p:spPr>
          <a:xfrm>
            <a:off x="551384" y="1628775"/>
            <a:ext cx="6578080" cy="3589714"/>
          </a:xfrm>
          <a:prstGeom prst="rect">
            <a:avLst/>
          </a:prstGeom>
        </p:spPr>
        <p:txBody>
          <a:bodyPr anchor="b"/>
          <a:lstStyle>
            <a:lvl1pPr>
              <a:defRPr sz="5400"/>
            </a:lvl1pPr>
          </a:lstStyle>
          <a:p>
            <a:r>
              <a:rPr lang="en-US" dirty="0"/>
              <a:t>Click to edit Master title style</a:t>
            </a:r>
            <a:endParaRPr lang="en-PL" dirty="0"/>
          </a:p>
        </p:txBody>
      </p:sp>
      <p:sp>
        <p:nvSpPr>
          <p:cNvPr id="34" name="Text Placeholder 33">
            <a:extLst>
              <a:ext uri="{FF2B5EF4-FFF2-40B4-BE49-F238E27FC236}">
                <a16:creationId xmlns:a16="http://schemas.microsoft.com/office/drawing/2014/main" id="{D09EA9EC-658D-5DAE-6157-50A4AA284434}"/>
              </a:ext>
            </a:extLst>
          </p:cNvPr>
          <p:cNvSpPr>
            <a:spLocks noGrp="1"/>
          </p:cNvSpPr>
          <p:nvPr>
            <p:ph type="body" sz="quarter" idx="14"/>
          </p:nvPr>
        </p:nvSpPr>
        <p:spPr>
          <a:xfrm>
            <a:off x="549275" y="5251824"/>
            <a:ext cx="6578080" cy="659722"/>
          </a:xfrm>
          <a:prstGeom prst="rect">
            <a:avLst/>
          </a:prstGeom>
        </p:spPr>
        <p:txBody>
          <a:bodyPr/>
          <a:lstStyle/>
          <a:p>
            <a:pPr lvl="0"/>
            <a:r>
              <a:rPr lang="en-US" dirty="0"/>
              <a:t>Click to edit Master text styles</a:t>
            </a:r>
          </a:p>
        </p:txBody>
      </p:sp>
      <p:sp>
        <p:nvSpPr>
          <p:cNvPr id="3" name="Rectangle 2">
            <a:extLst>
              <a:ext uri="{FF2B5EF4-FFF2-40B4-BE49-F238E27FC236}">
                <a16:creationId xmlns:a16="http://schemas.microsoft.com/office/drawing/2014/main" id="{9E9DF3E1-890B-0648-08D7-23F6A17377B7}"/>
              </a:ext>
            </a:extLst>
          </p:cNvPr>
          <p:cNvSpPr/>
          <p:nvPr userDrawn="1"/>
        </p:nvSpPr>
        <p:spPr>
          <a:xfrm>
            <a:off x="-2" y="0"/>
            <a:ext cx="12192000"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277C0A79-DE12-2C81-D632-2FB7FA13208C}"/>
              </a:ext>
            </a:extLst>
          </p:cNvPr>
          <p:cNvSpPr>
            <a:spLocks noGrp="1"/>
          </p:cNvSpPr>
          <p:nvPr>
            <p:ph type="body" sz="quarter" idx="15"/>
          </p:nvPr>
        </p:nvSpPr>
        <p:spPr>
          <a:xfrm>
            <a:off x="549275" y="5910502"/>
            <a:ext cx="6578080" cy="659722"/>
          </a:xfrm>
          <a:prstGeom prst="rect">
            <a:avLst/>
          </a:prstGeom>
        </p:spPr>
        <p:txBody>
          <a:bodyPr/>
          <a:lstStyle/>
          <a:p>
            <a:pPr lvl="0"/>
            <a:r>
              <a:rPr lang="en-US" dirty="0"/>
              <a:t>Click to edit Master text styles</a:t>
            </a:r>
          </a:p>
        </p:txBody>
      </p:sp>
    </p:spTree>
    <p:extLst>
      <p:ext uri="{BB962C8B-B14F-4D97-AF65-F5344CB8AC3E}">
        <p14:creationId xmlns:p14="http://schemas.microsoft.com/office/powerpoint/2010/main" val="2580610170"/>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tle Slide Message lef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7859991" y="4310970"/>
            <a:ext cx="3776998" cy="844776"/>
          </a:xfrm>
          <a:prstGeom prst="rect">
            <a:avLst/>
          </a:prstGeom>
        </p:spPr>
        <p:txBody>
          <a:bodyPr/>
          <a:lstStyle>
            <a:lvl1pPr algn="l">
              <a:defRPr lang="en-GB" sz="20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7859991" y="5787865"/>
            <a:ext cx="3776998" cy="546064"/>
          </a:xfrm>
          <a:prstGeom prst="rect">
            <a:avLst/>
          </a:prstGeom>
        </p:spPr>
        <p:txBody>
          <a:bodyPr/>
          <a:lstStyle>
            <a:lvl1pPr algn="l">
              <a:defRPr lang="en-GB" sz="14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grpSp>
        <p:nvGrpSpPr>
          <p:cNvPr id="5" name="Group 2">
            <a:extLst>
              <a:ext uri="{FF2B5EF4-FFF2-40B4-BE49-F238E27FC236}">
                <a16:creationId xmlns:a16="http://schemas.microsoft.com/office/drawing/2014/main" id="{97C43731-60F1-A1BC-E630-11D1BE6DDE01}"/>
              </a:ext>
            </a:extLst>
          </p:cNvPr>
          <p:cNvGrpSpPr>
            <a:grpSpLocks noChangeAspect="1"/>
          </p:cNvGrpSpPr>
          <p:nvPr userDrawn="1"/>
        </p:nvGrpSpPr>
        <p:grpSpPr>
          <a:xfrm>
            <a:off x="368802" y="6162345"/>
            <a:ext cx="1872000" cy="420870"/>
            <a:chOff x="5094083" y="5360390"/>
            <a:chExt cx="3039349" cy="683316"/>
          </a:xfrm>
          <a:solidFill>
            <a:schemeClr val="bg2"/>
          </a:solidFill>
        </p:grpSpPr>
        <p:sp>
          <p:nvSpPr>
            <p:cNvPr id="13" name="Freeform: Shape 4">
              <a:extLst>
                <a:ext uri="{FF2B5EF4-FFF2-40B4-BE49-F238E27FC236}">
                  <a16:creationId xmlns:a16="http://schemas.microsoft.com/office/drawing/2014/main" id="{E46A43A4-DCDF-7C78-DDEA-21BACBE7C71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4" name="Freeform: Shape 5">
              <a:extLst>
                <a:ext uri="{FF2B5EF4-FFF2-40B4-BE49-F238E27FC236}">
                  <a16:creationId xmlns:a16="http://schemas.microsoft.com/office/drawing/2014/main" id="{D4834A30-F65C-87DF-9AD8-668233946F32}"/>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5" name="Freeform: Shape 6">
              <a:extLst>
                <a:ext uri="{FF2B5EF4-FFF2-40B4-BE49-F238E27FC236}">
                  <a16:creationId xmlns:a16="http://schemas.microsoft.com/office/drawing/2014/main" id="{97CAB39C-AC38-78BE-6460-1AC31467E31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7" name="Freeform: Shape 7">
              <a:extLst>
                <a:ext uri="{FF2B5EF4-FFF2-40B4-BE49-F238E27FC236}">
                  <a16:creationId xmlns:a16="http://schemas.microsoft.com/office/drawing/2014/main" id="{D6E94E64-5DBF-0D94-8FC8-EDC1F82C3D7C}"/>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8" name="Freeform: Shape 8">
              <a:extLst>
                <a:ext uri="{FF2B5EF4-FFF2-40B4-BE49-F238E27FC236}">
                  <a16:creationId xmlns:a16="http://schemas.microsoft.com/office/drawing/2014/main" id="{C730C3C9-943E-DF05-5213-9E27CF02B89F}"/>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grpSp>
      <p:sp>
        <p:nvSpPr>
          <p:cNvPr id="19" name="Rectangle 18">
            <a:extLst>
              <a:ext uri="{FF2B5EF4-FFF2-40B4-BE49-F238E27FC236}">
                <a16:creationId xmlns:a16="http://schemas.microsoft.com/office/drawing/2014/main" id="{F4AB31BA-122A-A70B-066B-977B193EC8FA}"/>
              </a:ext>
            </a:extLst>
          </p:cNvPr>
          <p:cNvSpPr/>
          <p:nvPr userDrawn="1"/>
        </p:nvSpPr>
        <p:spPr>
          <a:xfrm>
            <a:off x="4124632" y="5155746"/>
            <a:ext cx="8067368"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20" name="Title 19">
            <a:extLst>
              <a:ext uri="{FF2B5EF4-FFF2-40B4-BE49-F238E27FC236}">
                <a16:creationId xmlns:a16="http://schemas.microsoft.com/office/drawing/2014/main" id="{B21B0F02-FE4C-511F-A62B-12E2BACE6D5B}"/>
              </a:ext>
            </a:extLst>
          </p:cNvPr>
          <p:cNvSpPr>
            <a:spLocks noGrp="1"/>
          </p:cNvSpPr>
          <p:nvPr>
            <p:ph type="title" hasCustomPrompt="1"/>
          </p:nvPr>
        </p:nvSpPr>
        <p:spPr>
          <a:xfrm>
            <a:off x="-176980" y="-171399"/>
            <a:ext cx="7713140" cy="6199078"/>
          </a:xfrm>
          <a:prstGeom prst="rect">
            <a:avLst/>
          </a:prstGeom>
        </p:spPr>
        <p:txBody>
          <a:bodyPr/>
          <a:lstStyle>
            <a:lvl1pPr>
              <a:lnSpc>
                <a:spcPct val="75000"/>
              </a:lnSpc>
              <a:defRPr sz="17200">
                <a:solidFill>
                  <a:schemeClr val="accent2"/>
                </a:solidFill>
                <a:latin typeface="Ubuntu Light" panose="020B0304030602030204" pitchFamily="34" charset="0"/>
              </a:defRPr>
            </a:lvl1pPr>
          </a:lstStyle>
          <a:p>
            <a:r>
              <a:rPr lang="en-US" dirty="0"/>
              <a:t>Master title style</a:t>
            </a:r>
          </a:p>
        </p:txBody>
      </p:sp>
    </p:spTree>
    <p:extLst>
      <p:ext uri="{BB962C8B-B14F-4D97-AF65-F5344CB8AC3E}">
        <p14:creationId xmlns:p14="http://schemas.microsoft.com/office/powerpoint/2010/main" val="2184211929"/>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sp>
        <p:nvSpPr>
          <p:cNvPr id="32" name="Picture Placeholder 10">
            <a:extLst>
              <a:ext uri="{FF2B5EF4-FFF2-40B4-BE49-F238E27FC236}">
                <a16:creationId xmlns:a16="http://schemas.microsoft.com/office/drawing/2014/main" id="{3ACE82B0-62A7-4716-0770-25177C6C2523}"/>
              </a:ext>
            </a:extLst>
          </p:cNvPr>
          <p:cNvSpPr>
            <a:spLocks noGrp="1"/>
          </p:cNvSpPr>
          <p:nvPr>
            <p:ph type="pic" sz="quarter" idx="13" hasCustomPrompt="1"/>
          </p:nvPr>
        </p:nvSpPr>
        <p:spPr>
          <a:xfrm>
            <a:off x="180001" y="0"/>
            <a:ext cx="12011999"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3" name="Group 2">
            <a:extLst>
              <a:ext uri="{FF2B5EF4-FFF2-40B4-BE49-F238E27FC236}">
                <a16:creationId xmlns:a16="http://schemas.microsoft.com/office/drawing/2014/main" id="{8F46E283-C322-4D6F-0C87-E9B5787BEF80}"/>
              </a:ext>
            </a:extLst>
          </p:cNvPr>
          <p:cNvGrpSpPr>
            <a:grpSpLocks noChangeAspect="1"/>
          </p:cNvGrpSpPr>
          <p:nvPr userDrawn="1"/>
        </p:nvGrpSpPr>
        <p:grpSpPr>
          <a:xfrm>
            <a:off x="9912013" y="6122117"/>
            <a:ext cx="1872000" cy="420870"/>
            <a:chOff x="5094083" y="5360390"/>
            <a:chExt cx="3039349" cy="683316"/>
          </a:xfrm>
          <a:solidFill>
            <a:schemeClr val="accent1"/>
          </a:solidFill>
        </p:grpSpPr>
        <p:sp>
          <p:nvSpPr>
            <p:cNvPr id="34" name="Freeform: Shape 4">
              <a:extLst>
                <a:ext uri="{FF2B5EF4-FFF2-40B4-BE49-F238E27FC236}">
                  <a16:creationId xmlns:a16="http://schemas.microsoft.com/office/drawing/2014/main" id="{E7C6E56A-237E-269F-8948-94D8630922C0}"/>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5" name="Freeform: Shape 5">
              <a:extLst>
                <a:ext uri="{FF2B5EF4-FFF2-40B4-BE49-F238E27FC236}">
                  <a16:creationId xmlns:a16="http://schemas.microsoft.com/office/drawing/2014/main" id="{69EF9104-8430-F98A-7A15-FE04244E2D36}"/>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6" name="Freeform: Shape 6">
              <a:extLst>
                <a:ext uri="{FF2B5EF4-FFF2-40B4-BE49-F238E27FC236}">
                  <a16:creationId xmlns:a16="http://schemas.microsoft.com/office/drawing/2014/main" id="{0398A75A-EE7F-6840-B64B-CD550ECF76E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7" name="Freeform: Shape 7">
              <a:extLst>
                <a:ext uri="{FF2B5EF4-FFF2-40B4-BE49-F238E27FC236}">
                  <a16:creationId xmlns:a16="http://schemas.microsoft.com/office/drawing/2014/main" id="{3586F6A8-69A4-9382-D0C9-7CA34851C34A}"/>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38" name="Freeform: Shape 8">
              <a:extLst>
                <a:ext uri="{FF2B5EF4-FFF2-40B4-BE49-F238E27FC236}">
                  <a16:creationId xmlns:a16="http://schemas.microsoft.com/office/drawing/2014/main" id="{3814A5D2-6C0A-D1F0-266D-7ECB31C3E8E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9" name="Title 31">
            <a:extLst>
              <a:ext uri="{FF2B5EF4-FFF2-40B4-BE49-F238E27FC236}">
                <a16:creationId xmlns:a16="http://schemas.microsoft.com/office/drawing/2014/main" id="{F322BC76-B62D-13E1-DFD4-1C84E6221D02}"/>
              </a:ext>
            </a:extLst>
          </p:cNvPr>
          <p:cNvSpPr>
            <a:spLocks noGrp="1"/>
          </p:cNvSpPr>
          <p:nvPr>
            <p:ph type="title"/>
          </p:nvPr>
        </p:nvSpPr>
        <p:spPr>
          <a:xfrm>
            <a:off x="1214394" y="1628775"/>
            <a:ext cx="6578080" cy="3335273"/>
          </a:xfrm>
          <a:prstGeom prst="rect">
            <a:avLst/>
          </a:prstGeom>
        </p:spPr>
        <p:txBody>
          <a:bodyPr anchor="b"/>
          <a:lstStyle>
            <a:lvl1pPr>
              <a:lnSpc>
                <a:spcPct val="90000"/>
              </a:lnSpc>
              <a:defRPr sz="7200">
                <a:latin typeface="Ubuntu Light" panose="020B0304030602030204" pitchFamily="34" charset="0"/>
              </a:defRPr>
            </a:lvl1pPr>
          </a:lstStyle>
          <a:p>
            <a:r>
              <a:rPr lang="en-US" dirty="0"/>
              <a:t>Click to edit Master title style</a:t>
            </a:r>
            <a:endParaRPr lang="en-PL" dirty="0"/>
          </a:p>
        </p:txBody>
      </p:sp>
      <p:sp>
        <p:nvSpPr>
          <p:cNvPr id="40" name="Text Placeholder 33">
            <a:extLst>
              <a:ext uri="{FF2B5EF4-FFF2-40B4-BE49-F238E27FC236}">
                <a16:creationId xmlns:a16="http://schemas.microsoft.com/office/drawing/2014/main" id="{CA8F7439-A11A-B37F-8E7F-1541F8C360C4}"/>
              </a:ext>
            </a:extLst>
          </p:cNvPr>
          <p:cNvSpPr>
            <a:spLocks noGrp="1"/>
          </p:cNvSpPr>
          <p:nvPr>
            <p:ph type="body" sz="quarter" idx="14"/>
          </p:nvPr>
        </p:nvSpPr>
        <p:spPr>
          <a:xfrm>
            <a:off x="1212285" y="5251824"/>
            <a:ext cx="6578080" cy="659722"/>
          </a:xfrm>
          <a:prstGeom prst="rect">
            <a:avLst/>
          </a:prstGeom>
        </p:spPr>
        <p:txBody>
          <a:bodyPr/>
          <a:lstStyle>
            <a:lvl1pPr>
              <a:defRPr sz="2000" b="0"/>
            </a:lvl1pPr>
          </a:lstStyle>
          <a:p>
            <a:pPr lvl="0"/>
            <a:r>
              <a:rPr lang="en-US" dirty="0"/>
              <a:t>Click to edit Master text styles</a:t>
            </a:r>
          </a:p>
        </p:txBody>
      </p:sp>
      <p:sp>
        <p:nvSpPr>
          <p:cNvPr id="3" name="Rectangle 2">
            <a:extLst>
              <a:ext uri="{FF2B5EF4-FFF2-40B4-BE49-F238E27FC236}">
                <a16:creationId xmlns:a16="http://schemas.microsoft.com/office/drawing/2014/main" id="{731224E1-CA4F-0875-C5F0-35D33EADD2EB}"/>
              </a:ext>
            </a:extLst>
          </p:cNvPr>
          <p:cNvSpPr/>
          <p:nvPr userDrawn="1"/>
        </p:nvSpPr>
        <p:spPr>
          <a:xfrm rot="16200000">
            <a:off x="-3338999"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F38081E3-C84E-8E42-A77A-A602E5F45BEC}"/>
              </a:ext>
            </a:extLst>
          </p:cNvPr>
          <p:cNvSpPr>
            <a:spLocks noGrp="1"/>
          </p:cNvSpPr>
          <p:nvPr>
            <p:ph type="body" sz="quarter" idx="15"/>
          </p:nvPr>
        </p:nvSpPr>
        <p:spPr>
          <a:xfrm>
            <a:off x="1212285" y="5910502"/>
            <a:ext cx="6578080" cy="659722"/>
          </a:xfrm>
          <a:prstGeom prst="rect">
            <a:avLst/>
          </a:prstGeom>
        </p:spPr>
        <p:txBody>
          <a:bodyPr/>
          <a:lstStyle/>
          <a:p>
            <a:pPr lvl="0"/>
            <a:r>
              <a:rPr lang="en-US" dirty="0"/>
              <a:t>Click to edit Master text styles</a:t>
            </a:r>
          </a:p>
        </p:txBody>
      </p:sp>
    </p:spTree>
    <p:extLst>
      <p:ext uri="{BB962C8B-B14F-4D97-AF65-F5344CB8AC3E}">
        <p14:creationId xmlns:p14="http://schemas.microsoft.com/office/powerpoint/2010/main" val="4189528230"/>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Title Slide 4">
    <p:spTree>
      <p:nvGrpSpPr>
        <p:cNvPr id="1" name=""/>
        <p:cNvGrpSpPr/>
        <p:nvPr/>
      </p:nvGrpSpPr>
      <p:grpSpPr>
        <a:xfrm>
          <a:off x="0" y="0"/>
          <a:ext cx="0" cy="0"/>
          <a:chOff x="0" y="0"/>
          <a:chExt cx="0" cy="0"/>
        </a:xfrm>
      </p:grpSpPr>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9460018" y="1"/>
            <a:ext cx="2731981" cy="3429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dirty="0"/>
              <a:t>Click icon to add picture</a:t>
            </a:r>
          </a:p>
        </p:txBody>
      </p:sp>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0" y="0"/>
            <a:ext cx="9280018"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9912013" y="6122117"/>
            <a:ext cx="1872000" cy="420870"/>
            <a:chOff x="5094083" y="5360390"/>
            <a:chExt cx="3039349" cy="683316"/>
          </a:xfrm>
          <a:solidFill>
            <a:schemeClr val="bg1"/>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44" name="Title 31">
            <a:extLst>
              <a:ext uri="{FF2B5EF4-FFF2-40B4-BE49-F238E27FC236}">
                <a16:creationId xmlns:a16="http://schemas.microsoft.com/office/drawing/2014/main" id="{3551E8D5-6D03-58C4-2A78-E73615CBFD4C}"/>
              </a:ext>
            </a:extLst>
          </p:cNvPr>
          <p:cNvSpPr>
            <a:spLocks noGrp="1"/>
          </p:cNvSpPr>
          <p:nvPr>
            <p:ph type="title"/>
          </p:nvPr>
        </p:nvSpPr>
        <p:spPr>
          <a:xfrm>
            <a:off x="551384" y="1628775"/>
            <a:ext cx="6578080" cy="3589714"/>
          </a:xfrm>
          <a:prstGeom prst="rect">
            <a:avLst/>
          </a:prstGeom>
        </p:spPr>
        <p:txBody>
          <a:bodyPr anchor="b"/>
          <a:lstStyle>
            <a:lvl1pPr>
              <a:defRPr sz="5400">
                <a:solidFill>
                  <a:schemeClr val="bg1"/>
                </a:solidFill>
              </a:defRPr>
            </a:lvl1pPr>
          </a:lstStyle>
          <a:p>
            <a:r>
              <a:rPr lang="en-US" dirty="0"/>
              <a:t>Click to edit Master title style</a:t>
            </a:r>
            <a:endParaRPr lang="en-PL" dirty="0"/>
          </a:p>
        </p:txBody>
      </p:sp>
      <p:sp>
        <p:nvSpPr>
          <p:cNvPr id="45" name="Text Placeholder 33">
            <a:extLst>
              <a:ext uri="{FF2B5EF4-FFF2-40B4-BE49-F238E27FC236}">
                <a16:creationId xmlns:a16="http://schemas.microsoft.com/office/drawing/2014/main" id="{AE8BF6B9-54E0-50CF-ED1F-1556FC6C0905}"/>
              </a:ext>
            </a:extLst>
          </p:cNvPr>
          <p:cNvSpPr>
            <a:spLocks noGrp="1"/>
          </p:cNvSpPr>
          <p:nvPr>
            <p:ph type="body" sz="quarter" idx="15"/>
          </p:nvPr>
        </p:nvSpPr>
        <p:spPr>
          <a:xfrm>
            <a:off x="9912013" y="3893182"/>
            <a:ext cx="1872000" cy="1123397"/>
          </a:xfrm>
          <a:prstGeom prst="rect">
            <a:avLst/>
          </a:prstGeom>
        </p:spPr>
        <p:txBody>
          <a:bodyPr anchor="b">
            <a:noAutofit/>
          </a:bodyPr>
          <a:lstStyle>
            <a:lvl1pPr>
              <a:defRPr sz="2000"/>
            </a:lvl1pPr>
          </a:lstStyle>
          <a:p>
            <a:pPr lvl="0"/>
            <a:r>
              <a:rPr lang="en-US"/>
              <a:t>Click to edit Master text styles</a:t>
            </a:r>
          </a:p>
        </p:txBody>
      </p:sp>
      <p:sp>
        <p:nvSpPr>
          <p:cNvPr id="4" name="Rectangle 3">
            <a:extLst>
              <a:ext uri="{FF2B5EF4-FFF2-40B4-BE49-F238E27FC236}">
                <a16:creationId xmlns:a16="http://schemas.microsoft.com/office/drawing/2014/main" id="{78D281D9-C9E0-F6DF-2438-F4992F7D29D2}"/>
              </a:ext>
            </a:extLst>
          </p:cNvPr>
          <p:cNvSpPr/>
          <p:nvPr userDrawn="1"/>
        </p:nvSpPr>
        <p:spPr>
          <a:xfrm rot="16200000">
            <a:off x="5941020"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3" name="Text Placeholder 33">
            <a:extLst>
              <a:ext uri="{FF2B5EF4-FFF2-40B4-BE49-F238E27FC236}">
                <a16:creationId xmlns:a16="http://schemas.microsoft.com/office/drawing/2014/main" id="{F95A3A44-A840-3420-E0A4-A35DB913338B}"/>
              </a:ext>
            </a:extLst>
          </p:cNvPr>
          <p:cNvSpPr>
            <a:spLocks noGrp="1"/>
          </p:cNvSpPr>
          <p:nvPr>
            <p:ph type="body" sz="quarter" idx="16"/>
          </p:nvPr>
        </p:nvSpPr>
        <p:spPr>
          <a:xfrm>
            <a:off x="9912013" y="5264061"/>
            <a:ext cx="1872000"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983355767"/>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Title Slide 6">
    <p:spTree>
      <p:nvGrpSpPr>
        <p:cNvPr id="1" name=""/>
        <p:cNvGrpSpPr/>
        <p:nvPr/>
      </p:nvGrpSpPr>
      <p:grpSpPr>
        <a:xfrm>
          <a:off x="0" y="0"/>
          <a:ext cx="0" cy="0"/>
          <a:chOff x="0" y="0"/>
          <a:chExt cx="0" cy="0"/>
        </a:xfrm>
      </p:grpSpPr>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0" y="0"/>
            <a:ext cx="9280018"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9460018" y="0"/>
            <a:ext cx="2731981" cy="4949047"/>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dirty="0"/>
              <a:t>Click icon to add picture</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9912013" y="6122117"/>
            <a:ext cx="1872000" cy="420870"/>
            <a:chOff x="5094083" y="5360390"/>
            <a:chExt cx="3039349" cy="683316"/>
          </a:xfrm>
          <a:solidFill>
            <a:schemeClr val="bg1"/>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44" name="Title 31">
            <a:extLst>
              <a:ext uri="{FF2B5EF4-FFF2-40B4-BE49-F238E27FC236}">
                <a16:creationId xmlns:a16="http://schemas.microsoft.com/office/drawing/2014/main" id="{3551E8D5-6D03-58C4-2A78-E73615CBFD4C}"/>
              </a:ext>
            </a:extLst>
          </p:cNvPr>
          <p:cNvSpPr>
            <a:spLocks noGrp="1"/>
          </p:cNvSpPr>
          <p:nvPr>
            <p:ph type="title"/>
          </p:nvPr>
        </p:nvSpPr>
        <p:spPr>
          <a:xfrm>
            <a:off x="5087887" y="549275"/>
            <a:ext cx="4036154" cy="3815829"/>
          </a:xfrm>
          <a:prstGeom prst="rect">
            <a:avLst/>
          </a:prstGeom>
        </p:spPr>
        <p:txBody>
          <a:bodyPr anchor="b"/>
          <a:lstStyle>
            <a:lvl1pPr>
              <a:defRPr sz="6600">
                <a:solidFill>
                  <a:schemeClr val="bg1"/>
                </a:solidFill>
                <a:latin typeface="Ubuntu Light" panose="020B0304030602030204" pitchFamily="34" charset="0"/>
              </a:defRPr>
            </a:lvl1pPr>
          </a:lstStyle>
          <a:p>
            <a:r>
              <a:rPr lang="en-US" dirty="0"/>
              <a:t>Click to edit Master title style</a:t>
            </a:r>
            <a:endParaRPr lang="en-PL" dirty="0"/>
          </a:p>
        </p:txBody>
      </p:sp>
      <p:sp>
        <p:nvSpPr>
          <p:cNvPr id="45" name="Text Placeholder 33">
            <a:extLst>
              <a:ext uri="{FF2B5EF4-FFF2-40B4-BE49-F238E27FC236}">
                <a16:creationId xmlns:a16="http://schemas.microsoft.com/office/drawing/2014/main" id="{AE8BF6B9-54E0-50CF-ED1F-1556FC6C0905}"/>
              </a:ext>
            </a:extLst>
          </p:cNvPr>
          <p:cNvSpPr>
            <a:spLocks noGrp="1"/>
          </p:cNvSpPr>
          <p:nvPr>
            <p:ph type="body" sz="quarter" idx="15"/>
          </p:nvPr>
        </p:nvSpPr>
        <p:spPr>
          <a:xfrm>
            <a:off x="5159897" y="4725144"/>
            <a:ext cx="3964144" cy="316404"/>
          </a:xfrm>
          <a:prstGeom prst="rect">
            <a:avLst/>
          </a:prstGeom>
        </p:spPr>
        <p:txBody>
          <a:bodyPr anchor="b">
            <a:noAutofit/>
          </a:bodyPr>
          <a:lstStyle>
            <a:lvl1pPr>
              <a:defRPr sz="2000">
                <a:solidFill>
                  <a:schemeClr val="bg1"/>
                </a:solidFill>
              </a:defRPr>
            </a:lvl1pPr>
          </a:lstStyle>
          <a:p>
            <a:pPr lvl="0"/>
            <a:r>
              <a:rPr lang="en-US" dirty="0"/>
              <a:t>Click to edit Master text styles</a:t>
            </a:r>
          </a:p>
        </p:txBody>
      </p:sp>
      <p:sp>
        <p:nvSpPr>
          <p:cNvPr id="4" name="Rectangle 3">
            <a:extLst>
              <a:ext uri="{FF2B5EF4-FFF2-40B4-BE49-F238E27FC236}">
                <a16:creationId xmlns:a16="http://schemas.microsoft.com/office/drawing/2014/main" id="{78D281D9-C9E0-F6DF-2438-F4992F7D29D2}"/>
              </a:ext>
            </a:extLst>
          </p:cNvPr>
          <p:cNvSpPr/>
          <p:nvPr userDrawn="1"/>
        </p:nvSpPr>
        <p:spPr>
          <a:xfrm rot="16200000">
            <a:off x="5941020"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3" name="Text Placeholder 33">
            <a:extLst>
              <a:ext uri="{FF2B5EF4-FFF2-40B4-BE49-F238E27FC236}">
                <a16:creationId xmlns:a16="http://schemas.microsoft.com/office/drawing/2014/main" id="{F95A3A44-A840-3420-E0A4-A35DB913338B}"/>
              </a:ext>
            </a:extLst>
          </p:cNvPr>
          <p:cNvSpPr>
            <a:spLocks noGrp="1"/>
          </p:cNvSpPr>
          <p:nvPr>
            <p:ph type="body" sz="quarter" idx="16"/>
          </p:nvPr>
        </p:nvSpPr>
        <p:spPr>
          <a:xfrm>
            <a:off x="9912013" y="5264061"/>
            <a:ext cx="1872000" cy="522985"/>
          </a:xfrm>
          <a:prstGeom prst="rect">
            <a:avLst/>
          </a:prstGeom>
        </p:spPr>
        <p:txBody>
          <a:bodyPr/>
          <a:lstStyle/>
          <a:p>
            <a:pPr lvl="0"/>
            <a:r>
              <a:rPr lang="en-US" dirty="0"/>
              <a:t>Click to edit Master text styles</a:t>
            </a:r>
          </a:p>
        </p:txBody>
      </p:sp>
    </p:spTree>
    <p:extLst>
      <p:ext uri="{BB962C8B-B14F-4D97-AF65-F5344CB8AC3E}">
        <p14:creationId xmlns:p14="http://schemas.microsoft.com/office/powerpoint/2010/main" val="2380255851"/>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Title Slide 5">
    <p:spTree>
      <p:nvGrpSpPr>
        <p:cNvPr id="1" name=""/>
        <p:cNvGrpSpPr/>
        <p:nvPr/>
      </p:nvGrpSpPr>
      <p:grpSpPr>
        <a:xfrm>
          <a:off x="0" y="0"/>
          <a:ext cx="0" cy="0"/>
          <a:chOff x="0" y="0"/>
          <a:chExt cx="0" cy="0"/>
        </a:xfrm>
      </p:grpSpPr>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1" y="1"/>
            <a:ext cx="2736773" cy="3429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p>
        </p:txBody>
      </p:sp>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2916774" y="0"/>
            <a:ext cx="9275226"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357195" y="6122117"/>
            <a:ext cx="1872000" cy="420870"/>
            <a:chOff x="5094083" y="5360390"/>
            <a:chExt cx="3039349" cy="683316"/>
          </a:xfrm>
          <a:solidFill>
            <a:schemeClr val="bg1"/>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 name="Title 31">
            <a:extLst>
              <a:ext uri="{FF2B5EF4-FFF2-40B4-BE49-F238E27FC236}">
                <a16:creationId xmlns:a16="http://schemas.microsoft.com/office/drawing/2014/main" id="{D8CA367F-44BB-C4B7-EA59-F1D6214DB4D2}"/>
              </a:ext>
            </a:extLst>
          </p:cNvPr>
          <p:cNvSpPr>
            <a:spLocks noGrp="1"/>
          </p:cNvSpPr>
          <p:nvPr>
            <p:ph type="title"/>
          </p:nvPr>
        </p:nvSpPr>
        <p:spPr>
          <a:xfrm>
            <a:off x="3401003" y="1628775"/>
            <a:ext cx="6578080" cy="3589714"/>
          </a:xfrm>
          <a:prstGeom prst="rect">
            <a:avLst/>
          </a:prstGeom>
        </p:spPr>
        <p:txBody>
          <a:bodyPr anchor="b"/>
          <a:lstStyle>
            <a:lvl1pPr>
              <a:defRPr sz="5400"/>
            </a:lvl1pPr>
          </a:lstStyle>
          <a:p>
            <a:r>
              <a:rPr lang="en-US" dirty="0"/>
              <a:t>Click to edit Master title style</a:t>
            </a:r>
            <a:endParaRPr lang="en-PL" dirty="0"/>
          </a:p>
        </p:txBody>
      </p:sp>
      <p:sp>
        <p:nvSpPr>
          <p:cNvPr id="6" name="Rectangle 5">
            <a:extLst>
              <a:ext uri="{FF2B5EF4-FFF2-40B4-BE49-F238E27FC236}">
                <a16:creationId xmlns:a16="http://schemas.microsoft.com/office/drawing/2014/main" id="{308E3512-1EC7-FD95-4A22-F366C773E9C4}"/>
              </a:ext>
            </a:extLst>
          </p:cNvPr>
          <p:cNvSpPr/>
          <p:nvPr userDrawn="1"/>
        </p:nvSpPr>
        <p:spPr>
          <a:xfrm rot="16200000">
            <a:off x="-602226"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5" name="Text Placeholder 33">
            <a:extLst>
              <a:ext uri="{FF2B5EF4-FFF2-40B4-BE49-F238E27FC236}">
                <a16:creationId xmlns:a16="http://schemas.microsoft.com/office/drawing/2014/main" id="{940C889E-4F97-F9FE-39C5-DFA541A122BB}"/>
              </a:ext>
            </a:extLst>
          </p:cNvPr>
          <p:cNvSpPr>
            <a:spLocks noGrp="1"/>
          </p:cNvSpPr>
          <p:nvPr>
            <p:ph type="body" sz="quarter" idx="16"/>
          </p:nvPr>
        </p:nvSpPr>
        <p:spPr>
          <a:xfrm>
            <a:off x="357195" y="3893182"/>
            <a:ext cx="2088292" cy="1123397"/>
          </a:xfrm>
          <a:prstGeom prst="rect">
            <a:avLst/>
          </a:prstGeom>
        </p:spPr>
        <p:txBody>
          <a:bodyPr anchor="b">
            <a:noAutofit/>
          </a:bodyPr>
          <a:lstStyle>
            <a:lvl1pPr>
              <a:defRPr sz="2000"/>
            </a:lvl1pPr>
          </a:lstStyle>
          <a:p>
            <a:pPr lvl="0"/>
            <a:r>
              <a:rPr lang="en-US" dirty="0"/>
              <a:t>Click to edit Master text styles</a:t>
            </a:r>
          </a:p>
        </p:txBody>
      </p:sp>
      <p:sp>
        <p:nvSpPr>
          <p:cNvPr id="7" name="Text Placeholder 33">
            <a:extLst>
              <a:ext uri="{FF2B5EF4-FFF2-40B4-BE49-F238E27FC236}">
                <a16:creationId xmlns:a16="http://schemas.microsoft.com/office/drawing/2014/main" id="{9C442A3F-8F7B-AF19-BF71-5A8A0790F5CA}"/>
              </a:ext>
            </a:extLst>
          </p:cNvPr>
          <p:cNvSpPr>
            <a:spLocks noGrp="1"/>
          </p:cNvSpPr>
          <p:nvPr>
            <p:ph type="body" sz="quarter" idx="17"/>
          </p:nvPr>
        </p:nvSpPr>
        <p:spPr>
          <a:xfrm>
            <a:off x="357195" y="5264061"/>
            <a:ext cx="2088292" cy="522985"/>
          </a:xfrm>
          <a:prstGeom prst="rect">
            <a:avLst/>
          </a:prstGeom>
        </p:spPr>
        <p:txBody>
          <a:bodyPr/>
          <a:lstStyle/>
          <a:p>
            <a:pPr lvl="0"/>
            <a:r>
              <a:rPr lang="en-US" dirty="0"/>
              <a:t>Click to edit Master text styles</a:t>
            </a:r>
          </a:p>
        </p:txBody>
      </p:sp>
    </p:spTree>
    <p:extLst>
      <p:ext uri="{BB962C8B-B14F-4D97-AF65-F5344CB8AC3E}">
        <p14:creationId xmlns:p14="http://schemas.microsoft.com/office/powerpoint/2010/main" val="401489574"/>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Agenda 1">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6424D2EA-9AAB-3E5E-F5AA-4EFA5797243B}"/>
              </a:ext>
            </a:extLst>
          </p:cNvPr>
          <p:cNvSpPr>
            <a:spLocks noGrp="1"/>
          </p:cNvSpPr>
          <p:nvPr>
            <p:ph type="pic" sz="quarter" idx="10" hasCustomPrompt="1"/>
          </p:nvPr>
        </p:nvSpPr>
        <p:spPr>
          <a:xfrm>
            <a:off x="8878957" y="1"/>
            <a:ext cx="3313043"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6" name="Date Placeholder 5">
            <a:extLst>
              <a:ext uri="{FF2B5EF4-FFF2-40B4-BE49-F238E27FC236}">
                <a16:creationId xmlns:a16="http://schemas.microsoft.com/office/drawing/2014/main" id="{1B8A5C98-55E3-6CFA-5060-B126A46D3044}"/>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7" name="Footer Placeholder 6">
            <a:extLst>
              <a:ext uri="{FF2B5EF4-FFF2-40B4-BE49-F238E27FC236}">
                <a16:creationId xmlns:a16="http://schemas.microsoft.com/office/drawing/2014/main" id="{A234A97A-B56B-79E8-3787-9AAFBD6C39E3}"/>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9" name="Slide Number Placeholder 8">
            <a:extLst>
              <a:ext uri="{FF2B5EF4-FFF2-40B4-BE49-F238E27FC236}">
                <a16:creationId xmlns:a16="http://schemas.microsoft.com/office/drawing/2014/main" id="{10DFE7FA-9896-C83E-3B5B-ACAF7308B1C7}"/>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4" name="Logo Placeholder 7">
            <a:extLst>
              <a:ext uri="{FF2B5EF4-FFF2-40B4-BE49-F238E27FC236}">
                <a16:creationId xmlns:a16="http://schemas.microsoft.com/office/drawing/2014/main" id="{4DF1FB95-D31F-BE9E-B180-3D9694FA82C8}"/>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3" name="Title Placeholder 4">
            <a:extLst>
              <a:ext uri="{FF2B5EF4-FFF2-40B4-BE49-F238E27FC236}">
                <a16:creationId xmlns:a16="http://schemas.microsoft.com/office/drawing/2014/main" id="{0DFC6213-FA5F-719D-08B4-AB40D1B57B18}"/>
              </a:ext>
            </a:extLst>
          </p:cNvPr>
          <p:cNvSpPr>
            <a:spLocks noGrp="1"/>
          </p:cNvSpPr>
          <p:nvPr>
            <p:ph type="title"/>
          </p:nvPr>
        </p:nvSpPr>
        <p:spPr>
          <a:xfrm>
            <a:off x="551384" y="549274"/>
            <a:ext cx="7920880" cy="930372"/>
          </a:xfrm>
          <a:prstGeom prst="rect">
            <a:avLst/>
          </a:prstGeom>
        </p:spPr>
        <p:txBody>
          <a:bodyPr vert="horz" lIns="0" tIns="0" rIns="0" bIns="126000" rtlCol="0" anchor="b" anchorCtr="0">
            <a:noAutofit/>
          </a:bodyPr>
          <a:lstStyle/>
          <a:p>
            <a:pPr lvl="0"/>
            <a:r>
              <a:rPr lang="en-GB" dirty="0"/>
              <a:t>Click to edit Master title style</a:t>
            </a:r>
            <a:endParaRPr lang="de-DE" dirty="0"/>
          </a:p>
        </p:txBody>
      </p:sp>
      <p:sp>
        <p:nvSpPr>
          <p:cNvPr id="8" name="Text Placeholder 1">
            <a:extLst>
              <a:ext uri="{FF2B5EF4-FFF2-40B4-BE49-F238E27FC236}">
                <a16:creationId xmlns:a16="http://schemas.microsoft.com/office/drawing/2014/main" id="{2D90A92B-BDBF-A45E-B38F-657F2F0B5AEC}"/>
              </a:ext>
            </a:extLst>
          </p:cNvPr>
          <p:cNvSpPr>
            <a:spLocks noGrp="1"/>
          </p:cNvSpPr>
          <p:nvPr>
            <p:ph idx="1" hasCustomPrompt="1"/>
          </p:nvPr>
        </p:nvSpPr>
        <p:spPr>
          <a:xfrm>
            <a:off x="551384" y="1628800"/>
            <a:ext cx="7920880" cy="4668638"/>
          </a:xfrm>
          <a:prstGeom prst="rect">
            <a:avLst/>
          </a:prstGeom>
        </p:spPr>
        <p:txBody>
          <a:bodyPr vert="horz" lIns="0" tIns="0" rIns="0" bIns="0" rtlCol="0">
            <a:noAutofit/>
          </a:bodyPr>
          <a:lstStyle/>
          <a:p>
            <a:pPr marL="0" marR="0" lvl="0" indent="0" algn="l" defTabSz="914400" rtl="0" eaLnBrk="1" fontAlgn="auto" latinLnBrk="0" hangingPunct="1">
              <a:lnSpc>
                <a:spcPct val="100000"/>
              </a:lnSpc>
              <a:spcBef>
                <a:spcPts val="18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Click to edit Master text styles</a:t>
            </a:r>
          </a:p>
          <a:p>
            <a:pPr marL="180975" marR="0" lvl="1" indent="-180975" algn="l" defTabSz="914400" rtl="0" eaLnBrk="1" fontAlgn="auto" latinLnBrk="0" hangingPunct="1">
              <a:lnSpc>
                <a:spcPct val="100000"/>
              </a:lnSpc>
              <a:spcBef>
                <a:spcPts val="600"/>
              </a:spcBef>
              <a:spcAft>
                <a:spcPts val="0"/>
              </a:spcAft>
              <a:buClr>
                <a:srgbClr val="FFFFFF"/>
              </a:buClr>
              <a:buSzTx/>
              <a:buFont typeface="Arial" panose="020B0604020202020204" pitchFamily="34" charset="0"/>
              <a:buChar char="•"/>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Second level</a:t>
            </a:r>
          </a:p>
          <a:p>
            <a:pPr marL="360000" marR="0" lvl="2" indent="-180000" algn="l" defTabSz="914400" rtl="0" eaLnBrk="1" fontAlgn="auto" latinLnBrk="0" hangingPunct="1">
              <a:lnSpc>
                <a:spcPct val="100000"/>
              </a:lnSpc>
              <a:spcBef>
                <a:spcPts val="600"/>
              </a:spcBef>
              <a:spcAft>
                <a:spcPts val="0"/>
              </a:spcAft>
              <a:buClr>
                <a:srgbClr val="FFFFFF"/>
              </a:buClr>
              <a:buSzTx/>
              <a:buFont typeface="System Font Regular"/>
              <a:buChar char="-"/>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Third level</a:t>
            </a:r>
          </a:p>
          <a:p>
            <a:pPr marL="539750" marR="0" lvl="3" indent="-180000" algn="l" defTabSz="914400" rtl="0" eaLnBrk="1" fontAlgn="auto" latinLnBrk="0" hangingPunct="1">
              <a:lnSpc>
                <a:spcPct val="100000"/>
              </a:lnSpc>
              <a:spcBef>
                <a:spcPts val="600"/>
              </a:spcBef>
              <a:spcAft>
                <a:spcPts val="0"/>
              </a:spcAft>
              <a:buClr>
                <a:srgbClr val="1DB7F3"/>
              </a:buClr>
              <a:buSzTx/>
              <a:buFont typeface="Arial" panose="020B0604020202020204" pitchFamily="34" charset="0"/>
              <a:buChar char="•"/>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Fourth level</a:t>
            </a:r>
          </a:p>
          <a:p>
            <a:pPr marL="719138" marR="0" lvl="4" indent="-180975" algn="l" defTabSz="914400" rtl="0" eaLnBrk="1" fontAlgn="auto" latinLnBrk="0" hangingPunct="1">
              <a:lnSpc>
                <a:spcPct val="100000"/>
              </a:lnSpc>
              <a:spcBef>
                <a:spcPts val="600"/>
              </a:spcBef>
              <a:spcAft>
                <a:spcPts val="0"/>
              </a:spcAft>
              <a:buClr>
                <a:srgbClr val="1DB7F3"/>
              </a:buClr>
              <a:buSzTx/>
              <a:buFont typeface="System Font Regular"/>
              <a:buChar char="-"/>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Fifth level</a:t>
            </a:r>
          </a:p>
        </p:txBody>
      </p:sp>
    </p:spTree>
    <p:extLst>
      <p:ext uri="{BB962C8B-B14F-4D97-AF65-F5344CB8AC3E}">
        <p14:creationId xmlns:p14="http://schemas.microsoft.com/office/powerpoint/2010/main" val="133389668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0" name="Picture Placeholder 7">
            <a:extLst>
              <a:ext uri="{FF2B5EF4-FFF2-40B4-BE49-F238E27FC236}">
                <a16:creationId xmlns:a16="http://schemas.microsoft.com/office/drawing/2014/main" id="{7719DBC8-1C65-EC71-F260-3E45E00F725D}"/>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 name="Date Placeholder 1">
            <a:extLst>
              <a:ext uri="{FF2B5EF4-FFF2-40B4-BE49-F238E27FC236}">
                <a16:creationId xmlns:a16="http://schemas.microsoft.com/office/drawing/2014/main" id="{D1083178-61A2-1584-1F52-83BAE0FEDB3A}"/>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3" name="Footer Placeholder 2">
            <a:extLst>
              <a:ext uri="{FF2B5EF4-FFF2-40B4-BE49-F238E27FC236}">
                <a16:creationId xmlns:a16="http://schemas.microsoft.com/office/drawing/2014/main" id="{9DC81A84-1437-02DB-19FA-F60FE73CB356}"/>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40363D62-2A4A-9126-8811-8637F26ADA0B}"/>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5" name="Title Placeholder 4">
            <a:extLst>
              <a:ext uri="{FF2B5EF4-FFF2-40B4-BE49-F238E27FC236}">
                <a16:creationId xmlns:a16="http://schemas.microsoft.com/office/drawing/2014/main" id="{F8DBF4E9-6C28-E0D4-13BF-1E287D5E317C}"/>
              </a:ext>
            </a:extLst>
          </p:cNvPr>
          <p:cNvSpPr>
            <a:spLocks noGrp="1"/>
          </p:cNvSpPr>
          <p:nvPr>
            <p:ph type="title"/>
          </p:nvPr>
        </p:nvSpPr>
        <p:spPr>
          <a:xfrm>
            <a:off x="6600056" y="549274"/>
            <a:ext cx="5042266" cy="930372"/>
          </a:xfrm>
          <a:prstGeom prst="rect">
            <a:avLst/>
          </a:prstGeom>
        </p:spPr>
        <p:txBody>
          <a:bodyPr vert="horz" lIns="0" tIns="0" rIns="0" bIns="126000" rtlCol="0" anchor="b" anchorCtr="0">
            <a:noAutofit/>
          </a:bodyPr>
          <a:lstStyle/>
          <a:p>
            <a:pPr lvl="0"/>
            <a:r>
              <a:rPr lang="en-GB" dirty="0"/>
              <a:t>Click to edit Master title style</a:t>
            </a:r>
            <a:endParaRPr lang="de-DE" dirty="0"/>
          </a:p>
        </p:txBody>
      </p:sp>
      <p:sp>
        <p:nvSpPr>
          <p:cNvPr id="6" name="Text Placeholder 1">
            <a:extLst>
              <a:ext uri="{FF2B5EF4-FFF2-40B4-BE49-F238E27FC236}">
                <a16:creationId xmlns:a16="http://schemas.microsoft.com/office/drawing/2014/main" id="{1970243F-E192-B209-5E33-DC3DC5F86B33}"/>
              </a:ext>
            </a:extLst>
          </p:cNvPr>
          <p:cNvSpPr>
            <a:spLocks noGrp="1"/>
          </p:cNvSpPr>
          <p:nvPr>
            <p:ph idx="1" hasCustomPrompt="1"/>
          </p:nvPr>
        </p:nvSpPr>
        <p:spPr>
          <a:xfrm>
            <a:off x="6600056" y="1628800"/>
            <a:ext cx="5042266" cy="4668638"/>
          </a:xfrm>
          <a:prstGeom prst="rect">
            <a:avLst/>
          </a:prstGeom>
        </p:spPr>
        <p:txBody>
          <a:bodyPr vert="horz" lIns="0" tIns="0" rIns="0" bIns="0" rtlCol="0">
            <a:noAutofit/>
          </a:bodyPr>
          <a:lstStyle>
            <a:lvl1pPr marL="0" marR="0" indent="0" algn="l" defTabSz="914400" rtl="0" eaLnBrk="1" fontAlgn="auto" latinLnBrk="0" hangingPunct="1">
              <a:lnSpc>
                <a:spcPct val="100000"/>
              </a:lnSpc>
              <a:spcBef>
                <a:spcPts val="1800"/>
              </a:spcBef>
              <a:spcAft>
                <a:spcPts val="0"/>
              </a:spcAft>
              <a:buClrTx/>
              <a:buSzTx/>
              <a:buFont typeface="Arial" panose="020B0604020202020204" pitchFamily="34" charset="0"/>
              <a:buNone/>
              <a:tabLst/>
              <a:defRPr/>
            </a:lvl1pPr>
            <a:lvl2pPr marL="180975" marR="0" indent="-180975" algn="l" defTabSz="914400" rtl="0" eaLnBrk="1" fontAlgn="auto" latinLnBrk="0" hangingPunct="1">
              <a:lnSpc>
                <a:spcPct val="100000"/>
              </a:lnSpc>
              <a:spcBef>
                <a:spcPts val="600"/>
              </a:spcBef>
              <a:spcAft>
                <a:spcPts val="0"/>
              </a:spcAft>
              <a:buClr>
                <a:srgbClr val="FFFFFF"/>
              </a:buClr>
              <a:buSzTx/>
              <a:buFont typeface="Arial" panose="020B0604020202020204" pitchFamily="34" charset="0"/>
              <a:buChar char="•"/>
              <a:tabLst/>
              <a:defRPr/>
            </a:lvl2pPr>
            <a:lvl3pPr marL="360000" marR="0" indent="-180000" algn="l" defTabSz="914400" rtl="0" eaLnBrk="1" fontAlgn="auto" latinLnBrk="0" hangingPunct="1">
              <a:lnSpc>
                <a:spcPct val="100000"/>
              </a:lnSpc>
              <a:spcBef>
                <a:spcPts val="600"/>
              </a:spcBef>
              <a:spcAft>
                <a:spcPts val="0"/>
              </a:spcAft>
              <a:buClr>
                <a:srgbClr val="FFFFFF"/>
              </a:buClr>
              <a:buSzTx/>
              <a:buFont typeface="System Font Regular"/>
              <a:buChar char="-"/>
              <a:tabLst/>
              <a:defRPr/>
            </a:lvl3pPr>
            <a:lvl4pPr marL="539750" marR="0" indent="-180000" algn="l" defTabSz="914400" rtl="0" eaLnBrk="1" fontAlgn="auto" latinLnBrk="0" hangingPunct="1">
              <a:lnSpc>
                <a:spcPct val="100000"/>
              </a:lnSpc>
              <a:spcBef>
                <a:spcPts val="600"/>
              </a:spcBef>
              <a:spcAft>
                <a:spcPts val="0"/>
              </a:spcAft>
              <a:buClr>
                <a:srgbClr val="1DB7F3"/>
              </a:buClr>
              <a:buSzTx/>
              <a:buFont typeface="Arial" panose="020B0604020202020204" pitchFamily="34" charset="0"/>
              <a:buChar char="•"/>
              <a:tabLst/>
              <a:defRPr/>
            </a:lvl4pPr>
            <a:lvl5pPr marL="719138" marR="0" indent="-180975" algn="l" defTabSz="914400" rtl="0" eaLnBrk="1" fontAlgn="auto" latinLnBrk="0" hangingPunct="1">
              <a:lnSpc>
                <a:spcPct val="100000"/>
              </a:lnSpc>
              <a:spcBef>
                <a:spcPts val="600"/>
              </a:spcBef>
              <a:spcAft>
                <a:spcPts val="0"/>
              </a:spcAft>
              <a:buClr>
                <a:srgbClr val="1DB7F3"/>
              </a:buClr>
              <a:buSzTx/>
              <a:buFont typeface="System Font Regular"/>
              <a:buChar char="-"/>
              <a:tabLst/>
              <a:defRPr/>
            </a:lvl5pPr>
          </a:lstStyle>
          <a:p>
            <a:pPr marL="0" marR="0" lvl="0" indent="0" algn="l" defTabSz="914400" rtl="0" eaLnBrk="1" fontAlgn="auto" latinLnBrk="0" hangingPunct="1">
              <a:lnSpc>
                <a:spcPct val="100000"/>
              </a:lnSpc>
              <a:spcBef>
                <a:spcPts val="18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srgbClr val="FFFFFF"/>
                </a:solidFill>
                <a:effectLst/>
                <a:uLnTx/>
                <a:uFillTx/>
                <a:latin typeface="+mn-lt"/>
                <a:ea typeface="+mn-ea"/>
                <a:cs typeface="+mn-cs"/>
              </a:rPr>
              <a:t>Click to edit Master text styles</a:t>
            </a:r>
          </a:p>
          <a:p>
            <a:pPr marL="180975" marR="0" lvl="1" indent="-180975" algn="l" defTabSz="914400" rtl="0" eaLnBrk="1" fontAlgn="auto" latinLnBrk="0" hangingPunct="1">
              <a:lnSpc>
                <a:spcPct val="100000"/>
              </a:lnSpc>
              <a:spcBef>
                <a:spcPts val="600"/>
              </a:spcBef>
              <a:spcAft>
                <a:spcPts val="0"/>
              </a:spcAft>
              <a:buClr>
                <a:srgbClr val="FFFFFF"/>
              </a:buClr>
              <a:buSzTx/>
              <a:buFont typeface="Arial" panose="020B0604020202020204" pitchFamily="34" charset="0"/>
              <a:buChar char="•"/>
              <a:tabLst/>
              <a:defRPr/>
            </a:pPr>
            <a:r>
              <a:rPr kumimoji="0" lang="en-US" sz="1400" b="0" i="0" u="none" strike="noStrike" kern="1200" cap="none" spc="0" normalizeH="0" baseline="0" noProof="0" dirty="0">
                <a:ln>
                  <a:noFill/>
                </a:ln>
                <a:solidFill>
                  <a:srgbClr val="FFFFFF"/>
                </a:solidFill>
                <a:effectLst/>
                <a:uLnTx/>
                <a:uFillTx/>
                <a:latin typeface="+mn-lt"/>
                <a:ea typeface="+mn-ea"/>
                <a:cs typeface="+mn-cs"/>
              </a:rPr>
              <a:t>Second level</a:t>
            </a:r>
          </a:p>
          <a:p>
            <a:pPr marL="360000" marR="0" lvl="2" indent="-180000" algn="l" defTabSz="914400" rtl="0" eaLnBrk="1" fontAlgn="auto" latinLnBrk="0" hangingPunct="1">
              <a:lnSpc>
                <a:spcPct val="100000"/>
              </a:lnSpc>
              <a:spcBef>
                <a:spcPts val="600"/>
              </a:spcBef>
              <a:spcAft>
                <a:spcPts val="0"/>
              </a:spcAft>
              <a:buClr>
                <a:srgbClr val="FFFFFF"/>
              </a:buClr>
              <a:buSzTx/>
              <a:buFont typeface="System Font Regular"/>
              <a:buChar char="-"/>
              <a:tabLst/>
              <a:defRPr/>
            </a:pPr>
            <a:r>
              <a:rPr kumimoji="0" lang="en-US" sz="1400" b="0" i="0" u="none" strike="noStrike" kern="1200" cap="none" spc="0" normalizeH="0" baseline="0" noProof="0" dirty="0">
                <a:ln>
                  <a:noFill/>
                </a:ln>
                <a:solidFill>
                  <a:srgbClr val="FFFFFF"/>
                </a:solidFill>
                <a:effectLst/>
                <a:uLnTx/>
                <a:uFillTx/>
                <a:latin typeface="+mn-lt"/>
                <a:ea typeface="+mn-ea"/>
                <a:cs typeface="+mn-cs"/>
              </a:rPr>
              <a:t>Third level</a:t>
            </a:r>
          </a:p>
          <a:p>
            <a:pPr marL="539750" marR="0" lvl="3" indent="-180000" algn="l" defTabSz="914400" rtl="0" eaLnBrk="1" fontAlgn="auto" latinLnBrk="0" hangingPunct="1">
              <a:lnSpc>
                <a:spcPct val="100000"/>
              </a:lnSpc>
              <a:spcBef>
                <a:spcPts val="600"/>
              </a:spcBef>
              <a:spcAft>
                <a:spcPts val="0"/>
              </a:spcAft>
              <a:buClr>
                <a:srgbClr val="1DB7F3"/>
              </a:buClr>
              <a:buSzTx/>
              <a:buFont typeface="Arial" panose="020B0604020202020204" pitchFamily="34" charset="0"/>
              <a:buChar char="•"/>
              <a:tabLst/>
              <a:defRPr/>
            </a:pPr>
            <a:r>
              <a:rPr kumimoji="0" lang="en-US" sz="1400" b="0" i="0" u="none" strike="noStrike" kern="1200" cap="none" spc="0" normalizeH="0" baseline="0" noProof="0" dirty="0">
                <a:ln>
                  <a:noFill/>
                </a:ln>
                <a:solidFill>
                  <a:srgbClr val="FFFFFF"/>
                </a:solidFill>
                <a:effectLst/>
                <a:uLnTx/>
                <a:uFillTx/>
                <a:latin typeface="+mn-lt"/>
                <a:ea typeface="+mn-ea"/>
                <a:cs typeface="+mn-cs"/>
              </a:rPr>
              <a:t>Fourth level</a:t>
            </a:r>
          </a:p>
          <a:p>
            <a:pPr marL="719138" marR="0" lvl="4" indent="-180975" algn="l" defTabSz="914400" rtl="0" eaLnBrk="1" fontAlgn="auto" latinLnBrk="0" hangingPunct="1">
              <a:lnSpc>
                <a:spcPct val="100000"/>
              </a:lnSpc>
              <a:spcBef>
                <a:spcPts val="600"/>
              </a:spcBef>
              <a:spcAft>
                <a:spcPts val="0"/>
              </a:spcAft>
              <a:buClr>
                <a:srgbClr val="1DB7F3"/>
              </a:buClr>
              <a:buSzTx/>
              <a:buFont typeface="System Font Regular"/>
              <a:buChar char="-"/>
              <a:tabLst/>
              <a:defRPr/>
            </a:pPr>
            <a:r>
              <a:rPr kumimoji="0" lang="en-US" sz="1400" b="0" i="0" u="none" strike="noStrike" kern="1200" cap="none" spc="0" normalizeH="0" baseline="0" noProof="0" dirty="0">
                <a:ln>
                  <a:noFill/>
                </a:ln>
                <a:solidFill>
                  <a:srgbClr val="FFFFFF"/>
                </a:solidFill>
                <a:effectLst/>
                <a:uLnTx/>
                <a:uFillTx/>
                <a:latin typeface="+mn-lt"/>
                <a:ea typeface="+mn-ea"/>
                <a:cs typeface="+mn-cs"/>
              </a:rPr>
              <a:t>Fifth level</a:t>
            </a:r>
          </a:p>
        </p:txBody>
      </p:sp>
    </p:spTree>
    <p:extLst>
      <p:ext uri="{BB962C8B-B14F-4D97-AF65-F5344CB8AC3E}">
        <p14:creationId xmlns:p14="http://schemas.microsoft.com/office/powerpoint/2010/main" val="1263793471"/>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33" name="Date Placeholder 32">
            <a:extLst>
              <a:ext uri="{FF2B5EF4-FFF2-40B4-BE49-F238E27FC236}">
                <a16:creationId xmlns:a16="http://schemas.microsoft.com/office/drawing/2014/main" id="{1792F48F-AFC4-D77D-4FA8-B153535CBD70}"/>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35" name="Footer Placeholder 34">
            <a:extLst>
              <a:ext uri="{FF2B5EF4-FFF2-40B4-BE49-F238E27FC236}">
                <a16:creationId xmlns:a16="http://schemas.microsoft.com/office/drawing/2014/main" id="{8FAEFB74-F2E3-AD6C-0203-954A69747166}"/>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36" name="Slide Number Placeholder 35">
            <a:extLst>
              <a:ext uri="{FF2B5EF4-FFF2-40B4-BE49-F238E27FC236}">
                <a16:creationId xmlns:a16="http://schemas.microsoft.com/office/drawing/2014/main" id="{AB9C35E1-257F-5A5F-F59A-ECEFF887BE62}"/>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2" name="Text Placeholder 11">
            <a:extLst>
              <a:ext uri="{FF2B5EF4-FFF2-40B4-BE49-F238E27FC236}">
                <a16:creationId xmlns:a16="http://schemas.microsoft.com/office/drawing/2014/main" id="{177ECEE6-C274-510A-E183-7CC64018E234}"/>
              </a:ext>
            </a:extLst>
          </p:cNvPr>
          <p:cNvSpPr>
            <a:spLocks noGrp="1"/>
          </p:cNvSpPr>
          <p:nvPr>
            <p:ph type="body" sz="quarter" idx="24" hasCustomPrompt="1"/>
          </p:nvPr>
        </p:nvSpPr>
        <p:spPr>
          <a:xfrm>
            <a:off x="2207567" y="1628775"/>
            <a:ext cx="9433569"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3" name="Text Placeholder 11">
            <a:extLst>
              <a:ext uri="{FF2B5EF4-FFF2-40B4-BE49-F238E27FC236}">
                <a16:creationId xmlns:a16="http://schemas.microsoft.com/office/drawing/2014/main" id="{6956557D-0540-4E06-2606-E74478C1B109}"/>
              </a:ext>
            </a:extLst>
          </p:cNvPr>
          <p:cNvSpPr>
            <a:spLocks noGrp="1"/>
          </p:cNvSpPr>
          <p:nvPr>
            <p:ph type="body" sz="quarter" idx="25" hasCustomPrompt="1"/>
          </p:nvPr>
        </p:nvSpPr>
        <p:spPr>
          <a:xfrm>
            <a:off x="2207567" y="2221388"/>
            <a:ext cx="9433569"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7" name="Text Placeholder 11">
            <a:extLst>
              <a:ext uri="{FF2B5EF4-FFF2-40B4-BE49-F238E27FC236}">
                <a16:creationId xmlns:a16="http://schemas.microsoft.com/office/drawing/2014/main" id="{3B9586E9-C51E-DA56-3FAC-023C3959153C}"/>
              </a:ext>
            </a:extLst>
          </p:cNvPr>
          <p:cNvSpPr>
            <a:spLocks noGrp="1"/>
          </p:cNvSpPr>
          <p:nvPr>
            <p:ph type="body" sz="quarter" idx="26" hasCustomPrompt="1"/>
          </p:nvPr>
        </p:nvSpPr>
        <p:spPr>
          <a:xfrm>
            <a:off x="2207567" y="2814001"/>
            <a:ext cx="9433569"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8" name="Text Placeholder 6">
            <a:extLst>
              <a:ext uri="{FF2B5EF4-FFF2-40B4-BE49-F238E27FC236}">
                <a16:creationId xmlns:a16="http://schemas.microsoft.com/office/drawing/2014/main" id="{B89E4D1A-2646-73E5-791B-BF0164C0C833}"/>
              </a:ext>
            </a:extLst>
          </p:cNvPr>
          <p:cNvSpPr>
            <a:spLocks noGrp="1"/>
          </p:cNvSpPr>
          <p:nvPr>
            <p:ph type="body" sz="quarter" idx="27" hasCustomPrompt="1"/>
          </p:nvPr>
        </p:nvSpPr>
        <p:spPr>
          <a:xfrm>
            <a:off x="1492499" y="1628775"/>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9" name="Text Placeholder 6">
            <a:extLst>
              <a:ext uri="{FF2B5EF4-FFF2-40B4-BE49-F238E27FC236}">
                <a16:creationId xmlns:a16="http://schemas.microsoft.com/office/drawing/2014/main" id="{C9ACB82F-DA24-7A22-07AF-D6418D2E50C4}"/>
              </a:ext>
            </a:extLst>
          </p:cNvPr>
          <p:cNvSpPr>
            <a:spLocks noGrp="1"/>
          </p:cNvSpPr>
          <p:nvPr>
            <p:ph type="body" sz="quarter" idx="28" hasCustomPrompt="1"/>
          </p:nvPr>
        </p:nvSpPr>
        <p:spPr>
          <a:xfrm>
            <a:off x="1492499" y="2221388"/>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11" name="Text Placeholder 6">
            <a:extLst>
              <a:ext uri="{FF2B5EF4-FFF2-40B4-BE49-F238E27FC236}">
                <a16:creationId xmlns:a16="http://schemas.microsoft.com/office/drawing/2014/main" id="{073143D8-53B8-C7F0-0E9A-BEBDE5FAB4B6}"/>
              </a:ext>
            </a:extLst>
          </p:cNvPr>
          <p:cNvSpPr>
            <a:spLocks noGrp="1"/>
          </p:cNvSpPr>
          <p:nvPr>
            <p:ph type="body" sz="quarter" idx="29" hasCustomPrompt="1"/>
          </p:nvPr>
        </p:nvSpPr>
        <p:spPr>
          <a:xfrm>
            <a:off x="1492499" y="2814001"/>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12" name="Text Placeholder 11">
            <a:extLst>
              <a:ext uri="{FF2B5EF4-FFF2-40B4-BE49-F238E27FC236}">
                <a16:creationId xmlns:a16="http://schemas.microsoft.com/office/drawing/2014/main" id="{E7A9F9A2-0932-B847-8275-8C3EED0F9C87}"/>
              </a:ext>
            </a:extLst>
          </p:cNvPr>
          <p:cNvSpPr>
            <a:spLocks noGrp="1"/>
          </p:cNvSpPr>
          <p:nvPr>
            <p:ph type="body" sz="quarter" idx="30" hasCustomPrompt="1"/>
          </p:nvPr>
        </p:nvSpPr>
        <p:spPr>
          <a:xfrm>
            <a:off x="2207567" y="3406614"/>
            <a:ext cx="9433569"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14" name="Text Placeholder 11">
            <a:extLst>
              <a:ext uri="{FF2B5EF4-FFF2-40B4-BE49-F238E27FC236}">
                <a16:creationId xmlns:a16="http://schemas.microsoft.com/office/drawing/2014/main" id="{3F2F5FF2-5929-011C-CA94-B0950D74BC6A}"/>
              </a:ext>
            </a:extLst>
          </p:cNvPr>
          <p:cNvSpPr>
            <a:spLocks noGrp="1"/>
          </p:cNvSpPr>
          <p:nvPr>
            <p:ph type="body" sz="quarter" idx="31" hasCustomPrompt="1"/>
          </p:nvPr>
        </p:nvSpPr>
        <p:spPr>
          <a:xfrm>
            <a:off x="2207567" y="3999227"/>
            <a:ext cx="9433569"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21" name="Text Placeholder 11">
            <a:extLst>
              <a:ext uri="{FF2B5EF4-FFF2-40B4-BE49-F238E27FC236}">
                <a16:creationId xmlns:a16="http://schemas.microsoft.com/office/drawing/2014/main" id="{346C6A8E-6729-0ABB-9DE0-B78F02301527}"/>
              </a:ext>
            </a:extLst>
          </p:cNvPr>
          <p:cNvSpPr>
            <a:spLocks noGrp="1"/>
          </p:cNvSpPr>
          <p:nvPr>
            <p:ph type="body" sz="quarter" idx="32" hasCustomPrompt="1"/>
          </p:nvPr>
        </p:nvSpPr>
        <p:spPr>
          <a:xfrm>
            <a:off x="2207567" y="4591841"/>
            <a:ext cx="9433569"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22" name="Text Placeholder 6">
            <a:extLst>
              <a:ext uri="{FF2B5EF4-FFF2-40B4-BE49-F238E27FC236}">
                <a16:creationId xmlns:a16="http://schemas.microsoft.com/office/drawing/2014/main" id="{F3292A20-85E1-5411-0C87-353A3DC2ED89}"/>
              </a:ext>
            </a:extLst>
          </p:cNvPr>
          <p:cNvSpPr>
            <a:spLocks noGrp="1"/>
          </p:cNvSpPr>
          <p:nvPr>
            <p:ph type="body" sz="quarter" idx="33" hasCustomPrompt="1"/>
          </p:nvPr>
        </p:nvSpPr>
        <p:spPr>
          <a:xfrm>
            <a:off x="1492499" y="3406614"/>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23" name="Text Placeholder 6">
            <a:extLst>
              <a:ext uri="{FF2B5EF4-FFF2-40B4-BE49-F238E27FC236}">
                <a16:creationId xmlns:a16="http://schemas.microsoft.com/office/drawing/2014/main" id="{FC445348-FDB6-A20D-4FB5-E8D748B8DB3C}"/>
              </a:ext>
            </a:extLst>
          </p:cNvPr>
          <p:cNvSpPr>
            <a:spLocks noGrp="1"/>
          </p:cNvSpPr>
          <p:nvPr>
            <p:ph type="body" sz="quarter" idx="34" hasCustomPrompt="1"/>
          </p:nvPr>
        </p:nvSpPr>
        <p:spPr>
          <a:xfrm>
            <a:off x="1492499" y="3999227"/>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24" name="Text Placeholder 6">
            <a:extLst>
              <a:ext uri="{FF2B5EF4-FFF2-40B4-BE49-F238E27FC236}">
                <a16:creationId xmlns:a16="http://schemas.microsoft.com/office/drawing/2014/main" id="{AB9A3432-DAB6-2FB4-1AEB-959A8F3438A4}"/>
              </a:ext>
            </a:extLst>
          </p:cNvPr>
          <p:cNvSpPr>
            <a:spLocks noGrp="1"/>
          </p:cNvSpPr>
          <p:nvPr>
            <p:ph type="body" sz="quarter" idx="35" hasCustomPrompt="1"/>
          </p:nvPr>
        </p:nvSpPr>
        <p:spPr>
          <a:xfrm>
            <a:off x="1492499" y="4591841"/>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28" name="Rectangle 27">
            <a:extLst>
              <a:ext uri="{FF2B5EF4-FFF2-40B4-BE49-F238E27FC236}">
                <a16:creationId xmlns:a16="http://schemas.microsoft.com/office/drawing/2014/main" id="{3A39CED3-C9C5-5AA1-7B87-C6EBF61C365D}"/>
              </a:ext>
            </a:extLst>
          </p:cNvPr>
          <p:cNvSpPr/>
          <p:nvPr userDrawn="1"/>
        </p:nvSpPr>
        <p:spPr>
          <a:xfrm rot="16200000">
            <a:off x="-3343113" y="3343113"/>
            <a:ext cx="6857999" cy="171774"/>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29" name="Title Placeholder 4">
            <a:extLst>
              <a:ext uri="{FF2B5EF4-FFF2-40B4-BE49-F238E27FC236}">
                <a16:creationId xmlns:a16="http://schemas.microsoft.com/office/drawing/2014/main" id="{2D0B2EA5-825C-A08F-F88F-E7FFE20241DB}"/>
              </a:ext>
            </a:extLst>
          </p:cNvPr>
          <p:cNvSpPr>
            <a:spLocks noGrp="1"/>
          </p:cNvSpPr>
          <p:nvPr>
            <p:ph type="title" hasCustomPrompt="1"/>
          </p:nvPr>
        </p:nvSpPr>
        <p:spPr>
          <a:xfrm>
            <a:off x="1492498" y="549274"/>
            <a:ext cx="10148637" cy="930372"/>
          </a:xfrm>
          <a:prstGeom prst="rect">
            <a:avLst/>
          </a:prstGeom>
        </p:spPr>
        <p:txBody>
          <a:bodyPr vert="horz" lIns="0" tIns="0" rIns="0" bIns="126000" rtlCol="0" anchor="b" anchorCtr="0">
            <a:noAutofit/>
          </a:bodyPr>
          <a:lstStyle/>
          <a:p>
            <a:pPr lvl="0"/>
            <a:r>
              <a:rPr lang="en-GB" dirty="0"/>
              <a:t>Agenda</a:t>
            </a:r>
            <a:endParaRPr lang="de-DE" dirty="0"/>
          </a:p>
        </p:txBody>
      </p:sp>
    </p:spTree>
    <p:extLst>
      <p:ext uri="{BB962C8B-B14F-4D97-AF65-F5344CB8AC3E}">
        <p14:creationId xmlns:p14="http://schemas.microsoft.com/office/powerpoint/2010/main" val="402131443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genda 4">
    <p:spTree>
      <p:nvGrpSpPr>
        <p:cNvPr id="1" name=""/>
        <p:cNvGrpSpPr/>
        <p:nvPr/>
      </p:nvGrpSpPr>
      <p:grpSpPr>
        <a:xfrm>
          <a:off x="0" y="0"/>
          <a:ext cx="0" cy="0"/>
          <a:chOff x="0" y="0"/>
          <a:chExt cx="0" cy="0"/>
        </a:xfrm>
      </p:grpSpPr>
      <p:sp>
        <p:nvSpPr>
          <p:cNvPr id="37" name="Date Placeholder 36">
            <a:extLst>
              <a:ext uri="{FF2B5EF4-FFF2-40B4-BE49-F238E27FC236}">
                <a16:creationId xmlns:a16="http://schemas.microsoft.com/office/drawing/2014/main" id="{E3E44C7E-7B24-5387-ED6D-C81D4AC2100E}"/>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38" name="Footer Placeholder 37">
            <a:extLst>
              <a:ext uri="{FF2B5EF4-FFF2-40B4-BE49-F238E27FC236}">
                <a16:creationId xmlns:a16="http://schemas.microsoft.com/office/drawing/2014/main" id="{7394A9BB-87FE-DE03-D4F2-1F0FD0B3D023}"/>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39" name="Slide Number Placeholder 38">
            <a:extLst>
              <a:ext uri="{FF2B5EF4-FFF2-40B4-BE49-F238E27FC236}">
                <a16:creationId xmlns:a16="http://schemas.microsoft.com/office/drawing/2014/main" id="{A4E72023-089F-F6C6-773E-52A615A0A2C4}"/>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2" name="Text Placeholder 11">
            <a:extLst>
              <a:ext uri="{FF2B5EF4-FFF2-40B4-BE49-F238E27FC236}">
                <a16:creationId xmlns:a16="http://schemas.microsoft.com/office/drawing/2014/main" id="{F75B5451-AA81-CE88-5DF5-4CBB04754088}"/>
              </a:ext>
            </a:extLst>
          </p:cNvPr>
          <p:cNvSpPr>
            <a:spLocks noGrp="1"/>
          </p:cNvSpPr>
          <p:nvPr>
            <p:ph type="body" sz="quarter" idx="24" hasCustomPrompt="1"/>
          </p:nvPr>
        </p:nvSpPr>
        <p:spPr>
          <a:xfrm>
            <a:off x="1286644" y="1628775"/>
            <a:ext cx="10024942"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7" name="Text Placeholder 11">
            <a:extLst>
              <a:ext uri="{FF2B5EF4-FFF2-40B4-BE49-F238E27FC236}">
                <a16:creationId xmlns:a16="http://schemas.microsoft.com/office/drawing/2014/main" id="{35649664-012E-9B95-5AA9-38E8670BAA9D}"/>
              </a:ext>
            </a:extLst>
          </p:cNvPr>
          <p:cNvSpPr>
            <a:spLocks noGrp="1"/>
          </p:cNvSpPr>
          <p:nvPr>
            <p:ph type="body" sz="quarter" idx="25" hasCustomPrompt="1"/>
          </p:nvPr>
        </p:nvSpPr>
        <p:spPr>
          <a:xfrm>
            <a:off x="1286644" y="2221388"/>
            <a:ext cx="10024942"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8" name="Text Placeholder 11">
            <a:extLst>
              <a:ext uri="{FF2B5EF4-FFF2-40B4-BE49-F238E27FC236}">
                <a16:creationId xmlns:a16="http://schemas.microsoft.com/office/drawing/2014/main" id="{F01EAEFE-E66F-FA16-C00C-234C622D62F1}"/>
              </a:ext>
            </a:extLst>
          </p:cNvPr>
          <p:cNvSpPr>
            <a:spLocks noGrp="1"/>
          </p:cNvSpPr>
          <p:nvPr>
            <p:ph type="body" sz="quarter" idx="26" hasCustomPrompt="1"/>
          </p:nvPr>
        </p:nvSpPr>
        <p:spPr>
          <a:xfrm>
            <a:off x="1286644" y="2814001"/>
            <a:ext cx="10024942"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11" name="Text Placeholder 6">
            <a:extLst>
              <a:ext uri="{FF2B5EF4-FFF2-40B4-BE49-F238E27FC236}">
                <a16:creationId xmlns:a16="http://schemas.microsoft.com/office/drawing/2014/main" id="{89C76E14-1DFB-6F15-5025-855B6361FD29}"/>
              </a:ext>
            </a:extLst>
          </p:cNvPr>
          <p:cNvSpPr>
            <a:spLocks noGrp="1"/>
          </p:cNvSpPr>
          <p:nvPr>
            <p:ph type="body" sz="quarter" idx="27" hasCustomPrompt="1"/>
          </p:nvPr>
        </p:nvSpPr>
        <p:spPr>
          <a:xfrm>
            <a:off x="571574" y="1628775"/>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12" name="Text Placeholder 6">
            <a:extLst>
              <a:ext uri="{FF2B5EF4-FFF2-40B4-BE49-F238E27FC236}">
                <a16:creationId xmlns:a16="http://schemas.microsoft.com/office/drawing/2014/main" id="{936F63F5-2235-EC6B-F20A-322C375D6764}"/>
              </a:ext>
            </a:extLst>
          </p:cNvPr>
          <p:cNvSpPr>
            <a:spLocks noGrp="1"/>
          </p:cNvSpPr>
          <p:nvPr>
            <p:ph type="body" sz="quarter" idx="28" hasCustomPrompt="1"/>
          </p:nvPr>
        </p:nvSpPr>
        <p:spPr>
          <a:xfrm>
            <a:off x="571574" y="2221388"/>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14" name="Text Placeholder 6">
            <a:extLst>
              <a:ext uri="{FF2B5EF4-FFF2-40B4-BE49-F238E27FC236}">
                <a16:creationId xmlns:a16="http://schemas.microsoft.com/office/drawing/2014/main" id="{15422053-2476-1943-AE00-164A9E8371BA}"/>
              </a:ext>
            </a:extLst>
          </p:cNvPr>
          <p:cNvSpPr>
            <a:spLocks noGrp="1"/>
          </p:cNvSpPr>
          <p:nvPr>
            <p:ph type="body" sz="quarter" idx="29" hasCustomPrompt="1"/>
          </p:nvPr>
        </p:nvSpPr>
        <p:spPr>
          <a:xfrm>
            <a:off x="571574" y="2814001"/>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15" name="Text Placeholder 11">
            <a:extLst>
              <a:ext uri="{FF2B5EF4-FFF2-40B4-BE49-F238E27FC236}">
                <a16:creationId xmlns:a16="http://schemas.microsoft.com/office/drawing/2014/main" id="{09E58911-49B3-A279-5C3D-0C66A8D50259}"/>
              </a:ext>
            </a:extLst>
          </p:cNvPr>
          <p:cNvSpPr>
            <a:spLocks noGrp="1"/>
          </p:cNvSpPr>
          <p:nvPr>
            <p:ph type="body" sz="quarter" idx="30" hasCustomPrompt="1"/>
          </p:nvPr>
        </p:nvSpPr>
        <p:spPr>
          <a:xfrm>
            <a:off x="1286644" y="3406614"/>
            <a:ext cx="10024942"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16" name="Text Placeholder 11">
            <a:extLst>
              <a:ext uri="{FF2B5EF4-FFF2-40B4-BE49-F238E27FC236}">
                <a16:creationId xmlns:a16="http://schemas.microsoft.com/office/drawing/2014/main" id="{81EE432F-B6C5-2C6D-4F8C-B6AF52AC1342}"/>
              </a:ext>
            </a:extLst>
          </p:cNvPr>
          <p:cNvSpPr>
            <a:spLocks noGrp="1"/>
          </p:cNvSpPr>
          <p:nvPr>
            <p:ph type="body" sz="quarter" idx="31" hasCustomPrompt="1"/>
          </p:nvPr>
        </p:nvSpPr>
        <p:spPr>
          <a:xfrm>
            <a:off x="1286644" y="3999227"/>
            <a:ext cx="10024942"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17" name="Text Placeholder 11">
            <a:extLst>
              <a:ext uri="{FF2B5EF4-FFF2-40B4-BE49-F238E27FC236}">
                <a16:creationId xmlns:a16="http://schemas.microsoft.com/office/drawing/2014/main" id="{6C3B1CB0-F25D-6CFE-1572-C02E9F997A1F}"/>
              </a:ext>
            </a:extLst>
          </p:cNvPr>
          <p:cNvSpPr>
            <a:spLocks noGrp="1"/>
          </p:cNvSpPr>
          <p:nvPr>
            <p:ph type="body" sz="quarter" idx="32" hasCustomPrompt="1"/>
          </p:nvPr>
        </p:nvSpPr>
        <p:spPr>
          <a:xfrm>
            <a:off x="1286644" y="4591841"/>
            <a:ext cx="10024942" cy="369332"/>
          </a:xfrm>
          <a:prstGeom prst="rect">
            <a:avLst/>
          </a:prstGeom>
        </p:spPr>
        <p:txBody>
          <a:bodyPr>
            <a:normAutofit/>
          </a:bodyPr>
          <a:lstStyle>
            <a:lvl1pPr>
              <a:spcBef>
                <a:spcPts val="0"/>
              </a:spcBef>
              <a:defRPr sz="2400">
                <a:solidFill>
                  <a:schemeClr val="bg2"/>
                </a:solidFill>
              </a:defRPr>
            </a:lvl1pPr>
          </a:lstStyle>
          <a:p>
            <a:pPr lvl="0"/>
            <a:r>
              <a:rPr lang="en-US" dirty="0"/>
              <a:t>Click to add text</a:t>
            </a:r>
          </a:p>
        </p:txBody>
      </p:sp>
      <p:sp>
        <p:nvSpPr>
          <p:cNvPr id="21" name="Text Placeholder 6">
            <a:extLst>
              <a:ext uri="{FF2B5EF4-FFF2-40B4-BE49-F238E27FC236}">
                <a16:creationId xmlns:a16="http://schemas.microsoft.com/office/drawing/2014/main" id="{CCC683A4-8B80-3F5B-F447-292A75A2F9EA}"/>
              </a:ext>
            </a:extLst>
          </p:cNvPr>
          <p:cNvSpPr>
            <a:spLocks noGrp="1"/>
          </p:cNvSpPr>
          <p:nvPr>
            <p:ph type="body" sz="quarter" idx="33" hasCustomPrompt="1"/>
          </p:nvPr>
        </p:nvSpPr>
        <p:spPr>
          <a:xfrm>
            <a:off x="571574" y="3406614"/>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22" name="Text Placeholder 6">
            <a:extLst>
              <a:ext uri="{FF2B5EF4-FFF2-40B4-BE49-F238E27FC236}">
                <a16:creationId xmlns:a16="http://schemas.microsoft.com/office/drawing/2014/main" id="{5C7B3DFE-E0E4-60C2-9E68-E7CFA51D9090}"/>
              </a:ext>
            </a:extLst>
          </p:cNvPr>
          <p:cNvSpPr>
            <a:spLocks noGrp="1"/>
          </p:cNvSpPr>
          <p:nvPr>
            <p:ph type="body" sz="quarter" idx="34" hasCustomPrompt="1"/>
          </p:nvPr>
        </p:nvSpPr>
        <p:spPr>
          <a:xfrm>
            <a:off x="571574" y="3999227"/>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23" name="Text Placeholder 6">
            <a:extLst>
              <a:ext uri="{FF2B5EF4-FFF2-40B4-BE49-F238E27FC236}">
                <a16:creationId xmlns:a16="http://schemas.microsoft.com/office/drawing/2014/main" id="{FBB528F0-6D32-2E8E-109D-145FF08029B2}"/>
              </a:ext>
            </a:extLst>
          </p:cNvPr>
          <p:cNvSpPr>
            <a:spLocks noGrp="1"/>
          </p:cNvSpPr>
          <p:nvPr>
            <p:ph type="body" sz="quarter" idx="35" hasCustomPrompt="1"/>
          </p:nvPr>
        </p:nvSpPr>
        <p:spPr>
          <a:xfrm>
            <a:off x="571574" y="4591841"/>
            <a:ext cx="335980" cy="369888"/>
          </a:xfrm>
          <a:prstGeom prst="rect">
            <a:avLst/>
          </a:prstGeom>
        </p:spPr>
        <p:txBody>
          <a:bodyPr vert="horz" wrap="none" lIns="0" tIns="0" rIns="0" bIns="0" rtlCol="0">
            <a:normAutofit/>
          </a:bodyPr>
          <a:lstStyle>
            <a:lvl1pPr algn="r">
              <a:defRPr lang="de-DE" sz="2400" b="1" dirty="0">
                <a:solidFill>
                  <a:schemeClr val="bg2"/>
                </a:solidFill>
              </a:defRPr>
            </a:lvl1pPr>
          </a:lstStyle>
          <a:p>
            <a:pPr lvl="0">
              <a:spcBef>
                <a:spcPts val="0"/>
              </a:spcBef>
            </a:pPr>
            <a:r>
              <a:rPr lang="de-DE" dirty="0"/>
              <a:t>0x</a:t>
            </a:r>
          </a:p>
        </p:txBody>
      </p:sp>
      <p:sp>
        <p:nvSpPr>
          <p:cNvPr id="25" name="Title Placeholder 4">
            <a:extLst>
              <a:ext uri="{FF2B5EF4-FFF2-40B4-BE49-F238E27FC236}">
                <a16:creationId xmlns:a16="http://schemas.microsoft.com/office/drawing/2014/main" id="{67AE5D7F-39B4-D666-54B9-10ED96FE6120}"/>
              </a:ext>
            </a:extLst>
          </p:cNvPr>
          <p:cNvSpPr>
            <a:spLocks noGrp="1"/>
          </p:cNvSpPr>
          <p:nvPr>
            <p:ph type="title" hasCustomPrompt="1"/>
          </p:nvPr>
        </p:nvSpPr>
        <p:spPr>
          <a:xfrm>
            <a:off x="551384" y="549274"/>
            <a:ext cx="11090938" cy="930372"/>
          </a:xfrm>
          <a:prstGeom prst="rect">
            <a:avLst/>
          </a:prstGeom>
        </p:spPr>
        <p:txBody>
          <a:bodyPr vert="horz" lIns="0" tIns="0" rIns="0" bIns="126000" rtlCol="0" anchor="b" anchorCtr="0">
            <a:noAutofit/>
          </a:bodyPr>
          <a:lstStyle/>
          <a:p>
            <a:pPr lvl="0"/>
            <a:r>
              <a:rPr lang="en-GB" dirty="0"/>
              <a:t>Agenda</a:t>
            </a:r>
            <a:endParaRPr lang="de-DE" dirty="0"/>
          </a:p>
        </p:txBody>
      </p:sp>
    </p:spTree>
    <p:extLst>
      <p:ext uri="{BB962C8B-B14F-4D97-AF65-F5344CB8AC3E}">
        <p14:creationId xmlns:p14="http://schemas.microsoft.com/office/powerpoint/2010/main" val="256442123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A65D5B6-99D5-A656-18EB-125B9A4CC27A}"/>
              </a:ext>
            </a:extLst>
          </p:cNvPr>
          <p:cNvSpPr/>
          <p:nvPr userDrawn="1"/>
        </p:nvSpPr>
        <p:spPr>
          <a:xfrm>
            <a:off x="5159374" y="4257063"/>
            <a:ext cx="7032625" cy="180000"/>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FFFFFF"/>
              </a:solidFill>
              <a:effectLst/>
              <a:uLnTx/>
              <a:uFillTx/>
              <a:latin typeface="Ubuntu"/>
              <a:ea typeface="+mn-ea"/>
              <a:cs typeface="+mn-cs"/>
            </a:endParaRPr>
          </a:p>
        </p:txBody>
      </p:sp>
      <p:sp>
        <p:nvSpPr>
          <p:cNvPr id="8" name="Text Placeholder 8">
            <a:extLst>
              <a:ext uri="{FF2B5EF4-FFF2-40B4-BE49-F238E27FC236}">
                <a16:creationId xmlns:a16="http://schemas.microsoft.com/office/drawing/2014/main" id="{E2576D65-BA9A-4C38-D195-558BDD9AFD0E}"/>
              </a:ext>
            </a:extLst>
          </p:cNvPr>
          <p:cNvSpPr>
            <a:spLocks noGrp="1"/>
          </p:cNvSpPr>
          <p:nvPr>
            <p:ph type="body" sz="quarter" idx="19" hasCustomPrompt="1"/>
          </p:nvPr>
        </p:nvSpPr>
        <p:spPr>
          <a:xfrm>
            <a:off x="0" y="0"/>
            <a:ext cx="4657725" cy="6858000"/>
          </a:xfrm>
          <a:prstGeom prst="rect">
            <a:avLst/>
          </a:prstGeom>
        </p:spPr>
        <p:txBody>
          <a:bodyPr wrap="none" lIns="0" tIns="972000" rIns="0" bIns="0" anchor="t" anchorCtr="0">
            <a:noAutofit/>
          </a:bodyPr>
          <a:lstStyle>
            <a:lvl1pPr algn="r">
              <a:defRPr sz="40000" spc="-300">
                <a:solidFill>
                  <a:schemeClr val="bg1"/>
                </a:solidFill>
              </a:defRPr>
            </a:lvl1pPr>
          </a:lstStyle>
          <a:p>
            <a:pPr lvl="0"/>
            <a:r>
              <a:rPr lang="en-GB" dirty="0"/>
              <a:t>01</a:t>
            </a:r>
            <a:endParaRPr lang="en-PL" dirty="0"/>
          </a:p>
        </p:txBody>
      </p:sp>
      <p:sp>
        <p:nvSpPr>
          <p:cNvPr id="2" name="Date Placeholder 1">
            <a:extLst>
              <a:ext uri="{FF2B5EF4-FFF2-40B4-BE49-F238E27FC236}">
                <a16:creationId xmlns:a16="http://schemas.microsoft.com/office/drawing/2014/main" id="{D888E175-7057-3F5C-3D05-E1A6DF23539C}"/>
              </a:ext>
            </a:extLst>
          </p:cNvPr>
          <p:cNvSpPr>
            <a:spLocks noGrp="1"/>
          </p:cNvSpPr>
          <p:nvPr>
            <p:ph type="dt" sz="half" idx="20"/>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5" name="Footer Placeholder 4">
            <a:extLst>
              <a:ext uri="{FF2B5EF4-FFF2-40B4-BE49-F238E27FC236}">
                <a16:creationId xmlns:a16="http://schemas.microsoft.com/office/drawing/2014/main" id="{87B29DCD-1860-BCB3-12D3-011B4B8885BF}"/>
              </a:ext>
            </a:extLst>
          </p:cNvPr>
          <p:cNvSpPr>
            <a:spLocks noGrp="1"/>
          </p:cNvSpPr>
          <p:nvPr>
            <p:ph type="ftr" sz="quarter" idx="21"/>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5673F8B8-3459-331B-8856-F82064558CD0}"/>
              </a:ext>
            </a:extLst>
          </p:cNvPr>
          <p:cNvSpPr>
            <a:spLocks noGrp="1"/>
          </p:cNvSpPr>
          <p:nvPr>
            <p:ph type="sldNum" sz="quarter" idx="22"/>
          </p:nvPr>
        </p:nvSpPr>
        <p:spPr/>
        <p:txBody>
          <a:bodyPr/>
          <a:lstStyle/>
          <a:p>
            <a:pPr algn="r"/>
            <a:fld id="{5D9A5160-6218-4E5A-B9E6-B93E3DAE377C}" type="slidenum">
              <a:rPr lang="en-US" smtClean="0"/>
              <a:pPr algn="r"/>
              <a:t>‹#›</a:t>
            </a:fld>
            <a:endParaRPr lang="en-US"/>
          </a:p>
        </p:txBody>
      </p:sp>
      <p:sp>
        <p:nvSpPr>
          <p:cNvPr id="3" name="Title 5">
            <a:extLst>
              <a:ext uri="{FF2B5EF4-FFF2-40B4-BE49-F238E27FC236}">
                <a16:creationId xmlns:a16="http://schemas.microsoft.com/office/drawing/2014/main" id="{A46E6970-BA83-4193-5AED-3E295B609552}"/>
              </a:ext>
            </a:extLst>
          </p:cNvPr>
          <p:cNvSpPr>
            <a:spLocks noGrp="1"/>
          </p:cNvSpPr>
          <p:nvPr>
            <p:ph type="title" hasCustomPrompt="1"/>
          </p:nvPr>
        </p:nvSpPr>
        <p:spPr>
          <a:xfrm>
            <a:off x="5159374" y="4658810"/>
            <a:ext cx="6487665" cy="1672542"/>
          </a:xfrm>
          <a:prstGeom prst="rect">
            <a:avLst/>
          </a:prstGeom>
        </p:spPr>
        <p:txBody>
          <a:bodyPr vert="horz" lIns="0" tIns="0" rIns="0" bIns="0" rtlCol="0" anchor="t">
            <a:noAutofit/>
          </a:bodyPr>
          <a:lstStyle>
            <a:lvl1pPr>
              <a:spcBef>
                <a:spcPts val="0"/>
              </a:spcBef>
              <a:defRPr lang="en-US" sz="4800">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Tree>
    <p:extLst>
      <p:ext uri="{BB962C8B-B14F-4D97-AF65-F5344CB8AC3E}">
        <p14:creationId xmlns:p14="http://schemas.microsoft.com/office/powerpoint/2010/main" val="16444656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Divider Photo 1">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8AD156C1-F91F-57E6-BFA6-A0059404D21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7" name="Text Placeholder 8">
            <a:extLst>
              <a:ext uri="{FF2B5EF4-FFF2-40B4-BE49-F238E27FC236}">
                <a16:creationId xmlns:a16="http://schemas.microsoft.com/office/drawing/2014/main" id="{516D0E3A-0719-64AB-54D1-64F80BE164A7}"/>
              </a:ext>
            </a:extLst>
          </p:cNvPr>
          <p:cNvSpPr>
            <a:spLocks noGrp="1"/>
          </p:cNvSpPr>
          <p:nvPr>
            <p:ph type="body" sz="quarter" idx="19" hasCustomPrompt="1"/>
          </p:nvPr>
        </p:nvSpPr>
        <p:spPr>
          <a:xfrm>
            <a:off x="0" y="0"/>
            <a:ext cx="4657725" cy="6858000"/>
          </a:xfrm>
          <a:prstGeom prst="rect">
            <a:avLst/>
          </a:prstGeom>
        </p:spPr>
        <p:txBody>
          <a:bodyPr wrap="none" lIns="0" tIns="972000" rIns="0" bIns="0" anchor="t" anchorCtr="0">
            <a:noAutofit/>
          </a:bodyPr>
          <a:lstStyle>
            <a:lvl1pPr algn="r">
              <a:defRPr sz="40000" spc="-300">
                <a:solidFill>
                  <a:schemeClr val="bg1"/>
                </a:solidFill>
              </a:defRPr>
            </a:lvl1pPr>
          </a:lstStyle>
          <a:p>
            <a:pPr lvl="0"/>
            <a:r>
              <a:rPr lang="en-GB" dirty="0"/>
              <a:t>01</a:t>
            </a:r>
            <a:endParaRPr lang="en-PL" dirty="0"/>
          </a:p>
        </p:txBody>
      </p:sp>
      <p:sp>
        <p:nvSpPr>
          <p:cNvPr id="16" name="Date Placeholder 15">
            <a:extLst>
              <a:ext uri="{FF2B5EF4-FFF2-40B4-BE49-F238E27FC236}">
                <a16:creationId xmlns:a16="http://schemas.microsoft.com/office/drawing/2014/main" id="{49CD99F0-AA6A-8A74-80DA-FCF12D30E56D}"/>
              </a:ext>
            </a:extLst>
          </p:cNvPr>
          <p:cNvSpPr>
            <a:spLocks noGrp="1"/>
          </p:cNvSpPr>
          <p:nvPr>
            <p:ph type="dt" sz="half" idx="20"/>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7" name="Footer Placeholder 16">
            <a:extLst>
              <a:ext uri="{FF2B5EF4-FFF2-40B4-BE49-F238E27FC236}">
                <a16:creationId xmlns:a16="http://schemas.microsoft.com/office/drawing/2014/main" id="{F17F6240-FF3A-51A1-CB87-F17DD5B550AC}"/>
              </a:ext>
            </a:extLst>
          </p:cNvPr>
          <p:cNvSpPr>
            <a:spLocks noGrp="1"/>
          </p:cNvSpPr>
          <p:nvPr>
            <p:ph type="ftr" sz="quarter" idx="21"/>
          </p:nvPr>
        </p:nvSpPr>
        <p:spPr/>
        <p:txBody>
          <a:bodyPr/>
          <a:lstStyle/>
          <a:p>
            <a:pPr>
              <a:spcBef>
                <a:spcPts val="1000"/>
              </a:spcBef>
              <a:buFont typeface="Arial" panose="020B0604020202020204" pitchFamily="34" charset="0"/>
              <a:buNone/>
            </a:pPr>
            <a:r>
              <a:rPr lang="en-US"/>
              <a:t>Presentation Title | Author | Date</a:t>
            </a:r>
          </a:p>
        </p:txBody>
      </p:sp>
      <p:sp>
        <p:nvSpPr>
          <p:cNvPr id="18" name="Slide Number Placeholder 17">
            <a:extLst>
              <a:ext uri="{FF2B5EF4-FFF2-40B4-BE49-F238E27FC236}">
                <a16:creationId xmlns:a16="http://schemas.microsoft.com/office/drawing/2014/main" id="{325C9A5C-680C-6EA0-3B81-433A858DD497}"/>
              </a:ext>
            </a:extLst>
          </p:cNvPr>
          <p:cNvSpPr>
            <a:spLocks noGrp="1"/>
          </p:cNvSpPr>
          <p:nvPr>
            <p:ph type="sldNum" sz="quarter" idx="22"/>
          </p:nvPr>
        </p:nvSpPr>
        <p:spPr/>
        <p:txBody>
          <a:bodyPr/>
          <a:lstStyle/>
          <a:p>
            <a:pPr algn="r"/>
            <a:fld id="{5D9A5160-6218-4E5A-B9E6-B93E3DAE377C}" type="slidenum">
              <a:rPr lang="en-US" smtClean="0"/>
              <a:pPr algn="r"/>
              <a:t>‹#›</a:t>
            </a:fld>
            <a:endParaRPr lang="en-US"/>
          </a:p>
        </p:txBody>
      </p:sp>
      <p:sp>
        <p:nvSpPr>
          <p:cNvPr id="4" name="Title 5">
            <a:extLst>
              <a:ext uri="{FF2B5EF4-FFF2-40B4-BE49-F238E27FC236}">
                <a16:creationId xmlns:a16="http://schemas.microsoft.com/office/drawing/2014/main" id="{7F0E5308-C0B6-A51A-556D-DA29D16D994D}"/>
              </a:ext>
            </a:extLst>
          </p:cNvPr>
          <p:cNvSpPr>
            <a:spLocks noGrp="1"/>
          </p:cNvSpPr>
          <p:nvPr>
            <p:ph type="title" hasCustomPrompt="1"/>
          </p:nvPr>
        </p:nvSpPr>
        <p:spPr>
          <a:xfrm>
            <a:off x="5159374" y="4658810"/>
            <a:ext cx="6487665" cy="1672542"/>
          </a:xfrm>
          <a:prstGeom prst="rect">
            <a:avLst/>
          </a:prstGeom>
        </p:spPr>
        <p:txBody>
          <a:bodyPr vert="horz" lIns="0" tIns="0" rIns="0" bIns="0" rtlCol="0" anchor="t">
            <a:noAutofit/>
          </a:bodyPr>
          <a:lstStyle>
            <a:lvl1pPr>
              <a:spcBef>
                <a:spcPts val="0"/>
              </a:spcBef>
              <a:defRPr lang="en-US" sz="4800">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
        <p:nvSpPr>
          <p:cNvPr id="5" name="Gradient Placeholder 5">
            <a:extLst>
              <a:ext uri="{FF2B5EF4-FFF2-40B4-BE49-F238E27FC236}">
                <a16:creationId xmlns:a16="http://schemas.microsoft.com/office/drawing/2014/main" id="{BCDFD201-C5C3-D115-FEBA-28F14920CBD6}"/>
              </a:ext>
            </a:extLst>
          </p:cNvPr>
          <p:cNvSpPr>
            <a:spLocks noGrp="1"/>
          </p:cNvSpPr>
          <p:nvPr>
            <p:ph type="body" sz="quarter" idx="28" hasCustomPrompt="1"/>
          </p:nvPr>
        </p:nvSpPr>
        <p:spPr>
          <a:xfrm>
            <a:off x="5159374" y="4257063"/>
            <a:ext cx="7032625" cy="180000"/>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a:defRPr kumimoji="0" lang="en-US" sz="700" b="0" i="0" u="none" strike="noStrike" kern="0" cap="none" spc="0" normalizeH="0" baseline="0" dirty="0" smtClean="0">
                <a:ln>
                  <a:noFill/>
                </a:ln>
                <a:solidFill>
                  <a:schemeClr val="tx2"/>
                </a:solidFill>
                <a:effectLst/>
                <a:uLnTx/>
                <a:uFillTx/>
                <a:latin typeface="Ubuntu"/>
              </a:defRPr>
            </a:lvl1pPr>
          </a:lstStyle>
          <a:p>
            <a:pPr lvl="0" algn="ctr">
              <a:spcBef>
                <a:spcPts val="0"/>
              </a:spcBef>
              <a:buFontTx/>
            </a:pPr>
            <a:r>
              <a:rPr lang="en-US" dirty="0"/>
              <a:t>Gradient in placeholder</a:t>
            </a:r>
          </a:p>
        </p:txBody>
      </p:sp>
      <p:sp>
        <p:nvSpPr>
          <p:cNvPr id="6" name="Logo Placeholder 7">
            <a:extLst>
              <a:ext uri="{FF2B5EF4-FFF2-40B4-BE49-F238E27FC236}">
                <a16:creationId xmlns:a16="http://schemas.microsoft.com/office/drawing/2014/main" id="{E76BD2F5-FBF2-4A06-98A5-A963BEB48103}"/>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409589483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BB1339-F341-E41B-4A76-E0462FDC1FEA}"/>
              </a:ext>
            </a:extLst>
          </p:cNvPr>
          <p:cNvSpPr/>
          <p:nvPr userDrawn="1"/>
        </p:nvSpPr>
        <p:spPr>
          <a:xfrm rot="16200000">
            <a:off x="-50850" y="3339001"/>
            <a:ext cx="6857998" cy="180000"/>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3" name="Date Placeholder 2">
            <a:extLst>
              <a:ext uri="{FF2B5EF4-FFF2-40B4-BE49-F238E27FC236}">
                <a16:creationId xmlns:a16="http://schemas.microsoft.com/office/drawing/2014/main" id="{8811E274-2B57-BD57-2F68-DBB426EFCE65}"/>
              </a:ext>
            </a:extLst>
          </p:cNvPr>
          <p:cNvSpPr>
            <a:spLocks noGrp="1"/>
          </p:cNvSpPr>
          <p:nvPr>
            <p:ph type="dt" sz="half" idx="19"/>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09CE6D32-8A75-0D6E-E71F-DAACF84605EC}"/>
              </a:ext>
            </a:extLst>
          </p:cNvPr>
          <p:cNvSpPr>
            <a:spLocks noGrp="1"/>
          </p:cNvSpPr>
          <p:nvPr>
            <p:ph type="ftr" sz="quarter" idx="20"/>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0977DCB7-EB08-EC5A-73FF-FB5F850C5C25}"/>
              </a:ext>
            </a:extLst>
          </p:cNvPr>
          <p:cNvSpPr>
            <a:spLocks noGrp="1"/>
          </p:cNvSpPr>
          <p:nvPr>
            <p:ph type="sldNum" sz="quarter" idx="21"/>
          </p:nvPr>
        </p:nvSpPr>
        <p:spPr/>
        <p:txBody>
          <a:bodyPr/>
          <a:lstStyle/>
          <a:p>
            <a:pPr algn="r"/>
            <a:fld id="{5D9A5160-6218-4E5A-B9E6-B93E3DAE377C}" type="slidenum">
              <a:rPr lang="en-US" smtClean="0"/>
              <a:pPr algn="r"/>
              <a:t>‹#›</a:t>
            </a:fld>
            <a:endParaRPr lang="en-US"/>
          </a:p>
        </p:txBody>
      </p:sp>
      <p:sp>
        <p:nvSpPr>
          <p:cNvPr id="2" name="Text Placeholder 4">
            <a:extLst>
              <a:ext uri="{FF2B5EF4-FFF2-40B4-BE49-F238E27FC236}">
                <a16:creationId xmlns:a16="http://schemas.microsoft.com/office/drawing/2014/main" id="{3F32F9C5-7657-971E-0933-4E87CACF16B6}"/>
              </a:ext>
            </a:extLst>
          </p:cNvPr>
          <p:cNvSpPr>
            <a:spLocks noGrp="1"/>
          </p:cNvSpPr>
          <p:nvPr>
            <p:ph type="body" sz="quarter" idx="22" hasCustomPrompt="1"/>
          </p:nvPr>
        </p:nvSpPr>
        <p:spPr>
          <a:xfrm>
            <a:off x="-433" y="0"/>
            <a:ext cx="2736304" cy="2924175"/>
          </a:xfrm>
          <a:prstGeom prst="rect">
            <a:avLst/>
          </a:prstGeom>
        </p:spPr>
        <p:txBody>
          <a:bodyPr vert="vert270" wrap="none" lIns="0" tIns="0" rIns="0" bIns="0" rtlCol="0" anchor="t" anchorCtr="0">
            <a:noAutofit/>
          </a:bodyPr>
          <a:lstStyle>
            <a:lvl1pPr>
              <a:defRPr lang="en-US" sz="16600" b="0" cap="none" spc="0" baseline="0" dirty="0" smtClean="0"/>
            </a:lvl1pPr>
          </a:lstStyle>
          <a:p>
            <a:pPr lvl="0">
              <a:spcBef>
                <a:spcPts val="0"/>
              </a:spcBef>
            </a:pPr>
            <a:r>
              <a:rPr lang="en-US" dirty="0"/>
              <a:t>01</a:t>
            </a:r>
          </a:p>
        </p:txBody>
      </p:sp>
      <p:sp>
        <p:nvSpPr>
          <p:cNvPr id="5" name="Title 5">
            <a:extLst>
              <a:ext uri="{FF2B5EF4-FFF2-40B4-BE49-F238E27FC236}">
                <a16:creationId xmlns:a16="http://schemas.microsoft.com/office/drawing/2014/main" id="{E625B512-BDBE-A714-334E-2656E9C86B3D}"/>
              </a:ext>
            </a:extLst>
          </p:cNvPr>
          <p:cNvSpPr>
            <a:spLocks noGrp="1"/>
          </p:cNvSpPr>
          <p:nvPr>
            <p:ph type="title" hasCustomPrompt="1"/>
          </p:nvPr>
        </p:nvSpPr>
        <p:spPr>
          <a:xfrm>
            <a:off x="4253696" y="1510496"/>
            <a:ext cx="7393343" cy="2887883"/>
          </a:xfrm>
          <a:prstGeom prst="rect">
            <a:avLst/>
          </a:prstGeom>
        </p:spPr>
        <p:txBody>
          <a:bodyPr vert="horz" lIns="0" tIns="0" rIns="0" bIns="0" rtlCol="0" anchor="t">
            <a:noAutofit/>
          </a:bodyPr>
          <a:lstStyle>
            <a:lvl1pPr>
              <a:spcBef>
                <a:spcPts val="0"/>
              </a:spcBef>
              <a:defRPr lang="en-US" sz="5400">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Tree>
    <p:extLst>
      <p:ext uri="{BB962C8B-B14F-4D97-AF65-F5344CB8AC3E}">
        <p14:creationId xmlns:p14="http://schemas.microsoft.com/office/powerpoint/2010/main" val="150173026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Divider Photo 2">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8AD156C1-F91F-57E6-BFA6-A0059404D21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4" name="Date Placeholder 3">
            <a:extLst>
              <a:ext uri="{FF2B5EF4-FFF2-40B4-BE49-F238E27FC236}">
                <a16:creationId xmlns:a16="http://schemas.microsoft.com/office/drawing/2014/main" id="{56929497-8122-9A44-6DDD-AD4C0F8B2084}"/>
              </a:ext>
            </a:extLst>
          </p:cNvPr>
          <p:cNvSpPr>
            <a:spLocks noGrp="1"/>
          </p:cNvSpPr>
          <p:nvPr>
            <p:ph type="dt" sz="half" idx="19"/>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4" name="Slide Number Placeholder 13">
            <a:extLst>
              <a:ext uri="{FF2B5EF4-FFF2-40B4-BE49-F238E27FC236}">
                <a16:creationId xmlns:a16="http://schemas.microsoft.com/office/drawing/2014/main" id="{715D5173-A014-ABE6-88BB-A9337A5DDDB5}"/>
              </a:ext>
            </a:extLst>
          </p:cNvPr>
          <p:cNvSpPr>
            <a:spLocks noGrp="1"/>
          </p:cNvSpPr>
          <p:nvPr>
            <p:ph type="sldNum" sz="quarter" idx="21"/>
          </p:nvPr>
        </p:nvSpPr>
        <p:spPr/>
        <p:txBody>
          <a:bodyPr/>
          <a:lstStyle/>
          <a:p>
            <a:pPr algn="r"/>
            <a:fld id="{5D9A5160-6218-4E5A-B9E6-B93E3DAE377C}" type="slidenum">
              <a:rPr lang="en-US" smtClean="0"/>
              <a:pPr algn="r"/>
              <a:t>‹#›</a:t>
            </a:fld>
            <a:endParaRPr lang="en-US"/>
          </a:p>
        </p:txBody>
      </p:sp>
      <p:sp>
        <p:nvSpPr>
          <p:cNvPr id="5" name="Text Placeholder 4">
            <a:extLst>
              <a:ext uri="{FF2B5EF4-FFF2-40B4-BE49-F238E27FC236}">
                <a16:creationId xmlns:a16="http://schemas.microsoft.com/office/drawing/2014/main" id="{B436046A-D073-0819-CE9B-849F64EF426A}"/>
              </a:ext>
            </a:extLst>
          </p:cNvPr>
          <p:cNvSpPr>
            <a:spLocks noGrp="1"/>
          </p:cNvSpPr>
          <p:nvPr>
            <p:ph type="body" sz="quarter" idx="22" hasCustomPrompt="1"/>
          </p:nvPr>
        </p:nvSpPr>
        <p:spPr>
          <a:xfrm>
            <a:off x="-433" y="0"/>
            <a:ext cx="2736304" cy="2924175"/>
          </a:xfrm>
          <a:prstGeom prst="rect">
            <a:avLst/>
          </a:prstGeom>
        </p:spPr>
        <p:txBody>
          <a:bodyPr vert="vert270" wrap="none" lIns="0" tIns="0" rIns="0" bIns="0" rtlCol="0" anchor="t" anchorCtr="0">
            <a:noAutofit/>
          </a:bodyPr>
          <a:lstStyle>
            <a:lvl1pPr>
              <a:defRPr lang="en-US" sz="16600" b="0" cap="none" spc="0" baseline="0" dirty="0" smtClean="0"/>
            </a:lvl1pPr>
          </a:lstStyle>
          <a:p>
            <a:pPr lvl="0">
              <a:spcBef>
                <a:spcPts val="0"/>
              </a:spcBef>
            </a:pPr>
            <a:r>
              <a:rPr lang="en-US" dirty="0"/>
              <a:t>01</a:t>
            </a:r>
          </a:p>
        </p:txBody>
      </p:sp>
      <p:sp>
        <p:nvSpPr>
          <p:cNvPr id="9" name="Title 5">
            <a:extLst>
              <a:ext uri="{FF2B5EF4-FFF2-40B4-BE49-F238E27FC236}">
                <a16:creationId xmlns:a16="http://schemas.microsoft.com/office/drawing/2014/main" id="{7753E82E-7CAD-707A-7BA3-F0062FC8B01A}"/>
              </a:ext>
            </a:extLst>
          </p:cNvPr>
          <p:cNvSpPr>
            <a:spLocks noGrp="1"/>
          </p:cNvSpPr>
          <p:nvPr>
            <p:ph type="title" hasCustomPrompt="1"/>
          </p:nvPr>
        </p:nvSpPr>
        <p:spPr>
          <a:xfrm>
            <a:off x="4253696" y="1510496"/>
            <a:ext cx="7393343" cy="2887883"/>
          </a:xfrm>
          <a:prstGeom prst="rect">
            <a:avLst/>
          </a:prstGeom>
        </p:spPr>
        <p:txBody>
          <a:bodyPr vert="horz" lIns="0" tIns="0" rIns="0" bIns="0" rtlCol="0" anchor="t">
            <a:noAutofit/>
          </a:bodyPr>
          <a:lstStyle>
            <a:lvl1pPr>
              <a:spcBef>
                <a:spcPts val="0"/>
              </a:spcBef>
              <a:defRPr lang="en-US" sz="5400">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
        <p:nvSpPr>
          <p:cNvPr id="10" name="Gradient Placeholder 5">
            <a:extLst>
              <a:ext uri="{FF2B5EF4-FFF2-40B4-BE49-F238E27FC236}">
                <a16:creationId xmlns:a16="http://schemas.microsoft.com/office/drawing/2014/main" id="{D15DC0CB-F42B-3EBB-5429-F25868BC3045}"/>
              </a:ext>
            </a:extLst>
          </p:cNvPr>
          <p:cNvSpPr>
            <a:spLocks noGrp="1"/>
          </p:cNvSpPr>
          <p:nvPr>
            <p:ph type="body" sz="quarter" idx="28" hasCustomPrompt="1"/>
          </p:nvPr>
        </p:nvSpPr>
        <p:spPr>
          <a:xfrm rot="16200000">
            <a:off x="-50850" y="3339001"/>
            <a:ext cx="6857998" cy="180000"/>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a:defRPr kumimoji="0" lang="en-US" sz="700" b="0" i="0" u="none" strike="noStrike" kern="0" cap="none" spc="0" normalizeH="0" baseline="0" dirty="0" smtClean="0">
                <a:ln>
                  <a:noFill/>
                </a:ln>
                <a:solidFill>
                  <a:schemeClr val="tx2"/>
                </a:solidFill>
                <a:effectLst/>
                <a:uLnTx/>
                <a:uFillTx/>
                <a:latin typeface="Ubuntu"/>
              </a:defRPr>
            </a:lvl1pPr>
          </a:lstStyle>
          <a:p>
            <a:pPr lvl="0" algn="ctr">
              <a:spcBef>
                <a:spcPts val="0"/>
              </a:spcBef>
              <a:buFontTx/>
            </a:pPr>
            <a:r>
              <a:rPr lang="en-US" dirty="0"/>
              <a:t>Gradient in placeholder</a:t>
            </a:r>
          </a:p>
        </p:txBody>
      </p:sp>
      <p:sp>
        <p:nvSpPr>
          <p:cNvPr id="6" name="Footer Placeholder 5">
            <a:extLst>
              <a:ext uri="{FF2B5EF4-FFF2-40B4-BE49-F238E27FC236}">
                <a16:creationId xmlns:a16="http://schemas.microsoft.com/office/drawing/2014/main" id="{F00853BC-BEFF-4053-AD58-C0C6CB7301CA}"/>
              </a:ext>
            </a:extLst>
          </p:cNvPr>
          <p:cNvSpPr>
            <a:spLocks noGrp="1"/>
          </p:cNvSpPr>
          <p:nvPr>
            <p:ph type="ftr" sz="quarter" idx="20"/>
          </p:nvPr>
        </p:nvSpPr>
        <p:spPr/>
        <p:txBody>
          <a:bodyPr/>
          <a:lstStyle/>
          <a:p>
            <a:pPr>
              <a:spcBef>
                <a:spcPts val="1000"/>
              </a:spcBef>
              <a:buFont typeface="Arial" panose="020B0604020202020204" pitchFamily="34" charset="0"/>
              <a:buNone/>
            </a:pPr>
            <a:r>
              <a:rPr lang="en-US"/>
              <a:t>Presentation Title | Author | Date</a:t>
            </a:r>
          </a:p>
        </p:txBody>
      </p:sp>
      <p:sp>
        <p:nvSpPr>
          <p:cNvPr id="7" name="Logo Placeholder 7">
            <a:extLst>
              <a:ext uri="{FF2B5EF4-FFF2-40B4-BE49-F238E27FC236}">
                <a16:creationId xmlns:a16="http://schemas.microsoft.com/office/drawing/2014/main" id="{5241E657-1425-1BC9-701D-44F23326D665}"/>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31297995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D05BE089-2489-3604-1BFA-99F26E2657A3}"/>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27DD8718-6D0F-15C6-4CBD-55C472C3C492}"/>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A98A8975-BB8E-4570-BA8F-A91834025269}"/>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3727365166"/>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0" name="Date Placeholder 9">
            <a:extLst>
              <a:ext uri="{FF2B5EF4-FFF2-40B4-BE49-F238E27FC236}">
                <a16:creationId xmlns:a16="http://schemas.microsoft.com/office/drawing/2014/main" id="{E6C6CF10-71F7-EE78-C2BD-6C8E84F961BE}"/>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11" name="Footer Placeholder 10">
            <a:extLst>
              <a:ext uri="{FF2B5EF4-FFF2-40B4-BE49-F238E27FC236}">
                <a16:creationId xmlns:a16="http://schemas.microsoft.com/office/drawing/2014/main" id="{089A870A-6E3E-31EB-C34E-7847CE40D3BF}"/>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69B47629-0F7D-C086-6180-6C8A8A265B4A}"/>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
        <p:nvSpPr>
          <p:cNvPr id="3" name="Title 4">
            <a:extLst>
              <a:ext uri="{FF2B5EF4-FFF2-40B4-BE49-F238E27FC236}">
                <a16:creationId xmlns:a16="http://schemas.microsoft.com/office/drawing/2014/main" id="{1F6551DB-6CE1-320B-D22E-B1F1DE0FA4B6}"/>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Tree>
    <p:extLst>
      <p:ext uri="{BB962C8B-B14F-4D97-AF65-F5344CB8AC3E}">
        <p14:creationId xmlns:p14="http://schemas.microsoft.com/office/powerpoint/2010/main" val="271753579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itle Only Chapterbox">
    <p:spTree>
      <p:nvGrpSpPr>
        <p:cNvPr id="1" name=""/>
        <p:cNvGrpSpPr/>
        <p:nvPr/>
      </p:nvGrpSpPr>
      <p:grpSpPr>
        <a:xfrm>
          <a:off x="0" y="0"/>
          <a:ext cx="0" cy="0"/>
          <a:chOff x="0" y="0"/>
          <a:chExt cx="0" cy="0"/>
        </a:xfrm>
      </p:grpSpPr>
      <p:sp>
        <p:nvSpPr>
          <p:cNvPr id="10" name="Date Placeholder 9">
            <a:extLst>
              <a:ext uri="{FF2B5EF4-FFF2-40B4-BE49-F238E27FC236}">
                <a16:creationId xmlns:a16="http://schemas.microsoft.com/office/drawing/2014/main" id="{E6C6CF10-71F7-EE78-C2BD-6C8E84F961BE}"/>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11" name="Footer Placeholder 10">
            <a:extLst>
              <a:ext uri="{FF2B5EF4-FFF2-40B4-BE49-F238E27FC236}">
                <a16:creationId xmlns:a16="http://schemas.microsoft.com/office/drawing/2014/main" id="{089A870A-6E3E-31EB-C34E-7847CE40D3BF}"/>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69B47629-0F7D-C086-6180-6C8A8A265B4A}"/>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
        <p:nvSpPr>
          <p:cNvPr id="4" name="Title 4">
            <a:extLst>
              <a:ext uri="{FF2B5EF4-FFF2-40B4-BE49-F238E27FC236}">
                <a16:creationId xmlns:a16="http://schemas.microsoft.com/office/drawing/2014/main" id="{F4C28D33-F30C-A27F-FC74-E0FF1C19853D}"/>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6" name="Chapter Placeholder 2">
            <a:extLst>
              <a:ext uri="{FF2B5EF4-FFF2-40B4-BE49-F238E27FC236}">
                <a16:creationId xmlns:a16="http://schemas.microsoft.com/office/drawing/2014/main" id="{5CBB2F57-8DA2-E1CA-E619-D43302B021E9}"/>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40419899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9AF36746-ED29-0C26-F598-8EAE482E8D93}"/>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accent2"/>
                </a:solidFill>
              </a:defRPr>
            </a:lvl1pPr>
          </a:lstStyle>
          <a:p>
            <a:pPr lvl="0"/>
            <a:r>
              <a:rPr lang="en-GB" dirty="0"/>
              <a:t>Click to edit Master text styles</a:t>
            </a:r>
          </a:p>
        </p:txBody>
      </p:sp>
      <p:sp>
        <p:nvSpPr>
          <p:cNvPr id="8" name="Title 4">
            <a:extLst>
              <a:ext uri="{FF2B5EF4-FFF2-40B4-BE49-F238E27FC236}">
                <a16:creationId xmlns:a16="http://schemas.microsoft.com/office/drawing/2014/main" id="{3336BC22-23AF-5C14-03E1-A6C29A2F4645}"/>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9" name="Content Placeholder 5">
            <a:extLst>
              <a:ext uri="{FF2B5EF4-FFF2-40B4-BE49-F238E27FC236}">
                <a16:creationId xmlns:a16="http://schemas.microsoft.com/office/drawing/2014/main" id="{8C5EB45F-3EF1-F7BD-E079-0FC93465B2EC}"/>
              </a:ext>
            </a:extLst>
          </p:cNvPr>
          <p:cNvSpPr>
            <a:spLocks noGrp="1"/>
          </p:cNvSpPr>
          <p:nvPr>
            <p:ph sz="quarter" idx="31"/>
          </p:nvPr>
        </p:nvSpPr>
        <p:spPr>
          <a:xfrm>
            <a:off x="551384" y="2132856"/>
            <a:ext cx="11090938"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59659550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ntent 1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025C71C4-39A9-61E8-F669-1DA8E0CE3D5F}"/>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accent2"/>
                </a:solidFill>
              </a:defRPr>
            </a:lvl1pPr>
          </a:lstStyle>
          <a:p>
            <a:pPr lvl="0"/>
            <a:r>
              <a:rPr lang="en-GB" dirty="0"/>
              <a:t>Click to edit Master text styles</a:t>
            </a:r>
          </a:p>
        </p:txBody>
      </p:sp>
      <p:sp>
        <p:nvSpPr>
          <p:cNvPr id="8" name="Title 4">
            <a:extLst>
              <a:ext uri="{FF2B5EF4-FFF2-40B4-BE49-F238E27FC236}">
                <a16:creationId xmlns:a16="http://schemas.microsoft.com/office/drawing/2014/main" id="{9E2E86C7-931C-4F5B-7904-E1BDABB90CFF}"/>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10" name="Content Placeholder 5">
            <a:extLst>
              <a:ext uri="{FF2B5EF4-FFF2-40B4-BE49-F238E27FC236}">
                <a16:creationId xmlns:a16="http://schemas.microsoft.com/office/drawing/2014/main" id="{5F580AC6-6B9D-82EA-6771-C3AAEE8201F4}"/>
              </a:ext>
            </a:extLst>
          </p:cNvPr>
          <p:cNvSpPr>
            <a:spLocks noGrp="1"/>
          </p:cNvSpPr>
          <p:nvPr>
            <p:ph sz="quarter" idx="31"/>
          </p:nvPr>
        </p:nvSpPr>
        <p:spPr>
          <a:xfrm>
            <a:off x="551384" y="2132856"/>
            <a:ext cx="11090938"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hapter Placeholder 2">
            <a:extLst>
              <a:ext uri="{FF2B5EF4-FFF2-40B4-BE49-F238E27FC236}">
                <a16:creationId xmlns:a16="http://schemas.microsoft.com/office/drawing/2014/main" id="{F81F5F24-3125-05B8-EF44-138AA4C82624}"/>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236499261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6" name="Text Placeholder 9">
            <a:extLst>
              <a:ext uri="{FF2B5EF4-FFF2-40B4-BE49-F238E27FC236}">
                <a16:creationId xmlns:a16="http://schemas.microsoft.com/office/drawing/2014/main" id="{EA381C34-426E-E505-06F7-7FFBE4D71085}"/>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accent2"/>
                </a:solidFill>
              </a:defRPr>
            </a:lvl1pPr>
          </a:lstStyle>
          <a:p>
            <a:pPr lvl="0"/>
            <a:r>
              <a:rPr lang="en-GB" dirty="0"/>
              <a:t>Click to edit Master text styles</a:t>
            </a:r>
          </a:p>
        </p:txBody>
      </p:sp>
      <p:sp>
        <p:nvSpPr>
          <p:cNvPr id="7" name="Title 4">
            <a:extLst>
              <a:ext uri="{FF2B5EF4-FFF2-40B4-BE49-F238E27FC236}">
                <a16:creationId xmlns:a16="http://schemas.microsoft.com/office/drawing/2014/main" id="{6B6EB590-F224-77A8-41D3-B65B74DC0E18}"/>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Tree>
    <p:extLst>
      <p:ext uri="{BB962C8B-B14F-4D97-AF65-F5344CB8AC3E}">
        <p14:creationId xmlns:p14="http://schemas.microsoft.com/office/powerpoint/2010/main" val="119790081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itle Subtitle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6" name="Text Placeholder 9">
            <a:extLst>
              <a:ext uri="{FF2B5EF4-FFF2-40B4-BE49-F238E27FC236}">
                <a16:creationId xmlns:a16="http://schemas.microsoft.com/office/drawing/2014/main" id="{1A477CF0-20BA-3DDE-E989-684D22BB755E}"/>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accent2"/>
                </a:solidFill>
              </a:defRPr>
            </a:lvl1pPr>
          </a:lstStyle>
          <a:p>
            <a:pPr lvl="0"/>
            <a:r>
              <a:rPr lang="en-GB" dirty="0"/>
              <a:t>Click to edit Master text styles</a:t>
            </a:r>
          </a:p>
        </p:txBody>
      </p:sp>
      <p:sp>
        <p:nvSpPr>
          <p:cNvPr id="8" name="Title 4">
            <a:extLst>
              <a:ext uri="{FF2B5EF4-FFF2-40B4-BE49-F238E27FC236}">
                <a16:creationId xmlns:a16="http://schemas.microsoft.com/office/drawing/2014/main" id="{55FDDC2D-080D-D252-2DA2-D1EDA1E13139}"/>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10" name="Chapter Placeholder 2">
            <a:extLst>
              <a:ext uri="{FF2B5EF4-FFF2-40B4-BE49-F238E27FC236}">
                <a16:creationId xmlns:a16="http://schemas.microsoft.com/office/drawing/2014/main" id="{53A7754E-B57F-30D2-E609-1280E1261146}"/>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71428385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77C5B2B-C975-C7B1-B844-1E018309B61A}"/>
              </a:ext>
            </a:extLst>
          </p:cNvPr>
          <p:cNvSpPr/>
          <p:nvPr userDrawn="1"/>
        </p:nvSpPr>
        <p:spPr>
          <a:xfrm rot="16200000" flipV="1">
            <a:off x="4793851" y="-540154"/>
            <a:ext cx="6857998" cy="7938307"/>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bg1"/>
              </a:solidFill>
            </a:endParaRPr>
          </a:p>
        </p:txBody>
      </p:sp>
      <p:grpSp>
        <p:nvGrpSpPr>
          <p:cNvPr id="14" name="Group 37">
            <a:extLst>
              <a:ext uri="{FF2B5EF4-FFF2-40B4-BE49-F238E27FC236}">
                <a16:creationId xmlns:a16="http://schemas.microsoft.com/office/drawing/2014/main" id="{C2BCEB8F-2E64-576C-BD81-D1EA1D1C485E}"/>
              </a:ext>
            </a:extLst>
          </p:cNvPr>
          <p:cNvGrpSpPr/>
          <p:nvPr userDrawn="1"/>
        </p:nvGrpSpPr>
        <p:grpSpPr>
          <a:xfrm>
            <a:off x="11770322" y="176700"/>
            <a:ext cx="260230" cy="240782"/>
            <a:chOff x="5481638" y="2859088"/>
            <a:chExt cx="1231900" cy="1139825"/>
          </a:xfrm>
          <a:solidFill>
            <a:schemeClr val="bg1"/>
          </a:solidFill>
        </p:grpSpPr>
        <p:sp>
          <p:nvSpPr>
            <p:cNvPr id="15" name="Freeform 320">
              <a:extLst>
                <a:ext uri="{FF2B5EF4-FFF2-40B4-BE49-F238E27FC236}">
                  <a16:creationId xmlns:a16="http://schemas.microsoft.com/office/drawing/2014/main" id="{D5CA2252-9D37-30A4-0693-791158A5345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16" name="Freeform 321">
              <a:extLst>
                <a:ext uri="{FF2B5EF4-FFF2-40B4-BE49-F238E27FC236}">
                  <a16:creationId xmlns:a16="http://schemas.microsoft.com/office/drawing/2014/main" id="{41A547D1-47C8-9981-46A6-D3C7D68EDC1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766145ED-D9CE-08CB-28E4-8A4A79A6FB2B}"/>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2D2C1A62-1994-E6C5-D27B-038BDFD0C15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FE33FDCA-05A6-1B47-853B-F56E9D56B728}"/>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13" name="Text Placeholder 9">
            <a:extLst>
              <a:ext uri="{FF2B5EF4-FFF2-40B4-BE49-F238E27FC236}">
                <a16:creationId xmlns:a16="http://schemas.microsoft.com/office/drawing/2014/main" id="{F889973E-C093-1ED5-9FD2-C009F0319D13}"/>
              </a:ext>
            </a:extLst>
          </p:cNvPr>
          <p:cNvSpPr>
            <a:spLocks noGrp="1"/>
          </p:cNvSpPr>
          <p:nvPr>
            <p:ph type="body" sz="quarter" idx="22" hasCustomPrompt="1"/>
          </p:nvPr>
        </p:nvSpPr>
        <p:spPr>
          <a:xfrm>
            <a:off x="550200" y="1634286"/>
            <a:ext cx="3312368"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7" name="Title 4">
            <a:extLst>
              <a:ext uri="{FF2B5EF4-FFF2-40B4-BE49-F238E27FC236}">
                <a16:creationId xmlns:a16="http://schemas.microsoft.com/office/drawing/2014/main" id="{BBF31E88-03DB-534A-A443-EA3BDBDB3FC7}"/>
              </a:ext>
            </a:extLst>
          </p:cNvPr>
          <p:cNvSpPr>
            <a:spLocks noGrp="1"/>
          </p:cNvSpPr>
          <p:nvPr>
            <p:ph type="title"/>
          </p:nvPr>
        </p:nvSpPr>
        <p:spPr>
          <a:xfrm>
            <a:off x="551384" y="549274"/>
            <a:ext cx="3312368" cy="930372"/>
          </a:xfrm>
        </p:spPr>
        <p:txBody>
          <a:bodyPr/>
          <a:lstStyle/>
          <a:p>
            <a:r>
              <a:rPr lang="en-GB" dirty="0"/>
              <a:t>Click to edit Master title style</a:t>
            </a:r>
            <a:endParaRPr lang="en-US" dirty="0"/>
          </a:p>
        </p:txBody>
      </p:sp>
      <p:sp>
        <p:nvSpPr>
          <p:cNvPr id="18" name="Content Placeholder 5">
            <a:extLst>
              <a:ext uri="{FF2B5EF4-FFF2-40B4-BE49-F238E27FC236}">
                <a16:creationId xmlns:a16="http://schemas.microsoft.com/office/drawing/2014/main" id="{C05074F8-3176-85B9-DF3A-C4A06F667D18}"/>
              </a:ext>
            </a:extLst>
          </p:cNvPr>
          <p:cNvSpPr>
            <a:spLocks noGrp="1"/>
          </p:cNvSpPr>
          <p:nvPr>
            <p:ph sz="quarter" idx="31"/>
          </p:nvPr>
        </p:nvSpPr>
        <p:spPr>
          <a:xfrm>
            <a:off x="551384" y="2132856"/>
            <a:ext cx="3312368"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9" name="Text Placeholder 10">
            <a:extLst>
              <a:ext uri="{FF2B5EF4-FFF2-40B4-BE49-F238E27FC236}">
                <a16:creationId xmlns:a16="http://schemas.microsoft.com/office/drawing/2014/main" id="{CA5135FA-4274-47E1-1D80-8C33A44DD7A9}"/>
              </a:ext>
            </a:extLst>
          </p:cNvPr>
          <p:cNvSpPr>
            <a:spLocks noGrp="1"/>
          </p:cNvSpPr>
          <p:nvPr>
            <p:ph type="body" sz="quarter" idx="27"/>
          </p:nvPr>
        </p:nvSpPr>
        <p:spPr>
          <a:xfrm>
            <a:off x="4655841" y="1634285"/>
            <a:ext cx="698529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text styles</a:t>
            </a:r>
          </a:p>
        </p:txBody>
      </p:sp>
      <p:sp>
        <p:nvSpPr>
          <p:cNvPr id="20" name="Content Placeholder 20">
            <a:extLst>
              <a:ext uri="{FF2B5EF4-FFF2-40B4-BE49-F238E27FC236}">
                <a16:creationId xmlns:a16="http://schemas.microsoft.com/office/drawing/2014/main" id="{E1CCC374-2367-2B0A-2875-C97F31D4FE2B}"/>
              </a:ext>
            </a:extLst>
          </p:cNvPr>
          <p:cNvSpPr>
            <a:spLocks noGrp="1"/>
          </p:cNvSpPr>
          <p:nvPr>
            <p:ph sz="quarter" idx="28"/>
          </p:nvPr>
        </p:nvSpPr>
        <p:spPr>
          <a:xfrm>
            <a:off x="4655841" y="2132856"/>
            <a:ext cx="69852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96097791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Content 2 Chapterbox">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77C5B2B-C975-C7B1-B844-1E018309B61A}"/>
              </a:ext>
            </a:extLst>
          </p:cNvPr>
          <p:cNvSpPr/>
          <p:nvPr userDrawn="1"/>
        </p:nvSpPr>
        <p:spPr>
          <a:xfrm rot="16200000" flipV="1">
            <a:off x="4793851" y="-540154"/>
            <a:ext cx="6857998" cy="7938307"/>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bg1"/>
              </a:solidFill>
            </a:endParaRPr>
          </a:p>
        </p:txBody>
      </p:sp>
      <p:grpSp>
        <p:nvGrpSpPr>
          <p:cNvPr id="14" name="Group 37">
            <a:extLst>
              <a:ext uri="{FF2B5EF4-FFF2-40B4-BE49-F238E27FC236}">
                <a16:creationId xmlns:a16="http://schemas.microsoft.com/office/drawing/2014/main" id="{C2BCEB8F-2E64-576C-BD81-D1EA1D1C485E}"/>
              </a:ext>
            </a:extLst>
          </p:cNvPr>
          <p:cNvGrpSpPr/>
          <p:nvPr userDrawn="1"/>
        </p:nvGrpSpPr>
        <p:grpSpPr>
          <a:xfrm>
            <a:off x="11770322" y="176700"/>
            <a:ext cx="260230" cy="240782"/>
            <a:chOff x="5481638" y="2859088"/>
            <a:chExt cx="1231900" cy="1139825"/>
          </a:xfrm>
          <a:solidFill>
            <a:schemeClr val="bg1"/>
          </a:solidFill>
        </p:grpSpPr>
        <p:sp>
          <p:nvSpPr>
            <p:cNvPr id="15" name="Freeform 320">
              <a:extLst>
                <a:ext uri="{FF2B5EF4-FFF2-40B4-BE49-F238E27FC236}">
                  <a16:creationId xmlns:a16="http://schemas.microsoft.com/office/drawing/2014/main" id="{D5CA2252-9D37-30A4-0693-791158A5345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16" name="Freeform 321">
              <a:extLst>
                <a:ext uri="{FF2B5EF4-FFF2-40B4-BE49-F238E27FC236}">
                  <a16:creationId xmlns:a16="http://schemas.microsoft.com/office/drawing/2014/main" id="{41A547D1-47C8-9981-46A6-D3C7D68EDC1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766145ED-D9CE-08CB-28E4-8A4A79A6FB2B}"/>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2D2C1A62-1994-E6C5-D27B-038BDFD0C15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FE33FDCA-05A6-1B47-853B-F56E9D56B728}"/>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9" name="Text Placeholder 9">
            <a:extLst>
              <a:ext uri="{FF2B5EF4-FFF2-40B4-BE49-F238E27FC236}">
                <a16:creationId xmlns:a16="http://schemas.microsoft.com/office/drawing/2014/main" id="{C2C86DFE-72B7-D0A7-8D67-BD82324B8C76}"/>
              </a:ext>
            </a:extLst>
          </p:cNvPr>
          <p:cNvSpPr>
            <a:spLocks noGrp="1"/>
          </p:cNvSpPr>
          <p:nvPr>
            <p:ph type="body" sz="quarter" idx="22" hasCustomPrompt="1"/>
          </p:nvPr>
        </p:nvSpPr>
        <p:spPr>
          <a:xfrm>
            <a:off x="550200" y="1634286"/>
            <a:ext cx="3312368"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1" name="Title 4">
            <a:extLst>
              <a:ext uri="{FF2B5EF4-FFF2-40B4-BE49-F238E27FC236}">
                <a16:creationId xmlns:a16="http://schemas.microsoft.com/office/drawing/2014/main" id="{01CAD3F4-776B-EBAF-E221-E31A2544D8E1}"/>
              </a:ext>
            </a:extLst>
          </p:cNvPr>
          <p:cNvSpPr>
            <a:spLocks noGrp="1"/>
          </p:cNvSpPr>
          <p:nvPr>
            <p:ph type="title"/>
          </p:nvPr>
        </p:nvSpPr>
        <p:spPr>
          <a:xfrm>
            <a:off x="551384" y="549274"/>
            <a:ext cx="3312368"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E890FE3D-8795-77C8-6616-533028311D68}"/>
              </a:ext>
            </a:extLst>
          </p:cNvPr>
          <p:cNvSpPr>
            <a:spLocks noGrp="1"/>
          </p:cNvSpPr>
          <p:nvPr>
            <p:ph sz="quarter" idx="31"/>
          </p:nvPr>
        </p:nvSpPr>
        <p:spPr>
          <a:xfrm>
            <a:off x="551384" y="2132856"/>
            <a:ext cx="3312368"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0" name="Chapter Placeholder 2">
            <a:extLst>
              <a:ext uri="{FF2B5EF4-FFF2-40B4-BE49-F238E27FC236}">
                <a16:creationId xmlns:a16="http://schemas.microsoft.com/office/drawing/2014/main" id="{E074F022-AF57-A343-6392-0D6E46B72FC8}"/>
              </a:ext>
            </a:extLst>
          </p:cNvPr>
          <p:cNvSpPr>
            <a:spLocks noGrp="1"/>
          </p:cNvSpPr>
          <p:nvPr>
            <p:ph type="body" sz="quarter" idx="13" hasCustomPrompt="1"/>
          </p:nvPr>
        </p:nvSpPr>
        <p:spPr>
          <a:xfrm>
            <a:off x="550863" y="266219"/>
            <a:ext cx="3311705" cy="151264"/>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21" name="Text Placeholder 10">
            <a:extLst>
              <a:ext uri="{FF2B5EF4-FFF2-40B4-BE49-F238E27FC236}">
                <a16:creationId xmlns:a16="http://schemas.microsoft.com/office/drawing/2014/main" id="{7E3DC8FD-A28D-A2D9-AEC5-D5E216D2E82D}"/>
              </a:ext>
            </a:extLst>
          </p:cNvPr>
          <p:cNvSpPr>
            <a:spLocks noGrp="1"/>
          </p:cNvSpPr>
          <p:nvPr>
            <p:ph type="body" sz="quarter" idx="27"/>
          </p:nvPr>
        </p:nvSpPr>
        <p:spPr>
          <a:xfrm>
            <a:off x="4655841" y="1634285"/>
            <a:ext cx="698529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text styles</a:t>
            </a:r>
          </a:p>
        </p:txBody>
      </p:sp>
      <p:sp>
        <p:nvSpPr>
          <p:cNvPr id="22" name="Content Placeholder 20">
            <a:extLst>
              <a:ext uri="{FF2B5EF4-FFF2-40B4-BE49-F238E27FC236}">
                <a16:creationId xmlns:a16="http://schemas.microsoft.com/office/drawing/2014/main" id="{F66DB537-77E8-C212-CBF4-66DA3B2452BD}"/>
              </a:ext>
            </a:extLst>
          </p:cNvPr>
          <p:cNvSpPr>
            <a:spLocks noGrp="1"/>
          </p:cNvSpPr>
          <p:nvPr>
            <p:ph sz="quarter" idx="28"/>
          </p:nvPr>
        </p:nvSpPr>
        <p:spPr>
          <a:xfrm>
            <a:off x="4655841" y="2132856"/>
            <a:ext cx="69852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7902059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FDA5053-3D63-3C3B-F1E9-69CFF9FC43BA}"/>
              </a:ext>
            </a:extLst>
          </p:cNvPr>
          <p:cNvSpPr/>
          <p:nvPr userDrawn="1"/>
        </p:nvSpPr>
        <p:spPr>
          <a:xfrm rot="16200000" flipV="1">
            <a:off x="5715003" y="380999"/>
            <a:ext cx="6857998" cy="6096002"/>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C7484E95-42C9-8DB4-CE16-9F65A190121F}"/>
              </a:ext>
            </a:extLst>
          </p:cNvPr>
          <p:cNvGrpSpPr/>
          <p:nvPr userDrawn="1"/>
        </p:nvGrpSpPr>
        <p:grpSpPr>
          <a:xfrm>
            <a:off x="11770322" y="176700"/>
            <a:ext cx="260230" cy="240782"/>
            <a:chOff x="5481638" y="2859088"/>
            <a:chExt cx="1231900" cy="1139825"/>
          </a:xfrm>
          <a:solidFill>
            <a:schemeClr val="bg1"/>
          </a:solidFill>
        </p:grpSpPr>
        <p:sp>
          <p:nvSpPr>
            <p:cNvPr id="21" name="Freeform 320">
              <a:extLst>
                <a:ext uri="{FF2B5EF4-FFF2-40B4-BE49-F238E27FC236}">
                  <a16:creationId xmlns:a16="http://schemas.microsoft.com/office/drawing/2014/main" id="{1A559A5A-FF5B-C4A1-FBB9-17F04B2572FB}"/>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AA3487D1-995C-B436-2407-E724FC0582FA}"/>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4" name="Date Placeholder 3">
            <a:extLst>
              <a:ext uri="{FF2B5EF4-FFF2-40B4-BE49-F238E27FC236}">
                <a16:creationId xmlns:a16="http://schemas.microsoft.com/office/drawing/2014/main" id="{358A13D8-885F-6258-82CC-EE1A7ED60DB2}"/>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6" name="Footer Placeholder 5">
            <a:extLst>
              <a:ext uri="{FF2B5EF4-FFF2-40B4-BE49-F238E27FC236}">
                <a16:creationId xmlns:a16="http://schemas.microsoft.com/office/drawing/2014/main" id="{F3CB3B34-F920-D8B3-B36B-15435A286DB2}"/>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D2B44653-FCDA-83BF-7377-AD5F2E69077A}"/>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18C233D6-2D0C-8E0C-1DD4-241B0EF8FC92}"/>
              </a:ext>
            </a:extLst>
          </p:cNvPr>
          <p:cNvSpPr>
            <a:spLocks noGrp="1"/>
          </p:cNvSpPr>
          <p:nvPr>
            <p:ph type="body" sz="quarter" idx="22" hasCustomPrompt="1"/>
          </p:nvPr>
        </p:nvSpPr>
        <p:spPr>
          <a:xfrm>
            <a:off x="550200" y="1634286"/>
            <a:ext cx="5112568"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1" name="Title 4">
            <a:extLst>
              <a:ext uri="{FF2B5EF4-FFF2-40B4-BE49-F238E27FC236}">
                <a16:creationId xmlns:a16="http://schemas.microsoft.com/office/drawing/2014/main" id="{60BA4B7A-F31F-8B13-6750-FF26828A58FA}"/>
              </a:ext>
            </a:extLst>
          </p:cNvPr>
          <p:cNvSpPr>
            <a:spLocks noGrp="1"/>
          </p:cNvSpPr>
          <p:nvPr>
            <p:ph type="title"/>
          </p:nvPr>
        </p:nvSpPr>
        <p:spPr>
          <a:xfrm>
            <a:off x="551384" y="549274"/>
            <a:ext cx="5112568" cy="930372"/>
          </a:xfrm>
        </p:spPr>
        <p:txBody>
          <a:bodyPr/>
          <a:lstStyle/>
          <a:p>
            <a:r>
              <a:rPr lang="en-GB" dirty="0"/>
              <a:t>Click to edit Master title style</a:t>
            </a:r>
            <a:endParaRPr lang="en-US" dirty="0"/>
          </a:p>
        </p:txBody>
      </p:sp>
      <p:sp>
        <p:nvSpPr>
          <p:cNvPr id="12" name="Content Placeholder 5">
            <a:extLst>
              <a:ext uri="{FF2B5EF4-FFF2-40B4-BE49-F238E27FC236}">
                <a16:creationId xmlns:a16="http://schemas.microsoft.com/office/drawing/2014/main" id="{D773A188-0CD9-B8EB-B42A-B8749FCC6A66}"/>
              </a:ext>
            </a:extLst>
          </p:cNvPr>
          <p:cNvSpPr>
            <a:spLocks noGrp="1"/>
          </p:cNvSpPr>
          <p:nvPr>
            <p:ph sz="quarter" idx="31"/>
          </p:nvPr>
        </p:nvSpPr>
        <p:spPr>
          <a:xfrm>
            <a:off x="551384" y="2132856"/>
            <a:ext cx="5112568"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Text Placeholder 10">
            <a:extLst>
              <a:ext uri="{FF2B5EF4-FFF2-40B4-BE49-F238E27FC236}">
                <a16:creationId xmlns:a16="http://schemas.microsoft.com/office/drawing/2014/main" id="{AF1CCF01-B15C-AB11-922F-0D8F7E6CBB94}"/>
              </a:ext>
            </a:extLst>
          </p:cNvPr>
          <p:cNvSpPr>
            <a:spLocks noGrp="1"/>
          </p:cNvSpPr>
          <p:nvPr>
            <p:ph type="body" sz="quarter" idx="27"/>
          </p:nvPr>
        </p:nvSpPr>
        <p:spPr>
          <a:xfrm>
            <a:off x="6456039" y="1634286"/>
            <a:ext cx="5185099"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text styles</a:t>
            </a:r>
          </a:p>
        </p:txBody>
      </p:sp>
      <p:sp>
        <p:nvSpPr>
          <p:cNvPr id="14" name="Content Placeholder 20">
            <a:extLst>
              <a:ext uri="{FF2B5EF4-FFF2-40B4-BE49-F238E27FC236}">
                <a16:creationId xmlns:a16="http://schemas.microsoft.com/office/drawing/2014/main" id="{5B3B476C-7882-0727-5556-613E2DB2A05F}"/>
              </a:ext>
            </a:extLst>
          </p:cNvPr>
          <p:cNvSpPr>
            <a:spLocks noGrp="1"/>
          </p:cNvSpPr>
          <p:nvPr>
            <p:ph sz="quarter" idx="28"/>
          </p:nvPr>
        </p:nvSpPr>
        <p:spPr>
          <a:xfrm>
            <a:off x="6456039" y="2132856"/>
            <a:ext cx="5185099"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4735173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Content 3 Chapterbox">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FDA5053-3D63-3C3B-F1E9-69CFF9FC43BA}"/>
              </a:ext>
            </a:extLst>
          </p:cNvPr>
          <p:cNvSpPr/>
          <p:nvPr userDrawn="1"/>
        </p:nvSpPr>
        <p:spPr>
          <a:xfrm rot="16200000" flipV="1">
            <a:off x="5715003" y="381000"/>
            <a:ext cx="6857998" cy="6096002"/>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C7484E95-42C9-8DB4-CE16-9F65A190121F}"/>
              </a:ext>
            </a:extLst>
          </p:cNvPr>
          <p:cNvGrpSpPr/>
          <p:nvPr userDrawn="1"/>
        </p:nvGrpSpPr>
        <p:grpSpPr>
          <a:xfrm>
            <a:off x="11770322" y="176700"/>
            <a:ext cx="260230" cy="240782"/>
            <a:chOff x="5481638" y="2859088"/>
            <a:chExt cx="1231900" cy="1139825"/>
          </a:xfrm>
          <a:solidFill>
            <a:schemeClr val="bg1"/>
          </a:solidFill>
        </p:grpSpPr>
        <p:sp>
          <p:nvSpPr>
            <p:cNvPr id="21" name="Freeform 320">
              <a:extLst>
                <a:ext uri="{FF2B5EF4-FFF2-40B4-BE49-F238E27FC236}">
                  <a16:creationId xmlns:a16="http://schemas.microsoft.com/office/drawing/2014/main" id="{1A559A5A-FF5B-C4A1-FBB9-17F04B2572FB}"/>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AA3487D1-995C-B436-2407-E724FC0582FA}"/>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4" name="Date Placeholder 3">
            <a:extLst>
              <a:ext uri="{FF2B5EF4-FFF2-40B4-BE49-F238E27FC236}">
                <a16:creationId xmlns:a16="http://schemas.microsoft.com/office/drawing/2014/main" id="{358A13D8-885F-6258-82CC-EE1A7ED60DB2}"/>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6" name="Footer Placeholder 5">
            <a:extLst>
              <a:ext uri="{FF2B5EF4-FFF2-40B4-BE49-F238E27FC236}">
                <a16:creationId xmlns:a16="http://schemas.microsoft.com/office/drawing/2014/main" id="{F3CB3B34-F920-D8B3-B36B-15435A286DB2}"/>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D2B44653-FCDA-83BF-7377-AD5F2E69077A}"/>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6A7AAB05-4CE9-AC3E-316B-454FC65A69B9}"/>
              </a:ext>
            </a:extLst>
          </p:cNvPr>
          <p:cNvSpPr>
            <a:spLocks noGrp="1"/>
          </p:cNvSpPr>
          <p:nvPr>
            <p:ph type="body" sz="quarter" idx="22" hasCustomPrompt="1"/>
          </p:nvPr>
        </p:nvSpPr>
        <p:spPr>
          <a:xfrm>
            <a:off x="550200" y="1634286"/>
            <a:ext cx="5112568"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2" name="Title 4">
            <a:extLst>
              <a:ext uri="{FF2B5EF4-FFF2-40B4-BE49-F238E27FC236}">
                <a16:creationId xmlns:a16="http://schemas.microsoft.com/office/drawing/2014/main" id="{5B64DD5D-5EE1-AFA3-B5E1-4191F5AD6284}"/>
              </a:ext>
            </a:extLst>
          </p:cNvPr>
          <p:cNvSpPr>
            <a:spLocks noGrp="1"/>
          </p:cNvSpPr>
          <p:nvPr>
            <p:ph type="title"/>
          </p:nvPr>
        </p:nvSpPr>
        <p:spPr>
          <a:xfrm>
            <a:off x="551384" y="549274"/>
            <a:ext cx="5112568"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AF358BD1-48B8-3F71-91BB-E93C439A3B1D}"/>
              </a:ext>
            </a:extLst>
          </p:cNvPr>
          <p:cNvSpPr>
            <a:spLocks noGrp="1"/>
          </p:cNvSpPr>
          <p:nvPr>
            <p:ph sz="quarter" idx="31"/>
          </p:nvPr>
        </p:nvSpPr>
        <p:spPr>
          <a:xfrm>
            <a:off x="551384" y="2132856"/>
            <a:ext cx="5112568"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hapter Placeholder 2">
            <a:extLst>
              <a:ext uri="{FF2B5EF4-FFF2-40B4-BE49-F238E27FC236}">
                <a16:creationId xmlns:a16="http://schemas.microsoft.com/office/drawing/2014/main" id="{D8AE0815-7AED-0C36-6BE2-C283E7C12D3A}"/>
              </a:ext>
            </a:extLst>
          </p:cNvPr>
          <p:cNvSpPr>
            <a:spLocks noGrp="1"/>
          </p:cNvSpPr>
          <p:nvPr>
            <p:ph type="body" sz="quarter" idx="13" hasCustomPrompt="1"/>
          </p:nvPr>
        </p:nvSpPr>
        <p:spPr>
          <a:xfrm>
            <a:off x="550863" y="266219"/>
            <a:ext cx="5111545" cy="151264"/>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8" name="Text Placeholder 10">
            <a:extLst>
              <a:ext uri="{FF2B5EF4-FFF2-40B4-BE49-F238E27FC236}">
                <a16:creationId xmlns:a16="http://schemas.microsoft.com/office/drawing/2014/main" id="{C93206F1-90E6-514D-B267-17DD0D613FB5}"/>
              </a:ext>
            </a:extLst>
          </p:cNvPr>
          <p:cNvSpPr>
            <a:spLocks noGrp="1"/>
          </p:cNvSpPr>
          <p:nvPr>
            <p:ph type="body" sz="quarter" idx="27"/>
          </p:nvPr>
        </p:nvSpPr>
        <p:spPr>
          <a:xfrm>
            <a:off x="6456039" y="1634286"/>
            <a:ext cx="5185099"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text styles</a:t>
            </a:r>
          </a:p>
        </p:txBody>
      </p:sp>
      <p:sp>
        <p:nvSpPr>
          <p:cNvPr id="19" name="Content Placeholder 20">
            <a:extLst>
              <a:ext uri="{FF2B5EF4-FFF2-40B4-BE49-F238E27FC236}">
                <a16:creationId xmlns:a16="http://schemas.microsoft.com/office/drawing/2014/main" id="{90F7B515-3BE3-A8EE-A9DD-F0586073A23E}"/>
              </a:ext>
            </a:extLst>
          </p:cNvPr>
          <p:cNvSpPr>
            <a:spLocks noGrp="1"/>
          </p:cNvSpPr>
          <p:nvPr>
            <p:ph sz="quarter" idx="28"/>
          </p:nvPr>
        </p:nvSpPr>
        <p:spPr>
          <a:xfrm>
            <a:off x="6456039" y="2132856"/>
            <a:ext cx="5185099"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315032184"/>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900C123-9D30-0EBC-5FF8-AB8833A92E04}"/>
              </a:ext>
            </a:extLst>
          </p:cNvPr>
          <p:cNvSpPr/>
          <p:nvPr userDrawn="1"/>
        </p:nvSpPr>
        <p:spPr>
          <a:xfrm rot="16200000" flipV="1">
            <a:off x="6640013" y="1306009"/>
            <a:ext cx="6857998" cy="4245983"/>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8" name="Group 37">
            <a:extLst>
              <a:ext uri="{FF2B5EF4-FFF2-40B4-BE49-F238E27FC236}">
                <a16:creationId xmlns:a16="http://schemas.microsoft.com/office/drawing/2014/main" id="{EAB09A99-143F-FC31-39FF-7DF7B4ACA5CF}"/>
              </a:ext>
            </a:extLst>
          </p:cNvPr>
          <p:cNvGrpSpPr/>
          <p:nvPr userDrawn="1"/>
        </p:nvGrpSpPr>
        <p:grpSpPr>
          <a:xfrm>
            <a:off x="11770322" y="176700"/>
            <a:ext cx="260230" cy="240782"/>
            <a:chOff x="5481638" y="2859088"/>
            <a:chExt cx="1231900" cy="1139825"/>
          </a:xfrm>
          <a:solidFill>
            <a:schemeClr val="bg1"/>
          </a:solidFill>
        </p:grpSpPr>
        <p:sp>
          <p:nvSpPr>
            <p:cNvPr id="19" name="Freeform 320">
              <a:extLst>
                <a:ext uri="{FF2B5EF4-FFF2-40B4-BE49-F238E27FC236}">
                  <a16:creationId xmlns:a16="http://schemas.microsoft.com/office/drawing/2014/main" id="{87F6F8F7-5BC0-8EDE-8130-67B046E555CF}"/>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0" name="Freeform 321">
              <a:extLst>
                <a:ext uri="{FF2B5EF4-FFF2-40B4-BE49-F238E27FC236}">
                  <a16:creationId xmlns:a16="http://schemas.microsoft.com/office/drawing/2014/main" id="{59BC8A90-2223-E3B3-3D95-0EBCFB812F2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545F7198-C878-E20D-1FB2-E42A8A78A28C}"/>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8F3B15C5-4190-C7AB-2CDF-2D3ACCBB15A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65F939E0-4FD6-2BB5-5421-0B506A62A78F}"/>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6B0BA9AA-540C-4002-8E56-463450049974}"/>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1" name="Title 4">
            <a:extLst>
              <a:ext uri="{FF2B5EF4-FFF2-40B4-BE49-F238E27FC236}">
                <a16:creationId xmlns:a16="http://schemas.microsoft.com/office/drawing/2014/main" id="{A6045D3C-82AA-9FBB-411F-0E5C0781535F}"/>
              </a:ext>
            </a:extLst>
          </p:cNvPr>
          <p:cNvSpPr>
            <a:spLocks noGrp="1"/>
          </p:cNvSpPr>
          <p:nvPr>
            <p:ph type="title"/>
          </p:nvPr>
        </p:nvSpPr>
        <p:spPr>
          <a:xfrm>
            <a:off x="551384" y="549274"/>
            <a:ext cx="6984776"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22EA42D5-0B57-E8B5-A88B-761A9FAE6AB0}"/>
              </a:ext>
            </a:extLst>
          </p:cNvPr>
          <p:cNvSpPr>
            <a:spLocks noGrp="1"/>
          </p:cNvSpPr>
          <p:nvPr>
            <p:ph sz="quarter" idx="31"/>
          </p:nvPr>
        </p:nvSpPr>
        <p:spPr>
          <a:xfrm>
            <a:off x="551384" y="2132856"/>
            <a:ext cx="69847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4" name="Text Placeholder 10">
            <a:extLst>
              <a:ext uri="{FF2B5EF4-FFF2-40B4-BE49-F238E27FC236}">
                <a16:creationId xmlns:a16="http://schemas.microsoft.com/office/drawing/2014/main" id="{575E82EC-A458-5386-A6C2-3DA2181C3D7A}"/>
              </a:ext>
            </a:extLst>
          </p:cNvPr>
          <p:cNvSpPr>
            <a:spLocks noGrp="1"/>
          </p:cNvSpPr>
          <p:nvPr>
            <p:ph type="body" sz="quarter" idx="27" hasCustomPrompt="1"/>
          </p:nvPr>
        </p:nvSpPr>
        <p:spPr>
          <a:xfrm>
            <a:off x="8256241" y="1634285"/>
            <a:ext cx="338489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styles</a:t>
            </a:r>
          </a:p>
        </p:txBody>
      </p:sp>
      <p:sp>
        <p:nvSpPr>
          <p:cNvPr id="15" name="Content Placeholder 20">
            <a:extLst>
              <a:ext uri="{FF2B5EF4-FFF2-40B4-BE49-F238E27FC236}">
                <a16:creationId xmlns:a16="http://schemas.microsoft.com/office/drawing/2014/main" id="{1A6968A6-FB6E-BB74-1AD4-19A563FF60BE}"/>
              </a:ext>
            </a:extLst>
          </p:cNvPr>
          <p:cNvSpPr>
            <a:spLocks noGrp="1"/>
          </p:cNvSpPr>
          <p:nvPr>
            <p:ph sz="quarter" idx="28"/>
          </p:nvPr>
        </p:nvSpPr>
        <p:spPr>
          <a:xfrm>
            <a:off x="8256241" y="2132856"/>
            <a:ext cx="33848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832040218"/>
      </p:ext>
    </p:extLst>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Content 4 Chapterbox">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900C123-9D30-0EBC-5FF8-AB8833A92E04}"/>
              </a:ext>
            </a:extLst>
          </p:cNvPr>
          <p:cNvSpPr/>
          <p:nvPr userDrawn="1"/>
        </p:nvSpPr>
        <p:spPr>
          <a:xfrm rot="16200000" flipV="1">
            <a:off x="6640013" y="1306009"/>
            <a:ext cx="6857998" cy="4245983"/>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8" name="Group 37">
            <a:extLst>
              <a:ext uri="{FF2B5EF4-FFF2-40B4-BE49-F238E27FC236}">
                <a16:creationId xmlns:a16="http://schemas.microsoft.com/office/drawing/2014/main" id="{EAB09A99-143F-FC31-39FF-7DF7B4ACA5CF}"/>
              </a:ext>
            </a:extLst>
          </p:cNvPr>
          <p:cNvGrpSpPr/>
          <p:nvPr userDrawn="1"/>
        </p:nvGrpSpPr>
        <p:grpSpPr>
          <a:xfrm>
            <a:off x="11770322" y="176700"/>
            <a:ext cx="260230" cy="240782"/>
            <a:chOff x="5481638" y="2859088"/>
            <a:chExt cx="1231900" cy="1139825"/>
          </a:xfrm>
          <a:solidFill>
            <a:schemeClr val="bg1"/>
          </a:solidFill>
        </p:grpSpPr>
        <p:sp>
          <p:nvSpPr>
            <p:cNvPr id="19" name="Freeform 320">
              <a:extLst>
                <a:ext uri="{FF2B5EF4-FFF2-40B4-BE49-F238E27FC236}">
                  <a16:creationId xmlns:a16="http://schemas.microsoft.com/office/drawing/2014/main" id="{87F6F8F7-5BC0-8EDE-8130-67B046E555CF}"/>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0" name="Freeform 321">
              <a:extLst>
                <a:ext uri="{FF2B5EF4-FFF2-40B4-BE49-F238E27FC236}">
                  <a16:creationId xmlns:a16="http://schemas.microsoft.com/office/drawing/2014/main" id="{59BC8A90-2223-E3B3-3D95-0EBCFB812F2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545F7198-C878-E20D-1FB2-E42A8A78A28C}"/>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8F3B15C5-4190-C7AB-2CDF-2D3ACCBB15A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65F939E0-4FD6-2BB5-5421-0B506A62A78F}"/>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5674A409-7F6D-1AD9-F702-6ED510ACC0C5}"/>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3" name="Title 4">
            <a:extLst>
              <a:ext uri="{FF2B5EF4-FFF2-40B4-BE49-F238E27FC236}">
                <a16:creationId xmlns:a16="http://schemas.microsoft.com/office/drawing/2014/main" id="{95409989-1A02-4E5D-CD8F-48682E3303A8}"/>
              </a:ext>
            </a:extLst>
          </p:cNvPr>
          <p:cNvSpPr>
            <a:spLocks noGrp="1"/>
          </p:cNvSpPr>
          <p:nvPr>
            <p:ph type="title"/>
          </p:nvPr>
        </p:nvSpPr>
        <p:spPr>
          <a:xfrm>
            <a:off x="551384" y="549274"/>
            <a:ext cx="6984776" cy="930372"/>
          </a:xfrm>
        </p:spPr>
        <p:txBody>
          <a:bodyPr/>
          <a:lstStyle/>
          <a:p>
            <a:r>
              <a:rPr lang="en-GB" dirty="0"/>
              <a:t>Click to edit Master title style</a:t>
            </a:r>
            <a:endParaRPr lang="en-US" dirty="0"/>
          </a:p>
        </p:txBody>
      </p:sp>
      <p:sp>
        <p:nvSpPr>
          <p:cNvPr id="14" name="Content Placeholder 5">
            <a:extLst>
              <a:ext uri="{FF2B5EF4-FFF2-40B4-BE49-F238E27FC236}">
                <a16:creationId xmlns:a16="http://schemas.microsoft.com/office/drawing/2014/main" id="{2DCCEE90-31CC-A4DC-B3C5-AC9C060D465F}"/>
              </a:ext>
            </a:extLst>
          </p:cNvPr>
          <p:cNvSpPr>
            <a:spLocks noGrp="1"/>
          </p:cNvSpPr>
          <p:nvPr>
            <p:ph sz="quarter" idx="31"/>
          </p:nvPr>
        </p:nvSpPr>
        <p:spPr>
          <a:xfrm>
            <a:off x="551384" y="2132856"/>
            <a:ext cx="69847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hapter Placeholder 2">
            <a:extLst>
              <a:ext uri="{FF2B5EF4-FFF2-40B4-BE49-F238E27FC236}">
                <a16:creationId xmlns:a16="http://schemas.microsoft.com/office/drawing/2014/main" id="{936A02BE-C247-1A36-501E-9055834626A1}"/>
              </a:ext>
            </a:extLst>
          </p:cNvPr>
          <p:cNvSpPr>
            <a:spLocks noGrp="1"/>
          </p:cNvSpPr>
          <p:nvPr>
            <p:ph type="body" sz="quarter" idx="13" hasCustomPrompt="1"/>
          </p:nvPr>
        </p:nvSpPr>
        <p:spPr>
          <a:xfrm>
            <a:off x="550863" y="266219"/>
            <a:ext cx="6983378" cy="151264"/>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21" name="Text Placeholder 10">
            <a:extLst>
              <a:ext uri="{FF2B5EF4-FFF2-40B4-BE49-F238E27FC236}">
                <a16:creationId xmlns:a16="http://schemas.microsoft.com/office/drawing/2014/main" id="{8E6176E4-C366-0C4A-3228-B3F6A06E86C0}"/>
              </a:ext>
            </a:extLst>
          </p:cNvPr>
          <p:cNvSpPr>
            <a:spLocks noGrp="1"/>
          </p:cNvSpPr>
          <p:nvPr>
            <p:ph type="body" sz="quarter" idx="27" hasCustomPrompt="1"/>
          </p:nvPr>
        </p:nvSpPr>
        <p:spPr>
          <a:xfrm>
            <a:off x="8256241" y="1634285"/>
            <a:ext cx="338489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styles</a:t>
            </a:r>
          </a:p>
        </p:txBody>
      </p:sp>
      <p:sp>
        <p:nvSpPr>
          <p:cNvPr id="22" name="Content Placeholder 20">
            <a:extLst>
              <a:ext uri="{FF2B5EF4-FFF2-40B4-BE49-F238E27FC236}">
                <a16:creationId xmlns:a16="http://schemas.microsoft.com/office/drawing/2014/main" id="{443E2F45-FAB8-64D4-8813-70E1FD5F915C}"/>
              </a:ext>
            </a:extLst>
          </p:cNvPr>
          <p:cNvSpPr>
            <a:spLocks noGrp="1"/>
          </p:cNvSpPr>
          <p:nvPr>
            <p:ph sz="quarter" idx="28"/>
          </p:nvPr>
        </p:nvSpPr>
        <p:spPr>
          <a:xfrm>
            <a:off x="8256241" y="2132856"/>
            <a:ext cx="33848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35968390"/>
      </p:ext>
    </p:extLst>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ntent 5">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AEFDD5A-0E10-35E6-046E-79E61257DDF1}"/>
              </a:ext>
            </a:extLst>
          </p:cNvPr>
          <p:cNvSpPr/>
          <p:nvPr userDrawn="1"/>
        </p:nvSpPr>
        <p:spPr>
          <a:xfrm rot="16200000" flipV="1">
            <a:off x="7103001" y="1768998"/>
            <a:ext cx="6857998" cy="3320006"/>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AA1EA1F2-A678-B9A4-119A-DA3923B39A3A}"/>
              </a:ext>
            </a:extLst>
          </p:cNvPr>
          <p:cNvGrpSpPr/>
          <p:nvPr userDrawn="1"/>
        </p:nvGrpSpPr>
        <p:grpSpPr>
          <a:xfrm>
            <a:off x="11770322" y="176700"/>
            <a:ext cx="260230" cy="240782"/>
            <a:chOff x="5481638" y="2859088"/>
            <a:chExt cx="1231900" cy="1139825"/>
          </a:xfrm>
          <a:solidFill>
            <a:schemeClr val="bg1"/>
          </a:solidFill>
        </p:grpSpPr>
        <p:sp>
          <p:nvSpPr>
            <p:cNvPr id="21" name="Freeform 320">
              <a:extLst>
                <a:ext uri="{FF2B5EF4-FFF2-40B4-BE49-F238E27FC236}">
                  <a16:creationId xmlns:a16="http://schemas.microsoft.com/office/drawing/2014/main" id="{F2CAAAB8-8F85-36D6-90A3-F9EF7CA3A4F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5CFC2EFB-5E04-2EE5-FF07-1211D0C87D5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2" name="Date Placeholder 1">
            <a:extLst>
              <a:ext uri="{FF2B5EF4-FFF2-40B4-BE49-F238E27FC236}">
                <a16:creationId xmlns:a16="http://schemas.microsoft.com/office/drawing/2014/main" id="{2B8F9C6F-5E55-F6B7-39D2-CF5A9A6F84BD}"/>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230850CD-89CD-C34B-151D-32B983A0A5B1}"/>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C3F4590F-315C-56B0-3B3E-63266FA764B6}"/>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A3C12292-D642-1BE3-E468-46FE0A608B11}"/>
              </a:ext>
            </a:extLst>
          </p:cNvPr>
          <p:cNvSpPr>
            <a:spLocks noGrp="1"/>
          </p:cNvSpPr>
          <p:nvPr>
            <p:ph type="body" sz="quarter" idx="22" hasCustomPrompt="1"/>
          </p:nvPr>
        </p:nvSpPr>
        <p:spPr>
          <a:xfrm>
            <a:off x="550200" y="1634286"/>
            <a:ext cx="7920880"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3A6298A3-5BA7-7C5B-21A4-6C4B53E49E7C}"/>
              </a:ext>
            </a:extLst>
          </p:cNvPr>
          <p:cNvSpPr>
            <a:spLocks noGrp="1"/>
          </p:cNvSpPr>
          <p:nvPr>
            <p:ph type="title"/>
          </p:nvPr>
        </p:nvSpPr>
        <p:spPr>
          <a:xfrm>
            <a:off x="551384" y="549274"/>
            <a:ext cx="7920880" cy="930372"/>
          </a:xfrm>
        </p:spPr>
        <p:txBody>
          <a:bodyPr/>
          <a:lstStyle/>
          <a:p>
            <a:r>
              <a:rPr lang="en-GB" dirty="0"/>
              <a:t>Click to edit Master title style</a:t>
            </a:r>
            <a:endParaRPr lang="en-US" dirty="0"/>
          </a:p>
        </p:txBody>
      </p:sp>
      <p:sp>
        <p:nvSpPr>
          <p:cNvPr id="11" name="Content Placeholder 5">
            <a:extLst>
              <a:ext uri="{FF2B5EF4-FFF2-40B4-BE49-F238E27FC236}">
                <a16:creationId xmlns:a16="http://schemas.microsoft.com/office/drawing/2014/main" id="{622159DC-E7B5-707A-2179-D2FF6F1EA018}"/>
              </a:ext>
            </a:extLst>
          </p:cNvPr>
          <p:cNvSpPr>
            <a:spLocks noGrp="1"/>
          </p:cNvSpPr>
          <p:nvPr>
            <p:ph sz="quarter" idx="31"/>
          </p:nvPr>
        </p:nvSpPr>
        <p:spPr>
          <a:xfrm>
            <a:off x="551384" y="2132856"/>
            <a:ext cx="7920880"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Text Placeholder 10">
            <a:extLst>
              <a:ext uri="{FF2B5EF4-FFF2-40B4-BE49-F238E27FC236}">
                <a16:creationId xmlns:a16="http://schemas.microsoft.com/office/drawing/2014/main" id="{BC3B80F0-7CE1-0736-F8FB-8A0BB28B3596}"/>
              </a:ext>
            </a:extLst>
          </p:cNvPr>
          <p:cNvSpPr>
            <a:spLocks noGrp="1"/>
          </p:cNvSpPr>
          <p:nvPr>
            <p:ph type="body" sz="quarter" idx="27"/>
          </p:nvPr>
        </p:nvSpPr>
        <p:spPr>
          <a:xfrm>
            <a:off x="9192343" y="1634286"/>
            <a:ext cx="2448795"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a:t>
            </a:r>
          </a:p>
        </p:txBody>
      </p:sp>
      <p:sp>
        <p:nvSpPr>
          <p:cNvPr id="14" name="Content Placeholder 20">
            <a:extLst>
              <a:ext uri="{FF2B5EF4-FFF2-40B4-BE49-F238E27FC236}">
                <a16:creationId xmlns:a16="http://schemas.microsoft.com/office/drawing/2014/main" id="{F6FCBD51-804B-9A60-0E33-BAC77E369253}"/>
              </a:ext>
            </a:extLst>
          </p:cNvPr>
          <p:cNvSpPr>
            <a:spLocks noGrp="1"/>
          </p:cNvSpPr>
          <p:nvPr>
            <p:ph sz="quarter" idx="28"/>
          </p:nvPr>
        </p:nvSpPr>
        <p:spPr>
          <a:xfrm>
            <a:off x="9192343" y="2132856"/>
            <a:ext cx="2448795"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43416821"/>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ntent 5 Chapterbox">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AEFDD5A-0E10-35E6-046E-79E61257DDF1}"/>
              </a:ext>
            </a:extLst>
          </p:cNvPr>
          <p:cNvSpPr/>
          <p:nvPr userDrawn="1"/>
        </p:nvSpPr>
        <p:spPr>
          <a:xfrm rot="16200000" flipV="1">
            <a:off x="7103001" y="1768998"/>
            <a:ext cx="6857998" cy="3320006"/>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AA1EA1F2-A678-B9A4-119A-DA3923B39A3A}"/>
              </a:ext>
            </a:extLst>
          </p:cNvPr>
          <p:cNvGrpSpPr/>
          <p:nvPr userDrawn="1"/>
        </p:nvGrpSpPr>
        <p:grpSpPr>
          <a:xfrm>
            <a:off x="11770322" y="176700"/>
            <a:ext cx="260230" cy="240782"/>
            <a:chOff x="5481638" y="2859088"/>
            <a:chExt cx="1231900" cy="1139825"/>
          </a:xfrm>
          <a:solidFill>
            <a:schemeClr val="bg1"/>
          </a:solidFill>
        </p:grpSpPr>
        <p:sp>
          <p:nvSpPr>
            <p:cNvPr id="21" name="Freeform 320">
              <a:extLst>
                <a:ext uri="{FF2B5EF4-FFF2-40B4-BE49-F238E27FC236}">
                  <a16:creationId xmlns:a16="http://schemas.microsoft.com/office/drawing/2014/main" id="{F2CAAAB8-8F85-36D6-90A3-F9EF7CA3A4F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5CFC2EFB-5E04-2EE5-FF07-1211D0C87D5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2" name="Date Placeholder 1">
            <a:extLst>
              <a:ext uri="{FF2B5EF4-FFF2-40B4-BE49-F238E27FC236}">
                <a16:creationId xmlns:a16="http://schemas.microsoft.com/office/drawing/2014/main" id="{2B8F9C6F-5E55-F6B7-39D2-CF5A9A6F84BD}"/>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230850CD-89CD-C34B-151D-32B983A0A5B1}"/>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C3F4590F-315C-56B0-3B3E-63266FA764B6}"/>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BCEAD7CF-8D5F-9D27-DAA7-A07F7955B195}"/>
              </a:ext>
            </a:extLst>
          </p:cNvPr>
          <p:cNvSpPr>
            <a:spLocks noGrp="1"/>
          </p:cNvSpPr>
          <p:nvPr>
            <p:ph type="body" sz="quarter" idx="22" hasCustomPrompt="1"/>
          </p:nvPr>
        </p:nvSpPr>
        <p:spPr>
          <a:xfrm>
            <a:off x="550200" y="1634286"/>
            <a:ext cx="7920880"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1" name="Title 4">
            <a:extLst>
              <a:ext uri="{FF2B5EF4-FFF2-40B4-BE49-F238E27FC236}">
                <a16:creationId xmlns:a16="http://schemas.microsoft.com/office/drawing/2014/main" id="{1687478E-90A1-8034-63B7-7A1B82264DB2}"/>
              </a:ext>
            </a:extLst>
          </p:cNvPr>
          <p:cNvSpPr>
            <a:spLocks noGrp="1"/>
          </p:cNvSpPr>
          <p:nvPr>
            <p:ph type="title"/>
          </p:nvPr>
        </p:nvSpPr>
        <p:spPr>
          <a:xfrm>
            <a:off x="551384" y="549274"/>
            <a:ext cx="7920880"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D7E86C30-BE00-9D17-EF57-8697C0BFB4C3}"/>
              </a:ext>
            </a:extLst>
          </p:cNvPr>
          <p:cNvSpPr>
            <a:spLocks noGrp="1"/>
          </p:cNvSpPr>
          <p:nvPr>
            <p:ph sz="quarter" idx="31"/>
          </p:nvPr>
        </p:nvSpPr>
        <p:spPr>
          <a:xfrm>
            <a:off x="551384" y="2132856"/>
            <a:ext cx="7920880"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hapter Placeholder 2">
            <a:extLst>
              <a:ext uri="{FF2B5EF4-FFF2-40B4-BE49-F238E27FC236}">
                <a16:creationId xmlns:a16="http://schemas.microsoft.com/office/drawing/2014/main" id="{6A5C8B01-3717-91CF-FD0F-5EED379422B7}"/>
              </a:ext>
            </a:extLst>
          </p:cNvPr>
          <p:cNvSpPr>
            <a:spLocks noGrp="1"/>
          </p:cNvSpPr>
          <p:nvPr>
            <p:ph type="body" sz="quarter" idx="13" hasCustomPrompt="1"/>
          </p:nvPr>
        </p:nvSpPr>
        <p:spPr>
          <a:xfrm>
            <a:off x="550862" y="266219"/>
            <a:ext cx="7919295" cy="151264"/>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8" name="Text Placeholder 10">
            <a:extLst>
              <a:ext uri="{FF2B5EF4-FFF2-40B4-BE49-F238E27FC236}">
                <a16:creationId xmlns:a16="http://schemas.microsoft.com/office/drawing/2014/main" id="{AE8E5894-5F63-308E-5147-5E3E33440D95}"/>
              </a:ext>
            </a:extLst>
          </p:cNvPr>
          <p:cNvSpPr>
            <a:spLocks noGrp="1"/>
          </p:cNvSpPr>
          <p:nvPr>
            <p:ph type="body" sz="quarter" idx="27"/>
          </p:nvPr>
        </p:nvSpPr>
        <p:spPr>
          <a:xfrm>
            <a:off x="9192343" y="1634286"/>
            <a:ext cx="2448795"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a:t>
            </a:r>
          </a:p>
        </p:txBody>
      </p:sp>
      <p:sp>
        <p:nvSpPr>
          <p:cNvPr id="19" name="Content Placeholder 20">
            <a:extLst>
              <a:ext uri="{FF2B5EF4-FFF2-40B4-BE49-F238E27FC236}">
                <a16:creationId xmlns:a16="http://schemas.microsoft.com/office/drawing/2014/main" id="{521DAA1A-D266-47B1-5E5D-C5DA055E1F8E}"/>
              </a:ext>
            </a:extLst>
          </p:cNvPr>
          <p:cNvSpPr>
            <a:spLocks noGrp="1"/>
          </p:cNvSpPr>
          <p:nvPr>
            <p:ph sz="quarter" idx="28"/>
          </p:nvPr>
        </p:nvSpPr>
        <p:spPr>
          <a:xfrm>
            <a:off x="9192343" y="2132856"/>
            <a:ext cx="2448795"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7491299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142192-00F6-71C9-9A77-489CD275D234}"/>
              </a:ext>
            </a:extLst>
          </p:cNvPr>
          <p:cNvSpPr/>
          <p:nvPr userDrawn="1"/>
        </p:nvSpPr>
        <p:spPr>
          <a:xfrm rot="16200000" flipV="1">
            <a:off x="7563095" y="2229091"/>
            <a:ext cx="6857998" cy="2399819"/>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5" name="Group 37">
            <a:extLst>
              <a:ext uri="{FF2B5EF4-FFF2-40B4-BE49-F238E27FC236}">
                <a16:creationId xmlns:a16="http://schemas.microsoft.com/office/drawing/2014/main" id="{3DFDE37E-5420-F85E-8E48-40542DA08033}"/>
              </a:ext>
            </a:extLst>
          </p:cNvPr>
          <p:cNvGrpSpPr/>
          <p:nvPr userDrawn="1"/>
        </p:nvGrpSpPr>
        <p:grpSpPr>
          <a:xfrm>
            <a:off x="11770322" y="176700"/>
            <a:ext cx="260230" cy="240782"/>
            <a:chOff x="5481638" y="2859088"/>
            <a:chExt cx="1231900" cy="1139825"/>
          </a:xfrm>
          <a:solidFill>
            <a:schemeClr val="bg1"/>
          </a:solidFill>
        </p:grpSpPr>
        <p:sp>
          <p:nvSpPr>
            <p:cNvPr id="26" name="Freeform 320">
              <a:extLst>
                <a:ext uri="{FF2B5EF4-FFF2-40B4-BE49-F238E27FC236}">
                  <a16:creationId xmlns:a16="http://schemas.microsoft.com/office/drawing/2014/main" id="{AD48A599-A45D-8D69-AEA6-662642AD9D9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7" name="Freeform 321">
              <a:extLst>
                <a:ext uri="{FF2B5EF4-FFF2-40B4-BE49-F238E27FC236}">
                  <a16:creationId xmlns:a16="http://schemas.microsoft.com/office/drawing/2014/main" id="{D65A51CC-4C31-51CB-14AC-6B1601AB8A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D5AE9DA6-521B-F449-72BF-F6B58357D1E2}"/>
              </a:ext>
            </a:extLst>
          </p:cNvPr>
          <p:cNvSpPr>
            <a:spLocks noGrp="1"/>
          </p:cNvSpPr>
          <p:nvPr>
            <p:ph type="dt" sz="half" idx="2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B8E5A5A4-4ABB-75D4-0347-730FFE4FE623}"/>
              </a:ext>
            </a:extLst>
          </p:cNvPr>
          <p:cNvSpPr>
            <a:spLocks noGrp="1"/>
          </p:cNvSpPr>
          <p:nvPr>
            <p:ph type="ftr" sz="quarter" idx="26"/>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1D8486EB-33DC-2A07-4FA3-E55575E4F077}"/>
              </a:ext>
            </a:extLst>
          </p:cNvPr>
          <p:cNvSpPr>
            <a:spLocks noGrp="1"/>
          </p:cNvSpPr>
          <p:nvPr>
            <p:ph type="sldNum" sz="quarter" idx="27"/>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38934C3E-3E4B-1654-745D-C13199A95DA2}"/>
              </a:ext>
            </a:extLst>
          </p:cNvPr>
          <p:cNvSpPr>
            <a:spLocks noGrp="1"/>
          </p:cNvSpPr>
          <p:nvPr>
            <p:ph type="body" sz="quarter" idx="22" hasCustomPrompt="1"/>
          </p:nvPr>
        </p:nvSpPr>
        <p:spPr>
          <a:xfrm>
            <a:off x="550200" y="1634286"/>
            <a:ext cx="8882182"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1" name="Title 4">
            <a:extLst>
              <a:ext uri="{FF2B5EF4-FFF2-40B4-BE49-F238E27FC236}">
                <a16:creationId xmlns:a16="http://schemas.microsoft.com/office/drawing/2014/main" id="{26C0F4BF-CC0E-53F3-48F8-509E80B6D05E}"/>
              </a:ext>
            </a:extLst>
          </p:cNvPr>
          <p:cNvSpPr>
            <a:spLocks noGrp="1"/>
          </p:cNvSpPr>
          <p:nvPr>
            <p:ph type="title"/>
          </p:nvPr>
        </p:nvSpPr>
        <p:spPr>
          <a:xfrm>
            <a:off x="551384" y="549274"/>
            <a:ext cx="8882182" cy="930372"/>
          </a:xfrm>
        </p:spPr>
        <p:txBody>
          <a:bodyPr/>
          <a:lstStyle/>
          <a:p>
            <a:r>
              <a:rPr lang="en-GB" dirty="0"/>
              <a:t>Click to edit Master title style</a:t>
            </a:r>
            <a:endParaRPr lang="en-US" dirty="0"/>
          </a:p>
        </p:txBody>
      </p:sp>
      <p:sp>
        <p:nvSpPr>
          <p:cNvPr id="12" name="Content Placeholder 5">
            <a:extLst>
              <a:ext uri="{FF2B5EF4-FFF2-40B4-BE49-F238E27FC236}">
                <a16:creationId xmlns:a16="http://schemas.microsoft.com/office/drawing/2014/main" id="{E749D598-FF82-BFAF-886D-C191177E3D20}"/>
              </a:ext>
            </a:extLst>
          </p:cNvPr>
          <p:cNvSpPr>
            <a:spLocks noGrp="1"/>
          </p:cNvSpPr>
          <p:nvPr>
            <p:ph sz="quarter" idx="31"/>
          </p:nvPr>
        </p:nvSpPr>
        <p:spPr>
          <a:xfrm>
            <a:off x="551384" y="2132856"/>
            <a:ext cx="8882182"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Text Placeholder 10">
            <a:extLst>
              <a:ext uri="{FF2B5EF4-FFF2-40B4-BE49-F238E27FC236}">
                <a16:creationId xmlns:a16="http://schemas.microsoft.com/office/drawing/2014/main" id="{01597265-9724-5AC8-39BF-5750C67F42A7}"/>
              </a:ext>
            </a:extLst>
          </p:cNvPr>
          <p:cNvSpPr>
            <a:spLocks noGrp="1"/>
          </p:cNvSpPr>
          <p:nvPr>
            <p:ph type="body" sz="quarter" idx="32"/>
          </p:nvPr>
        </p:nvSpPr>
        <p:spPr>
          <a:xfrm>
            <a:off x="9984432" y="1626099"/>
            <a:ext cx="1656706"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a:t>
            </a:r>
          </a:p>
        </p:txBody>
      </p:sp>
      <p:sp>
        <p:nvSpPr>
          <p:cNvPr id="14" name="Content Placeholder 20">
            <a:extLst>
              <a:ext uri="{FF2B5EF4-FFF2-40B4-BE49-F238E27FC236}">
                <a16:creationId xmlns:a16="http://schemas.microsoft.com/office/drawing/2014/main" id="{2C2F412C-7456-D7FF-AA48-C193186850E0}"/>
              </a:ext>
            </a:extLst>
          </p:cNvPr>
          <p:cNvSpPr>
            <a:spLocks noGrp="1"/>
          </p:cNvSpPr>
          <p:nvPr>
            <p:ph sz="quarter" idx="28"/>
          </p:nvPr>
        </p:nvSpPr>
        <p:spPr>
          <a:xfrm>
            <a:off x="9984432" y="2132856"/>
            <a:ext cx="1656706"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09866429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ntent 6  Chapterbox">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142192-00F6-71C9-9A77-489CD275D234}"/>
              </a:ext>
            </a:extLst>
          </p:cNvPr>
          <p:cNvSpPr/>
          <p:nvPr userDrawn="1"/>
        </p:nvSpPr>
        <p:spPr>
          <a:xfrm rot="16200000" flipV="1">
            <a:off x="7563095" y="2229091"/>
            <a:ext cx="6857998" cy="2399819"/>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5" name="Group 37">
            <a:extLst>
              <a:ext uri="{FF2B5EF4-FFF2-40B4-BE49-F238E27FC236}">
                <a16:creationId xmlns:a16="http://schemas.microsoft.com/office/drawing/2014/main" id="{3DFDE37E-5420-F85E-8E48-40542DA08033}"/>
              </a:ext>
            </a:extLst>
          </p:cNvPr>
          <p:cNvGrpSpPr/>
          <p:nvPr userDrawn="1"/>
        </p:nvGrpSpPr>
        <p:grpSpPr>
          <a:xfrm>
            <a:off x="11770322" y="176700"/>
            <a:ext cx="260230" cy="240782"/>
            <a:chOff x="5481638" y="2859088"/>
            <a:chExt cx="1231900" cy="1139825"/>
          </a:xfrm>
          <a:solidFill>
            <a:schemeClr val="bg1"/>
          </a:solidFill>
        </p:grpSpPr>
        <p:sp>
          <p:nvSpPr>
            <p:cNvPr id="26" name="Freeform 320">
              <a:extLst>
                <a:ext uri="{FF2B5EF4-FFF2-40B4-BE49-F238E27FC236}">
                  <a16:creationId xmlns:a16="http://schemas.microsoft.com/office/drawing/2014/main" id="{AD48A599-A45D-8D69-AEA6-662642AD9D9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7" name="Freeform 321">
              <a:extLst>
                <a:ext uri="{FF2B5EF4-FFF2-40B4-BE49-F238E27FC236}">
                  <a16:creationId xmlns:a16="http://schemas.microsoft.com/office/drawing/2014/main" id="{D65A51CC-4C31-51CB-14AC-6B1601AB8A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D5AE9DA6-521B-F449-72BF-F6B58357D1E2}"/>
              </a:ext>
            </a:extLst>
          </p:cNvPr>
          <p:cNvSpPr>
            <a:spLocks noGrp="1"/>
          </p:cNvSpPr>
          <p:nvPr>
            <p:ph type="dt" sz="half" idx="2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B8E5A5A4-4ABB-75D4-0347-730FFE4FE623}"/>
              </a:ext>
            </a:extLst>
          </p:cNvPr>
          <p:cNvSpPr>
            <a:spLocks noGrp="1"/>
          </p:cNvSpPr>
          <p:nvPr>
            <p:ph type="ftr" sz="quarter" idx="26"/>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1D8486EB-33DC-2A07-4FA3-E55575E4F077}"/>
              </a:ext>
            </a:extLst>
          </p:cNvPr>
          <p:cNvSpPr>
            <a:spLocks noGrp="1"/>
          </p:cNvSpPr>
          <p:nvPr>
            <p:ph type="sldNum" sz="quarter" idx="27"/>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57D3AFA8-B5AE-1009-87FB-3094F6AA01FC}"/>
              </a:ext>
            </a:extLst>
          </p:cNvPr>
          <p:cNvSpPr>
            <a:spLocks noGrp="1"/>
          </p:cNvSpPr>
          <p:nvPr>
            <p:ph type="body" sz="quarter" idx="22" hasCustomPrompt="1"/>
          </p:nvPr>
        </p:nvSpPr>
        <p:spPr>
          <a:xfrm>
            <a:off x="550200" y="1634286"/>
            <a:ext cx="8882182"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2" name="Title 4">
            <a:extLst>
              <a:ext uri="{FF2B5EF4-FFF2-40B4-BE49-F238E27FC236}">
                <a16:creationId xmlns:a16="http://schemas.microsoft.com/office/drawing/2014/main" id="{E8B18499-1BD5-8671-B7DA-85FF38B39AF1}"/>
              </a:ext>
            </a:extLst>
          </p:cNvPr>
          <p:cNvSpPr>
            <a:spLocks noGrp="1"/>
          </p:cNvSpPr>
          <p:nvPr>
            <p:ph type="title"/>
          </p:nvPr>
        </p:nvSpPr>
        <p:spPr>
          <a:xfrm>
            <a:off x="551384" y="549274"/>
            <a:ext cx="8882182"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A8E7D3BA-BA6E-15BA-6C42-ADF680180521}"/>
              </a:ext>
            </a:extLst>
          </p:cNvPr>
          <p:cNvSpPr>
            <a:spLocks noGrp="1"/>
          </p:cNvSpPr>
          <p:nvPr>
            <p:ph sz="quarter" idx="31"/>
          </p:nvPr>
        </p:nvSpPr>
        <p:spPr>
          <a:xfrm>
            <a:off x="551384" y="2132856"/>
            <a:ext cx="8882182"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Chapter Placeholder 2">
            <a:extLst>
              <a:ext uri="{FF2B5EF4-FFF2-40B4-BE49-F238E27FC236}">
                <a16:creationId xmlns:a16="http://schemas.microsoft.com/office/drawing/2014/main" id="{9D97BD4D-BD09-CDBA-2016-5370E7CD44BC}"/>
              </a:ext>
            </a:extLst>
          </p:cNvPr>
          <p:cNvSpPr>
            <a:spLocks noGrp="1"/>
          </p:cNvSpPr>
          <p:nvPr>
            <p:ph type="body" sz="quarter" idx="13" hasCustomPrompt="1"/>
          </p:nvPr>
        </p:nvSpPr>
        <p:spPr>
          <a:xfrm>
            <a:off x="550862" y="266219"/>
            <a:ext cx="8880405" cy="151264"/>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7" name="Text Placeholder 10">
            <a:extLst>
              <a:ext uri="{FF2B5EF4-FFF2-40B4-BE49-F238E27FC236}">
                <a16:creationId xmlns:a16="http://schemas.microsoft.com/office/drawing/2014/main" id="{279CB933-CE76-9E4E-FAB4-33E087341DA3}"/>
              </a:ext>
            </a:extLst>
          </p:cNvPr>
          <p:cNvSpPr>
            <a:spLocks noGrp="1"/>
          </p:cNvSpPr>
          <p:nvPr>
            <p:ph type="body" sz="quarter" idx="32"/>
          </p:nvPr>
        </p:nvSpPr>
        <p:spPr>
          <a:xfrm>
            <a:off x="9984432" y="1626099"/>
            <a:ext cx="1656706"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a:t>
            </a:r>
          </a:p>
        </p:txBody>
      </p:sp>
      <p:sp>
        <p:nvSpPr>
          <p:cNvPr id="18" name="Content Placeholder 20">
            <a:extLst>
              <a:ext uri="{FF2B5EF4-FFF2-40B4-BE49-F238E27FC236}">
                <a16:creationId xmlns:a16="http://schemas.microsoft.com/office/drawing/2014/main" id="{1DD2621E-CD40-C783-8C89-16DA20455EF9}"/>
              </a:ext>
            </a:extLst>
          </p:cNvPr>
          <p:cNvSpPr>
            <a:spLocks noGrp="1"/>
          </p:cNvSpPr>
          <p:nvPr>
            <p:ph sz="quarter" idx="28"/>
          </p:nvPr>
        </p:nvSpPr>
        <p:spPr>
          <a:xfrm>
            <a:off x="9984432" y="2132856"/>
            <a:ext cx="1656706"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49592154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7" name="Content Placeholder 17">
            <a:extLst>
              <a:ext uri="{FF2B5EF4-FFF2-40B4-BE49-F238E27FC236}">
                <a16:creationId xmlns:a16="http://schemas.microsoft.com/office/drawing/2014/main" id="{9419F9B9-A3F9-F338-CA95-2522ADFD9276}"/>
              </a:ext>
            </a:extLst>
          </p:cNvPr>
          <p:cNvSpPr>
            <a:spLocks noGrp="1"/>
          </p:cNvSpPr>
          <p:nvPr>
            <p:ph sz="quarter" idx="23"/>
          </p:nvPr>
        </p:nvSpPr>
        <p:spPr>
          <a:xfrm>
            <a:off x="6646863" y="1772816"/>
            <a:ext cx="4993753" cy="4535909"/>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L" dirty="0"/>
          </a:p>
        </p:txBody>
      </p:sp>
      <p:sp>
        <p:nvSpPr>
          <p:cNvPr id="3" name="Date Placeholder 2">
            <a:extLst>
              <a:ext uri="{FF2B5EF4-FFF2-40B4-BE49-F238E27FC236}">
                <a16:creationId xmlns:a16="http://schemas.microsoft.com/office/drawing/2014/main" id="{885B9FD2-6048-2D15-B439-6975CB885DBE}"/>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043C87BC-20D2-3A31-20C8-5F67B34C654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0288BCF5-D034-A931-945B-6AA231F982A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itle 7">
            <a:extLst>
              <a:ext uri="{FF2B5EF4-FFF2-40B4-BE49-F238E27FC236}">
                <a16:creationId xmlns:a16="http://schemas.microsoft.com/office/drawing/2014/main" id="{B5861566-BA12-6B84-A613-D346CEB5715D}"/>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9" name="Text Placeholder 9">
            <a:extLst>
              <a:ext uri="{FF2B5EF4-FFF2-40B4-BE49-F238E27FC236}">
                <a16:creationId xmlns:a16="http://schemas.microsoft.com/office/drawing/2014/main" id="{F10238D4-63BF-BBF6-DB83-94DDA862CEFD}"/>
              </a:ext>
            </a:extLst>
          </p:cNvPr>
          <p:cNvSpPr>
            <a:spLocks noGrp="1"/>
          </p:cNvSpPr>
          <p:nvPr>
            <p:ph type="body" sz="quarter" idx="22" hasCustomPrompt="1"/>
          </p:nvPr>
        </p:nvSpPr>
        <p:spPr>
          <a:xfrm>
            <a:off x="550200" y="1634286"/>
            <a:ext cx="5545800"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Tree>
    <p:extLst>
      <p:ext uri="{BB962C8B-B14F-4D97-AF65-F5344CB8AC3E}">
        <p14:creationId xmlns:p14="http://schemas.microsoft.com/office/powerpoint/2010/main" val="1046906543"/>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ontent 7 Chapterbox">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5B9FD2-6048-2D15-B439-6975CB885DBE}"/>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043C87BC-20D2-3A31-20C8-5F67B34C654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0288BCF5-D034-A931-945B-6AA231F982A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itle 7">
            <a:extLst>
              <a:ext uri="{FF2B5EF4-FFF2-40B4-BE49-F238E27FC236}">
                <a16:creationId xmlns:a16="http://schemas.microsoft.com/office/drawing/2014/main" id="{2E71218E-2FB4-0CE4-F714-02971DA59580}"/>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10" name="Text Placeholder 9">
            <a:extLst>
              <a:ext uri="{FF2B5EF4-FFF2-40B4-BE49-F238E27FC236}">
                <a16:creationId xmlns:a16="http://schemas.microsoft.com/office/drawing/2014/main" id="{34DFB62C-932A-D2BD-F705-657D4F39987D}"/>
              </a:ext>
            </a:extLst>
          </p:cNvPr>
          <p:cNvSpPr>
            <a:spLocks noGrp="1"/>
          </p:cNvSpPr>
          <p:nvPr>
            <p:ph type="body" sz="quarter" idx="22" hasCustomPrompt="1"/>
          </p:nvPr>
        </p:nvSpPr>
        <p:spPr>
          <a:xfrm>
            <a:off x="550200" y="1634286"/>
            <a:ext cx="5545800"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11" name="Chapter Placeholder 2">
            <a:extLst>
              <a:ext uri="{FF2B5EF4-FFF2-40B4-BE49-F238E27FC236}">
                <a16:creationId xmlns:a16="http://schemas.microsoft.com/office/drawing/2014/main" id="{13D649FC-C93C-3132-BD48-48F3C266E091}"/>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2" name="Content Placeholder 17">
            <a:extLst>
              <a:ext uri="{FF2B5EF4-FFF2-40B4-BE49-F238E27FC236}">
                <a16:creationId xmlns:a16="http://schemas.microsoft.com/office/drawing/2014/main" id="{460A3336-625D-EE99-03EA-666BE0AD8AF8}"/>
              </a:ext>
            </a:extLst>
          </p:cNvPr>
          <p:cNvSpPr>
            <a:spLocks noGrp="1"/>
          </p:cNvSpPr>
          <p:nvPr>
            <p:ph sz="quarter" idx="23"/>
          </p:nvPr>
        </p:nvSpPr>
        <p:spPr>
          <a:xfrm>
            <a:off x="6646863" y="1772816"/>
            <a:ext cx="4993753" cy="4535909"/>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L" dirty="0"/>
          </a:p>
        </p:txBody>
      </p:sp>
    </p:spTree>
    <p:extLst>
      <p:ext uri="{BB962C8B-B14F-4D97-AF65-F5344CB8AC3E}">
        <p14:creationId xmlns:p14="http://schemas.microsoft.com/office/powerpoint/2010/main" val="1954284267"/>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ntent 3 Boxes">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75832D-4FE3-EA04-12B9-E1273FD483F9}"/>
              </a:ext>
            </a:extLst>
          </p:cNvPr>
          <p:cNvSpPr>
            <a:spLocks noGrp="1"/>
          </p:cNvSpPr>
          <p:nvPr>
            <p:ph type="dt" sz="half" idx="4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5B94528A-812C-C7DE-A787-ABF5508E4B6F}"/>
              </a:ext>
            </a:extLst>
          </p:cNvPr>
          <p:cNvSpPr>
            <a:spLocks noGrp="1"/>
          </p:cNvSpPr>
          <p:nvPr>
            <p:ph type="ftr" sz="quarter" idx="46"/>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29042902-22AE-CB28-435A-B90F5D3E43B3}"/>
              </a:ext>
            </a:extLst>
          </p:cNvPr>
          <p:cNvSpPr>
            <a:spLocks noGrp="1"/>
          </p:cNvSpPr>
          <p:nvPr>
            <p:ph type="sldNum" sz="quarter" idx="47"/>
          </p:nvPr>
        </p:nvSpPr>
        <p:spPr/>
        <p:txBody>
          <a:bodyPr/>
          <a:lstStyle/>
          <a:p>
            <a:pPr algn="r"/>
            <a:fld id="{5D9A5160-6218-4E5A-B9E6-B93E3DAE377C}" type="slidenum">
              <a:rPr lang="en-US" smtClean="0"/>
              <a:pPr algn="r"/>
              <a:t>‹#›</a:t>
            </a:fld>
            <a:endParaRPr lang="en-US"/>
          </a:p>
        </p:txBody>
      </p:sp>
      <p:sp>
        <p:nvSpPr>
          <p:cNvPr id="6" name="Text Placeholder 9">
            <a:extLst>
              <a:ext uri="{FF2B5EF4-FFF2-40B4-BE49-F238E27FC236}">
                <a16:creationId xmlns:a16="http://schemas.microsoft.com/office/drawing/2014/main" id="{22EAF251-5B00-5340-BB63-EE11F9FFFB21}"/>
              </a:ext>
            </a:extLst>
          </p:cNvPr>
          <p:cNvSpPr>
            <a:spLocks noGrp="1"/>
          </p:cNvSpPr>
          <p:nvPr>
            <p:ph type="body" sz="quarter" idx="22"/>
          </p:nvPr>
        </p:nvSpPr>
        <p:spPr>
          <a:xfrm>
            <a:off x="550863" y="1628800"/>
            <a:ext cx="3546000" cy="615553"/>
          </a:xfrm>
          <a:prstGeom prst="rect">
            <a:avLst/>
          </a:prstGeom>
        </p:spPr>
        <p:txBody>
          <a:bodyPr wrap="square">
            <a:spAutoFit/>
          </a:bodyPr>
          <a:lstStyle>
            <a:lvl1pPr>
              <a:defRPr sz="2000" b="1">
                <a:solidFill>
                  <a:schemeClr val="accent2"/>
                </a:solidFill>
                <a:latin typeface="+mn-lt"/>
              </a:defRPr>
            </a:lvl1pPr>
          </a:lstStyle>
          <a:p>
            <a:pPr lvl="0"/>
            <a:r>
              <a:rPr lang="en-GB" dirty="0"/>
              <a:t>Click to edit Master text styles</a:t>
            </a:r>
          </a:p>
        </p:txBody>
      </p:sp>
      <p:sp>
        <p:nvSpPr>
          <p:cNvPr id="7" name="Text Placeholder 9">
            <a:extLst>
              <a:ext uri="{FF2B5EF4-FFF2-40B4-BE49-F238E27FC236}">
                <a16:creationId xmlns:a16="http://schemas.microsoft.com/office/drawing/2014/main" id="{598AD248-FBB9-EC90-3E8C-FC14ED331268}"/>
              </a:ext>
            </a:extLst>
          </p:cNvPr>
          <p:cNvSpPr>
            <a:spLocks noGrp="1"/>
          </p:cNvSpPr>
          <p:nvPr>
            <p:ph type="body" sz="quarter" idx="35"/>
          </p:nvPr>
        </p:nvSpPr>
        <p:spPr>
          <a:xfrm>
            <a:off x="4324134" y="1628800"/>
            <a:ext cx="3546000" cy="615553"/>
          </a:xfrm>
          <a:prstGeom prst="rect">
            <a:avLst/>
          </a:prstGeom>
        </p:spPr>
        <p:txBody>
          <a:bodyPr wrap="square">
            <a:spAutoFit/>
          </a:bodyPr>
          <a:lstStyle>
            <a:lvl1pPr>
              <a:defRPr sz="2000" b="1">
                <a:solidFill>
                  <a:schemeClr val="accent2"/>
                </a:solidFill>
                <a:latin typeface="+mn-lt"/>
              </a:defRPr>
            </a:lvl1pPr>
          </a:lstStyle>
          <a:p>
            <a:pPr lvl="0"/>
            <a:r>
              <a:rPr lang="en-GB"/>
              <a:t>Click to edit Master text styles</a:t>
            </a:r>
          </a:p>
        </p:txBody>
      </p:sp>
      <p:sp>
        <p:nvSpPr>
          <p:cNvPr id="8" name="Text Placeholder 9">
            <a:extLst>
              <a:ext uri="{FF2B5EF4-FFF2-40B4-BE49-F238E27FC236}">
                <a16:creationId xmlns:a16="http://schemas.microsoft.com/office/drawing/2014/main" id="{2F65ADB6-9B4E-3B40-2D08-D56C9C745672}"/>
              </a:ext>
            </a:extLst>
          </p:cNvPr>
          <p:cNvSpPr>
            <a:spLocks noGrp="1"/>
          </p:cNvSpPr>
          <p:nvPr>
            <p:ph type="body" sz="quarter" idx="36"/>
          </p:nvPr>
        </p:nvSpPr>
        <p:spPr>
          <a:xfrm>
            <a:off x="8097719" y="1628800"/>
            <a:ext cx="3509377" cy="615553"/>
          </a:xfrm>
          <a:prstGeom prst="rect">
            <a:avLst/>
          </a:prstGeom>
        </p:spPr>
        <p:txBody>
          <a:bodyPr wrap="square">
            <a:spAutoFit/>
          </a:bodyPr>
          <a:lstStyle>
            <a:lvl1pPr>
              <a:defRPr sz="2000" b="1">
                <a:solidFill>
                  <a:schemeClr val="accent2"/>
                </a:solidFill>
                <a:latin typeface="+mn-lt"/>
              </a:defRPr>
            </a:lvl1pPr>
          </a:lstStyle>
          <a:p>
            <a:pPr lvl="0"/>
            <a:r>
              <a:rPr lang="en-GB"/>
              <a:t>Click to edit Master text styles</a:t>
            </a:r>
          </a:p>
        </p:txBody>
      </p:sp>
      <p:sp>
        <p:nvSpPr>
          <p:cNvPr id="9" name="Content Placeholder 2">
            <a:extLst>
              <a:ext uri="{FF2B5EF4-FFF2-40B4-BE49-F238E27FC236}">
                <a16:creationId xmlns:a16="http://schemas.microsoft.com/office/drawing/2014/main" id="{68419302-9D4B-C414-85A6-46E995A79097}"/>
              </a:ext>
            </a:extLst>
          </p:cNvPr>
          <p:cNvSpPr>
            <a:spLocks noGrp="1"/>
          </p:cNvSpPr>
          <p:nvPr>
            <p:ph sz="quarter" idx="37"/>
          </p:nvPr>
        </p:nvSpPr>
        <p:spPr>
          <a:xfrm>
            <a:off x="550864" y="2471738"/>
            <a:ext cx="3544934" cy="38623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0" name="Content Placeholder 2">
            <a:extLst>
              <a:ext uri="{FF2B5EF4-FFF2-40B4-BE49-F238E27FC236}">
                <a16:creationId xmlns:a16="http://schemas.microsoft.com/office/drawing/2014/main" id="{975BEA12-754F-B220-4724-F1117410A021}"/>
              </a:ext>
            </a:extLst>
          </p:cNvPr>
          <p:cNvSpPr>
            <a:spLocks noGrp="1"/>
          </p:cNvSpPr>
          <p:nvPr>
            <p:ph sz="quarter" idx="43"/>
          </p:nvPr>
        </p:nvSpPr>
        <p:spPr>
          <a:xfrm>
            <a:off x="4322749" y="2471738"/>
            <a:ext cx="3544934" cy="38623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1" name="Content Placeholder 2">
            <a:extLst>
              <a:ext uri="{FF2B5EF4-FFF2-40B4-BE49-F238E27FC236}">
                <a16:creationId xmlns:a16="http://schemas.microsoft.com/office/drawing/2014/main" id="{CD48460B-4010-29FD-1AB9-6859382325B1}"/>
              </a:ext>
            </a:extLst>
          </p:cNvPr>
          <p:cNvSpPr>
            <a:spLocks noGrp="1"/>
          </p:cNvSpPr>
          <p:nvPr>
            <p:ph sz="quarter" idx="44"/>
          </p:nvPr>
        </p:nvSpPr>
        <p:spPr>
          <a:xfrm>
            <a:off x="8062162" y="2471738"/>
            <a:ext cx="3544934" cy="38623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2" name="Title 4">
            <a:extLst>
              <a:ext uri="{FF2B5EF4-FFF2-40B4-BE49-F238E27FC236}">
                <a16:creationId xmlns:a16="http://schemas.microsoft.com/office/drawing/2014/main" id="{9EB5DC1D-FF3F-4D53-9F16-FF58A76C8958}"/>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Tree>
    <p:extLst>
      <p:ext uri="{BB962C8B-B14F-4D97-AF65-F5344CB8AC3E}">
        <p14:creationId xmlns:p14="http://schemas.microsoft.com/office/powerpoint/2010/main" val="2600351671"/>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ntent 3 Boxes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75832D-4FE3-EA04-12B9-E1273FD483F9}"/>
              </a:ext>
            </a:extLst>
          </p:cNvPr>
          <p:cNvSpPr>
            <a:spLocks noGrp="1"/>
          </p:cNvSpPr>
          <p:nvPr>
            <p:ph type="dt" sz="half" idx="4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5B94528A-812C-C7DE-A787-ABF5508E4B6F}"/>
              </a:ext>
            </a:extLst>
          </p:cNvPr>
          <p:cNvSpPr>
            <a:spLocks noGrp="1"/>
          </p:cNvSpPr>
          <p:nvPr>
            <p:ph type="ftr" sz="quarter" idx="46"/>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29042902-22AE-CB28-435A-B90F5D3E43B3}"/>
              </a:ext>
            </a:extLst>
          </p:cNvPr>
          <p:cNvSpPr>
            <a:spLocks noGrp="1"/>
          </p:cNvSpPr>
          <p:nvPr>
            <p:ph type="sldNum" sz="quarter" idx="47"/>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1CE67BCC-0F24-9458-E2DD-BC3C0E46F2B3}"/>
              </a:ext>
            </a:extLst>
          </p:cNvPr>
          <p:cNvSpPr>
            <a:spLocks noGrp="1"/>
          </p:cNvSpPr>
          <p:nvPr>
            <p:ph type="body" sz="quarter" idx="22"/>
          </p:nvPr>
        </p:nvSpPr>
        <p:spPr>
          <a:xfrm>
            <a:off x="550863" y="1628800"/>
            <a:ext cx="3546000" cy="615553"/>
          </a:xfrm>
          <a:prstGeom prst="rect">
            <a:avLst/>
          </a:prstGeom>
        </p:spPr>
        <p:txBody>
          <a:bodyPr wrap="square">
            <a:spAutoFit/>
          </a:bodyPr>
          <a:lstStyle>
            <a:lvl1pPr>
              <a:defRPr sz="2000" b="1">
                <a:solidFill>
                  <a:schemeClr val="accent2"/>
                </a:solidFill>
                <a:latin typeface="+mn-lt"/>
              </a:defRPr>
            </a:lvl1pPr>
          </a:lstStyle>
          <a:p>
            <a:pPr lvl="0"/>
            <a:r>
              <a:rPr lang="en-GB" dirty="0"/>
              <a:t>Click to edit Master text styles</a:t>
            </a:r>
          </a:p>
        </p:txBody>
      </p:sp>
      <p:sp>
        <p:nvSpPr>
          <p:cNvPr id="8" name="Text Placeholder 9">
            <a:extLst>
              <a:ext uri="{FF2B5EF4-FFF2-40B4-BE49-F238E27FC236}">
                <a16:creationId xmlns:a16="http://schemas.microsoft.com/office/drawing/2014/main" id="{383490CF-6243-6DBB-8F8E-89A16708E497}"/>
              </a:ext>
            </a:extLst>
          </p:cNvPr>
          <p:cNvSpPr>
            <a:spLocks noGrp="1"/>
          </p:cNvSpPr>
          <p:nvPr>
            <p:ph type="body" sz="quarter" idx="35"/>
          </p:nvPr>
        </p:nvSpPr>
        <p:spPr>
          <a:xfrm>
            <a:off x="4324134" y="1628800"/>
            <a:ext cx="3546000" cy="615553"/>
          </a:xfrm>
          <a:prstGeom prst="rect">
            <a:avLst/>
          </a:prstGeom>
        </p:spPr>
        <p:txBody>
          <a:bodyPr wrap="square">
            <a:spAutoFit/>
          </a:bodyPr>
          <a:lstStyle>
            <a:lvl1pPr>
              <a:defRPr sz="2000" b="1">
                <a:solidFill>
                  <a:schemeClr val="accent2"/>
                </a:solidFill>
                <a:latin typeface="+mn-lt"/>
              </a:defRPr>
            </a:lvl1pPr>
          </a:lstStyle>
          <a:p>
            <a:pPr lvl="0"/>
            <a:r>
              <a:rPr lang="en-GB"/>
              <a:t>Click to edit Master text styles</a:t>
            </a:r>
          </a:p>
        </p:txBody>
      </p:sp>
      <p:sp>
        <p:nvSpPr>
          <p:cNvPr id="9" name="Text Placeholder 9">
            <a:extLst>
              <a:ext uri="{FF2B5EF4-FFF2-40B4-BE49-F238E27FC236}">
                <a16:creationId xmlns:a16="http://schemas.microsoft.com/office/drawing/2014/main" id="{A7DBBC8F-C6B0-1582-8311-1B2183819C0A}"/>
              </a:ext>
            </a:extLst>
          </p:cNvPr>
          <p:cNvSpPr>
            <a:spLocks noGrp="1"/>
          </p:cNvSpPr>
          <p:nvPr>
            <p:ph type="body" sz="quarter" idx="36"/>
          </p:nvPr>
        </p:nvSpPr>
        <p:spPr>
          <a:xfrm>
            <a:off x="8097719" y="1628800"/>
            <a:ext cx="3509377" cy="615553"/>
          </a:xfrm>
          <a:prstGeom prst="rect">
            <a:avLst/>
          </a:prstGeom>
        </p:spPr>
        <p:txBody>
          <a:bodyPr wrap="square">
            <a:spAutoFit/>
          </a:bodyPr>
          <a:lstStyle>
            <a:lvl1pPr>
              <a:defRPr sz="2000" b="1">
                <a:solidFill>
                  <a:schemeClr val="accent2"/>
                </a:solidFill>
                <a:latin typeface="+mn-lt"/>
              </a:defRPr>
            </a:lvl1pPr>
          </a:lstStyle>
          <a:p>
            <a:pPr lvl="0"/>
            <a:r>
              <a:rPr lang="en-GB"/>
              <a:t>Click to edit Master text styles</a:t>
            </a:r>
          </a:p>
        </p:txBody>
      </p:sp>
      <p:sp>
        <p:nvSpPr>
          <p:cNvPr id="10" name="Content Placeholder 2">
            <a:extLst>
              <a:ext uri="{FF2B5EF4-FFF2-40B4-BE49-F238E27FC236}">
                <a16:creationId xmlns:a16="http://schemas.microsoft.com/office/drawing/2014/main" id="{32B1C3B0-0128-2E68-D82C-819F705C9022}"/>
              </a:ext>
            </a:extLst>
          </p:cNvPr>
          <p:cNvSpPr>
            <a:spLocks noGrp="1"/>
          </p:cNvSpPr>
          <p:nvPr>
            <p:ph sz="quarter" idx="37"/>
          </p:nvPr>
        </p:nvSpPr>
        <p:spPr>
          <a:xfrm>
            <a:off x="550864" y="2471738"/>
            <a:ext cx="3544934" cy="38623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1" name="Content Placeholder 2">
            <a:extLst>
              <a:ext uri="{FF2B5EF4-FFF2-40B4-BE49-F238E27FC236}">
                <a16:creationId xmlns:a16="http://schemas.microsoft.com/office/drawing/2014/main" id="{155FC468-AAD7-3848-BB3E-5D8A806E04DF}"/>
              </a:ext>
            </a:extLst>
          </p:cNvPr>
          <p:cNvSpPr>
            <a:spLocks noGrp="1"/>
          </p:cNvSpPr>
          <p:nvPr>
            <p:ph sz="quarter" idx="43"/>
          </p:nvPr>
        </p:nvSpPr>
        <p:spPr>
          <a:xfrm>
            <a:off x="4322749" y="2471738"/>
            <a:ext cx="3544934" cy="38623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2" name="Content Placeholder 2">
            <a:extLst>
              <a:ext uri="{FF2B5EF4-FFF2-40B4-BE49-F238E27FC236}">
                <a16:creationId xmlns:a16="http://schemas.microsoft.com/office/drawing/2014/main" id="{5562F512-08CF-A4C5-6721-9571A9240AF8}"/>
              </a:ext>
            </a:extLst>
          </p:cNvPr>
          <p:cNvSpPr>
            <a:spLocks noGrp="1"/>
          </p:cNvSpPr>
          <p:nvPr>
            <p:ph sz="quarter" idx="44"/>
          </p:nvPr>
        </p:nvSpPr>
        <p:spPr>
          <a:xfrm>
            <a:off x="8062162" y="2471738"/>
            <a:ext cx="3544934" cy="386238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3" name="Title 4">
            <a:extLst>
              <a:ext uri="{FF2B5EF4-FFF2-40B4-BE49-F238E27FC236}">
                <a16:creationId xmlns:a16="http://schemas.microsoft.com/office/drawing/2014/main" id="{626B24FE-99E2-3F92-2ACB-C8DC64DBB53A}"/>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14" name="Chapter Placeholder 2">
            <a:extLst>
              <a:ext uri="{FF2B5EF4-FFF2-40B4-BE49-F238E27FC236}">
                <a16:creationId xmlns:a16="http://schemas.microsoft.com/office/drawing/2014/main" id="{6CDC910A-AC0A-CC7F-1E68-FEB7E6C97CE7}"/>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1877152918"/>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19822C-D354-F2FB-1C56-D296F7B12974}"/>
              </a:ext>
            </a:extLst>
          </p:cNvPr>
          <p:cNvSpPr>
            <a:spLocks noGrp="1"/>
          </p:cNvSpPr>
          <p:nvPr>
            <p:ph type="dt" sz="half" idx="26"/>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79AA8835-108D-EC01-28A9-036F9DC1ED24}"/>
              </a:ext>
            </a:extLst>
          </p:cNvPr>
          <p:cNvSpPr>
            <a:spLocks noGrp="1"/>
          </p:cNvSpPr>
          <p:nvPr>
            <p:ph type="ftr" sz="quarter" idx="27"/>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97F09F6A-36AF-74AE-86F3-4627D658998C}"/>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30D5257C-2305-5A13-07A2-6D26884505A0}"/>
              </a:ext>
            </a:extLst>
          </p:cNvPr>
          <p:cNvSpPr>
            <a:spLocks noGrp="1"/>
          </p:cNvSpPr>
          <p:nvPr>
            <p:ph type="body" sz="quarter" idx="22"/>
          </p:nvPr>
        </p:nvSpPr>
        <p:spPr>
          <a:xfrm>
            <a:off x="550864" y="1628800"/>
            <a:ext cx="5330138" cy="307777"/>
          </a:xfrm>
          <a:prstGeom prst="rect">
            <a:avLst/>
          </a:prstGeom>
        </p:spPr>
        <p:txBody>
          <a:bodyPr wrap="square">
            <a:spAutoFit/>
          </a:bodyPr>
          <a:lstStyle>
            <a:lvl1pPr>
              <a:defRPr sz="2000" b="1">
                <a:solidFill>
                  <a:schemeClr val="accent2"/>
                </a:solidFill>
                <a:latin typeface="+mn-lt"/>
              </a:defRPr>
            </a:lvl1pPr>
          </a:lstStyle>
          <a:p>
            <a:pPr lvl="0"/>
            <a:r>
              <a:rPr lang="en-GB" dirty="0"/>
              <a:t>Click to edit Master text styles</a:t>
            </a:r>
          </a:p>
        </p:txBody>
      </p:sp>
      <p:sp>
        <p:nvSpPr>
          <p:cNvPr id="9" name="Content Placeholder 17">
            <a:extLst>
              <a:ext uri="{FF2B5EF4-FFF2-40B4-BE49-F238E27FC236}">
                <a16:creationId xmlns:a16="http://schemas.microsoft.com/office/drawing/2014/main" id="{7EFD17F0-D212-D07E-2F1D-1CB6937CFC69}"/>
              </a:ext>
            </a:extLst>
          </p:cNvPr>
          <p:cNvSpPr>
            <a:spLocks noGrp="1"/>
          </p:cNvSpPr>
          <p:nvPr>
            <p:ph sz="quarter" idx="23"/>
          </p:nvPr>
        </p:nvSpPr>
        <p:spPr>
          <a:xfrm>
            <a:off x="550862" y="2492896"/>
            <a:ext cx="5330138" cy="3850754"/>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2" name="Text Placeholder 9">
            <a:extLst>
              <a:ext uri="{FF2B5EF4-FFF2-40B4-BE49-F238E27FC236}">
                <a16:creationId xmlns:a16="http://schemas.microsoft.com/office/drawing/2014/main" id="{EC6FEC92-A170-A7CC-8FF6-9FD32F5A0F2E}"/>
              </a:ext>
            </a:extLst>
          </p:cNvPr>
          <p:cNvSpPr>
            <a:spLocks noGrp="1"/>
          </p:cNvSpPr>
          <p:nvPr>
            <p:ph type="body" sz="quarter" idx="24"/>
          </p:nvPr>
        </p:nvSpPr>
        <p:spPr>
          <a:xfrm>
            <a:off x="6310478" y="1628800"/>
            <a:ext cx="5330138" cy="307777"/>
          </a:xfrm>
          <a:prstGeom prst="rect">
            <a:avLst/>
          </a:prstGeom>
        </p:spPr>
        <p:txBody>
          <a:bodyPr wrap="square">
            <a:spAutoFit/>
          </a:bodyPr>
          <a:lstStyle>
            <a:lvl1pPr>
              <a:defRPr sz="2000" b="1">
                <a:solidFill>
                  <a:schemeClr val="accent2"/>
                </a:solidFill>
                <a:latin typeface="+mn-lt"/>
              </a:defRPr>
            </a:lvl1pPr>
          </a:lstStyle>
          <a:p>
            <a:pPr lvl="0"/>
            <a:r>
              <a:rPr lang="en-GB"/>
              <a:t>Click to edit Master text styles</a:t>
            </a:r>
          </a:p>
        </p:txBody>
      </p:sp>
      <p:sp>
        <p:nvSpPr>
          <p:cNvPr id="13" name="Content Placeholder 17">
            <a:extLst>
              <a:ext uri="{FF2B5EF4-FFF2-40B4-BE49-F238E27FC236}">
                <a16:creationId xmlns:a16="http://schemas.microsoft.com/office/drawing/2014/main" id="{61CACAE4-D9D8-CD09-D583-8423E8CA63DC}"/>
              </a:ext>
            </a:extLst>
          </p:cNvPr>
          <p:cNvSpPr>
            <a:spLocks noGrp="1"/>
          </p:cNvSpPr>
          <p:nvPr>
            <p:ph sz="quarter" idx="25"/>
          </p:nvPr>
        </p:nvSpPr>
        <p:spPr>
          <a:xfrm>
            <a:off x="6310476" y="2492896"/>
            <a:ext cx="5330138" cy="3850754"/>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4" name="Title 5">
            <a:extLst>
              <a:ext uri="{FF2B5EF4-FFF2-40B4-BE49-F238E27FC236}">
                <a16:creationId xmlns:a16="http://schemas.microsoft.com/office/drawing/2014/main" id="{125124BF-59AA-4061-4A22-16A686B4877F}"/>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Tree>
    <p:extLst>
      <p:ext uri="{BB962C8B-B14F-4D97-AF65-F5344CB8AC3E}">
        <p14:creationId xmlns:p14="http://schemas.microsoft.com/office/powerpoint/2010/main" val="1924781699"/>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Comparison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19822C-D354-F2FB-1C56-D296F7B12974}"/>
              </a:ext>
            </a:extLst>
          </p:cNvPr>
          <p:cNvSpPr>
            <a:spLocks noGrp="1"/>
          </p:cNvSpPr>
          <p:nvPr>
            <p:ph type="dt" sz="half" idx="26"/>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79AA8835-108D-EC01-28A9-036F9DC1ED24}"/>
              </a:ext>
            </a:extLst>
          </p:cNvPr>
          <p:cNvSpPr>
            <a:spLocks noGrp="1"/>
          </p:cNvSpPr>
          <p:nvPr>
            <p:ph type="ftr" sz="quarter" idx="27"/>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97F09F6A-36AF-74AE-86F3-4627D658998C}"/>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95E9CE48-EF69-F2C9-8A03-F2A8587E01BA}"/>
              </a:ext>
            </a:extLst>
          </p:cNvPr>
          <p:cNvSpPr>
            <a:spLocks noGrp="1"/>
          </p:cNvSpPr>
          <p:nvPr>
            <p:ph type="body" sz="quarter" idx="22"/>
          </p:nvPr>
        </p:nvSpPr>
        <p:spPr>
          <a:xfrm>
            <a:off x="550864" y="1628800"/>
            <a:ext cx="5330138" cy="307777"/>
          </a:xfrm>
          <a:prstGeom prst="rect">
            <a:avLst/>
          </a:prstGeom>
        </p:spPr>
        <p:txBody>
          <a:bodyPr wrap="square">
            <a:spAutoFit/>
          </a:bodyPr>
          <a:lstStyle>
            <a:lvl1pPr>
              <a:defRPr sz="2000" b="1">
                <a:solidFill>
                  <a:schemeClr val="accent2"/>
                </a:solidFill>
                <a:latin typeface="+mn-lt"/>
              </a:defRPr>
            </a:lvl1pPr>
          </a:lstStyle>
          <a:p>
            <a:pPr lvl="0"/>
            <a:r>
              <a:rPr lang="en-GB" dirty="0"/>
              <a:t>Click to edit Master text styles</a:t>
            </a:r>
          </a:p>
        </p:txBody>
      </p:sp>
      <p:sp>
        <p:nvSpPr>
          <p:cNvPr id="12" name="Content Placeholder 17">
            <a:extLst>
              <a:ext uri="{FF2B5EF4-FFF2-40B4-BE49-F238E27FC236}">
                <a16:creationId xmlns:a16="http://schemas.microsoft.com/office/drawing/2014/main" id="{F334E708-8C22-D91B-DBA0-AC721B140B70}"/>
              </a:ext>
            </a:extLst>
          </p:cNvPr>
          <p:cNvSpPr>
            <a:spLocks noGrp="1"/>
          </p:cNvSpPr>
          <p:nvPr>
            <p:ph sz="quarter" idx="23"/>
          </p:nvPr>
        </p:nvSpPr>
        <p:spPr>
          <a:xfrm>
            <a:off x="550862" y="2492896"/>
            <a:ext cx="5330138" cy="3850754"/>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3" name="Text Placeholder 9">
            <a:extLst>
              <a:ext uri="{FF2B5EF4-FFF2-40B4-BE49-F238E27FC236}">
                <a16:creationId xmlns:a16="http://schemas.microsoft.com/office/drawing/2014/main" id="{C218E6AF-82C0-D1E0-384F-B256AD9A07C9}"/>
              </a:ext>
            </a:extLst>
          </p:cNvPr>
          <p:cNvSpPr>
            <a:spLocks noGrp="1"/>
          </p:cNvSpPr>
          <p:nvPr>
            <p:ph type="body" sz="quarter" idx="24"/>
          </p:nvPr>
        </p:nvSpPr>
        <p:spPr>
          <a:xfrm>
            <a:off x="6310478" y="1628800"/>
            <a:ext cx="5330138" cy="307777"/>
          </a:xfrm>
          <a:prstGeom prst="rect">
            <a:avLst/>
          </a:prstGeom>
        </p:spPr>
        <p:txBody>
          <a:bodyPr wrap="square">
            <a:spAutoFit/>
          </a:bodyPr>
          <a:lstStyle>
            <a:lvl1pPr>
              <a:defRPr sz="2000" b="1">
                <a:solidFill>
                  <a:schemeClr val="accent2"/>
                </a:solidFill>
                <a:latin typeface="+mn-lt"/>
              </a:defRPr>
            </a:lvl1pPr>
          </a:lstStyle>
          <a:p>
            <a:pPr lvl="0"/>
            <a:r>
              <a:rPr lang="en-GB"/>
              <a:t>Click to edit Master text styles</a:t>
            </a:r>
          </a:p>
        </p:txBody>
      </p:sp>
      <p:sp>
        <p:nvSpPr>
          <p:cNvPr id="14" name="Content Placeholder 17">
            <a:extLst>
              <a:ext uri="{FF2B5EF4-FFF2-40B4-BE49-F238E27FC236}">
                <a16:creationId xmlns:a16="http://schemas.microsoft.com/office/drawing/2014/main" id="{434732BD-0DE1-7972-8129-6B2FD889422B}"/>
              </a:ext>
            </a:extLst>
          </p:cNvPr>
          <p:cNvSpPr>
            <a:spLocks noGrp="1"/>
          </p:cNvSpPr>
          <p:nvPr>
            <p:ph sz="quarter" idx="25"/>
          </p:nvPr>
        </p:nvSpPr>
        <p:spPr>
          <a:xfrm>
            <a:off x="6310476" y="2492896"/>
            <a:ext cx="5330138" cy="3850754"/>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L"/>
          </a:p>
        </p:txBody>
      </p:sp>
      <p:sp>
        <p:nvSpPr>
          <p:cNvPr id="15" name="Title 5">
            <a:extLst>
              <a:ext uri="{FF2B5EF4-FFF2-40B4-BE49-F238E27FC236}">
                <a16:creationId xmlns:a16="http://schemas.microsoft.com/office/drawing/2014/main" id="{FAD5C41E-6196-A73E-2CC8-40DE5784314D}"/>
              </a:ext>
            </a:extLst>
          </p:cNvPr>
          <p:cNvSpPr>
            <a:spLocks noGrp="1"/>
          </p:cNvSpPr>
          <p:nvPr>
            <p:ph type="title"/>
          </p:nvPr>
        </p:nvSpPr>
        <p:spPr>
          <a:xfrm>
            <a:off x="551384" y="549274"/>
            <a:ext cx="11090938" cy="930372"/>
          </a:xfrm>
        </p:spPr>
        <p:txBody>
          <a:bodyPr/>
          <a:lstStyle/>
          <a:p>
            <a:r>
              <a:rPr lang="en-GB"/>
              <a:t>Click to edit Master title style</a:t>
            </a:r>
            <a:endParaRPr lang="en-US"/>
          </a:p>
        </p:txBody>
      </p:sp>
      <p:sp>
        <p:nvSpPr>
          <p:cNvPr id="16" name="Chapter Placeholder 2">
            <a:extLst>
              <a:ext uri="{FF2B5EF4-FFF2-40B4-BE49-F238E27FC236}">
                <a16:creationId xmlns:a16="http://schemas.microsoft.com/office/drawing/2014/main" id="{9D705FF2-388B-F1E9-E0EF-2FC6B1B5B165}"/>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74612251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7943743" y="1"/>
            <a:ext cx="4248257"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46783FFD-9F48-C402-1C8B-428607819FB0}"/>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6AD5ECD-D6D3-FD2C-E095-2E1A79FDA02A}"/>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3781C8A-9DD0-4577-58C6-4DB8551B5B02}"/>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29795E3B-57BB-6A89-30A5-3E6BC71D41BA}"/>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4" name="Text Placeholder 9">
            <a:extLst>
              <a:ext uri="{FF2B5EF4-FFF2-40B4-BE49-F238E27FC236}">
                <a16:creationId xmlns:a16="http://schemas.microsoft.com/office/drawing/2014/main" id="{DAB5A246-9A0B-65C8-49F8-87EBDAA8FFAB}"/>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8" name="Title 4">
            <a:extLst>
              <a:ext uri="{FF2B5EF4-FFF2-40B4-BE49-F238E27FC236}">
                <a16:creationId xmlns:a16="http://schemas.microsoft.com/office/drawing/2014/main" id="{EA12CB0F-18C8-4B37-D337-576F193F4E68}"/>
              </a:ext>
            </a:extLst>
          </p:cNvPr>
          <p:cNvSpPr>
            <a:spLocks noGrp="1"/>
          </p:cNvSpPr>
          <p:nvPr>
            <p:ph type="title"/>
          </p:nvPr>
        </p:nvSpPr>
        <p:spPr>
          <a:xfrm>
            <a:off x="551384" y="549274"/>
            <a:ext cx="6984776" cy="930372"/>
          </a:xfrm>
        </p:spPr>
        <p:txBody>
          <a:bodyPr/>
          <a:lstStyle/>
          <a:p>
            <a:r>
              <a:rPr lang="en-GB" dirty="0"/>
              <a:t>Click to edit Master title style</a:t>
            </a:r>
            <a:endParaRPr lang="en-US" dirty="0"/>
          </a:p>
        </p:txBody>
      </p:sp>
      <p:sp>
        <p:nvSpPr>
          <p:cNvPr id="9" name="Content Placeholder 5">
            <a:extLst>
              <a:ext uri="{FF2B5EF4-FFF2-40B4-BE49-F238E27FC236}">
                <a16:creationId xmlns:a16="http://schemas.microsoft.com/office/drawing/2014/main" id="{D152F18F-85FF-9779-8F2D-A303D862196F}"/>
              </a:ext>
            </a:extLst>
          </p:cNvPr>
          <p:cNvSpPr>
            <a:spLocks noGrp="1"/>
          </p:cNvSpPr>
          <p:nvPr>
            <p:ph sz="quarter" idx="31"/>
          </p:nvPr>
        </p:nvSpPr>
        <p:spPr>
          <a:xfrm>
            <a:off x="551384" y="2132856"/>
            <a:ext cx="69847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27959046"/>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Content Photo 1 Chapterbox">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7943743" y="1"/>
            <a:ext cx="4248257"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46783FFD-9F48-C402-1C8B-428607819FB0}"/>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6AD5ECD-D6D3-FD2C-E095-2E1A79FDA02A}"/>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3781C8A-9DD0-4577-58C6-4DB8551B5B02}"/>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B6CD7C39-9B05-5EE2-DEF9-35BCAF890611}"/>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4" name="Text Placeholder 9">
            <a:extLst>
              <a:ext uri="{FF2B5EF4-FFF2-40B4-BE49-F238E27FC236}">
                <a16:creationId xmlns:a16="http://schemas.microsoft.com/office/drawing/2014/main" id="{8E054368-78BE-CE84-C2FA-4F703E683BE8}"/>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DEEAD991-3964-F36C-4879-85B7BF15F755}"/>
              </a:ext>
            </a:extLst>
          </p:cNvPr>
          <p:cNvSpPr>
            <a:spLocks noGrp="1"/>
          </p:cNvSpPr>
          <p:nvPr>
            <p:ph type="title"/>
          </p:nvPr>
        </p:nvSpPr>
        <p:spPr>
          <a:xfrm>
            <a:off x="551384" y="549274"/>
            <a:ext cx="6984776"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C0F27CFC-E991-3A28-ACC5-5F26FBD8F2E7}"/>
              </a:ext>
            </a:extLst>
          </p:cNvPr>
          <p:cNvSpPr>
            <a:spLocks noGrp="1"/>
          </p:cNvSpPr>
          <p:nvPr>
            <p:ph sz="quarter" idx="31"/>
          </p:nvPr>
        </p:nvSpPr>
        <p:spPr>
          <a:xfrm>
            <a:off x="551384" y="2132856"/>
            <a:ext cx="69847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4" name="Chapter Placeholder 2">
            <a:extLst>
              <a:ext uri="{FF2B5EF4-FFF2-40B4-BE49-F238E27FC236}">
                <a16:creationId xmlns:a16="http://schemas.microsoft.com/office/drawing/2014/main" id="{0D3DC115-B2A4-A93A-670B-C9BC365E7171}"/>
              </a:ext>
            </a:extLst>
          </p:cNvPr>
          <p:cNvSpPr>
            <a:spLocks noGrp="1"/>
          </p:cNvSpPr>
          <p:nvPr>
            <p:ph type="body" sz="quarter" idx="13" hasCustomPrompt="1"/>
          </p:nvPr>
        </p:nvSpPr>
        <p:spPr>
          <a:xfrm>
            <a:off x="550863" y="266219"/>
            <a:ext cx="6983870"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3015652817"/>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5937" y="1"/>
            <a:ext cx="6096064"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6132EE43-B817-E2F8-9E7F-509C8F5C333F}"/>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9D40FDFE-5D39-1793-49A7-C223A0B5A72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3F18AC0-D398-EFCE-8D4E-EBBC42BA70A1}"/>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89A27111-DDC9-12A1-4C11-F0F75CF8CCD1}"/>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4" name="Text Placeholder 9">
            <a:extLst>
              <a:ext uri="{FF2B5EF4-FFF2-40B4-BE49-F238E27FC236}">
                <a16:creationId xmlns:a16="http://schemas.microsoft.com/office/drawing/2014/main" id="{A9FC7CEE-5684-A3B6-ACDC-94CBEF3D287A}"/>
              </a:ext>
            </a:extLst>
          </p:cNvPr>
          <p:cNvSpPr>
            <a:spLocks noGrp="1"/>
          </p:cNvSpPr>
          <p:nvPr>
            <p:ph type="body" sz="quarter" idx="22" hasCustomPrompt="1"/>
          </p:nvPr>
        </p:nvSpPr>
        <p:spPr>
          <a:xfrm>
            <a:off x="550200" y="1634286"/>
            <a:ext cx="51845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8" name="Title 4">
            <a:extLst>
              <a:ext uri="{FF2B5EF4-FFF2-40B4-BE49-F238E27FC236}">
                <a16:creationId xmlns:a16="http://schemas.microsoft.com/office/drawing/2014/main" id="{E996CBFA-AD09-0282-5487-19F5210631FF}"/>
              </a:ext>
            </a:extLst>
          </p:cNvPr>
          <p:cNvSpPr>
            <a:spLocks noGrp="1"/>
          </p:cNvSpPr>
          <p:nvPr>
            <p:ph type="title"/>
          </p:nvPr>
        </p:nvSpPr>
        <p:spPr>
          <a:xfrm>
            <a:off x="551384" y="549274"/>
            <a:ext cx="5184576" cy="930372"/>
          </a:xfrm>
        </p:spPr>
        <p:txBody>
          <a:bodyPr/>
          <a:lstStyle/>
          <a:p>
            <a:r>
              <a:rPr lang="en-GB" dirty="0"/>
              <a:t>Click to edit Master title style</a:t>
            </a:r>
            <a:endParaRPr lang="en-US" dirty="0"/>
          </a:p>
        </p:txBody>
      </p:sp>
      <p:sp>
        <p:nvSpPr>
          <p:cNvPr id="9" name="Content Placeholder 5">
            <a:extLst>
              <a:ext uri="{FF2B5EF4-FFF2-40B4-BE49-F238E27FC236}">
                <a16:creationId xmlns:a16="http://schemas.microsoft.com/office/drawing/2014/main" id="{55764D24-97AD-17C8-67AB-BA489F8EDE94}"/>
              </a:ext>
            </a:extLst>
          </p:cNvPr>
          <p:cNvSpPr>
            <a:spLocks noGrp="1"/>
          </p:cNvSpPr>
          <p:nvPr>
            <p:ph sz="quarter" idx="31"/>
          </p:nvPr>
        </p:nvSpPr>
        <p:spPr>
          <a:xfrm>
            <a:off x="551384" y="2132856"/>
            <a:ext cx="51845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518099081"/>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Content Photo 2 Chapterbox">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5937" y="1"/>
            <a:ext cx="6096064"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6132EE43-B817-E2F8-9E7F-509C8F5C333F}"/>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9D40FDFE-5D39-1793-49A7-C223A0B5A72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3F18AC0-D398-EFCE-8D4E-EBBC42BA70A1}"/>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E8072C2C-2703-8769-9855-A1DF4136FBA3}"/>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4" name="Text Placeholder 9">
            <a:extLst>
              <a:ext uri="{FF2B5EF4-FFF2-40B4-BE49-F238E27FC236}">
                <a16:creationId xmlns:a16="http://schemas.microsoft.com/office/drawing/2014/main" id="{ECCC854E-0D6A-570D-C931-2F6200BAE05C}"/>
              </a:ext>
            </a:extLst>
          </p:cNvPr>
          <p:cNvSpPr>
            <a:spLocks noGrp="1"/>
          </p:cNvSpPr>
          <p:nvPr>
            <p:ph type="body" sz="quarter" idx="22" hasCustomPrompt="1"/>
          </p:nvPr>
        </p:nvSpPr>
        <p:spPr>
          <a:xfrm>
            <a:off x="550200" y="1634286"/>
            <a:ext cx="51845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268BBB3C-91ED-FE9A-F090-4BB2850F412F}"/>
              </a:ext>
            </a:extLst>
          </p:cNvPr>
          <p:cNvSpPr>
            <a:spLocks noGrp="1"/>
          </p:cNvSpPr>
          <p:nvPr>
            <p:ph type="title"/>
          </p:nvPr>
        </p:nvSpPr>
        <p:spPr>
          <a:xfrm>
            <a:off x="551384" y="549274"/>
            <a:ext cx="5184576" cy="930372"/>
          </a:xfrm>
        </p:spPr>
        <p:txBody>
          <a:bodyPr/>
          <a:lstStyle/>
          <a:p>
            <a:r>
              <a:rPr lang="en-GB" dirty="0"/>
              <a:t>Click to edit Master title style</a:t>
            </a:r>
            <a:endParaRPr lang="en-US" dirty="0"/>
          </a:p>
        </p:txBody>
      </p:sp>
      <p:sp>
        <p:nvSpPr>
          <p:cNvPr id="13" name="Content Placeholder 5">
            <a:extLst>
              <a:ext uri="{FF2B5EF4-FFF2-40B4-BE49-F238E27FC236}">
                <a16:creationId xmlns:a16="http://schemas.microsoft.com/office/drawing/2014/main" id="{E8CD221F-7B29-CDBF-0ADB-0213B5CE2E56}"/>
              </a:ext>
            </a:extLst>
          </p:cNvPr>
          <p:cNvSpPr>
            <a:spLocks noGrp="1"/>
          </p:cNvSpPr>
          <p:nvPr>
            <p:ph sz="quarter" idx="31"/>
          </p:nvPr>
        </p:nvSpPr>
        <p:spPr>
          <a:xfrm>
            <a:off x="551384" y="2132856"/>
            <a:ext cx="51845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4" name="Chapter Placeholder 2">
            <a:extLst>
              <a:ext uri="{FF2B5EF4-FFF2-40B4-BE49-F238E27FC236}">
                <a16:creationId xmlns:a16="http://schemas.microsoft.com/office/drawing/2014/main" id="{E19CADB8-3BFC-DFFA-5725-6A2E5995739B}"/>
              </a:ext>
            </a:extLst>
          </p:cNvPr>
          <p:cNvSpPr>
            <a:spLocks noGrp="1"/>
          </p:cNvSpPr>
          <p:nvPr>
            <p:ph type="body" sz="quarter" idx="13" hasCustomPrompt="1"/>
          </p:nvPr>
        </p:nvSpPr>
        <p:spPr>
          <a:xfrm>
            <a:off x="550863" y="266219"/>
            <a:ext cx="5183904"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163066379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1" y="0"/>
            <a:ext cx="4242121"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7C228C6D-3BD8-F7A9-DA9D-DCE9B373CC09}"/>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1656793-2C07-1E16-6CE1-3C4AD69759DF}"/>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166A976-F780-55C8-4310-792D90B73CC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B34D2D1D-F935-1AEF-3686-9E03933AF3C7}"/>
              </a:ext>
            </a:extLst>
          </p:cNvPr>
          <p:cNvSpPr>
            <a:spLocks noGrp="1"/>
          </p:cNvSpPr>
          <p:nvPr>
            <p:ph type="body" sz="quarter" idx="22" hasCustomPrompt="1"/>
          </p:nvPr>
        </p:nvSpPr>
        <p:spPr>
          <a:xfrm>
            <a:off x="4651880" y="1634286"/>
            <a:ext cx="69847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6" name="Title 4">
            <a:extLst>
              <a:ext uri="{FF2B5EF4-FFF2-40B4-BE49-F238E27FC236}">
                <a16:creationId xmlns:a16="http://schemas.microsoft.com/office/drawing/2014/main" id="{026A4472-0CE5-CE56-51B0-EE0D5AB45234}"/>
              </a:ext>
            </a:extLst>
          </p:cNvPr>
          <p:cNvSpPr>
            <a:spLocks noGrp="1"/>
          </p:cNvSpPr>
          <p:nvPr>
            <p:ph type="title"/>
          </p:nvPr>
        </p:nvSpPr>
        <p:spPr>
          <a:xfrm>
            <a:off x="4653064" y="549274"/>
            <a:ext cx="6984776" cy="930372"/>
          </a:xfrm>
        </p:spPr>
        <p:txBody>
          <a:bodyPr/>
          <a:lstStyle/>
          <a:p>
            <a:r>
              <a:rPr lang="en-GB" dirty="0"/>
              <a:t>Click to edit Master title style</a:t>
            </a:r>
            <a:endParaRPr lang="en-US" dirty="0"/>
          </a:p>
        </p:txBody>
      </p:sp>
      <p:sp>
        <p:nvSpPr>
          <p:cNvPr id="8" name="Content Placeholder 5">
            <a:extLst>
              <a:ext uri="{FF2B5EF4-FFF2-40B4-BE49-F238E27FC236}">
                <a16:creationId xmlns:a16="http://schemas.microsoft.com/office/drawing/2014/main" id="{87DAA657-4C53-A96A-1275-F8F3A956F1FC}"/>
              </a:ext>
            </a:extLst>
          </p:cNvPr>
          <p:cNvSpPr>
            <a:spLocks noGrp="1"/>
          </p:cNvSpPr>
          <p:nvPr>
            <p:ph sz="quarter" idx="31"/>
          </p:nvPr>
        </p:nvSpPr>
        <p:spPr>
          <a:xfrm>
            <a:off x="4653064" y="2132856"/>
            <a:ext cx="69847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793100957"/>
      </p:ext>
    </p:extLst>
  </p:cSld>
  <p:clrMapOvr>
    <a:masterClrMapping/>
  </p:clrMapOvr>
  <p:extLst>
    <p:ext uri="{DCECCB84-F9BA-43D5-87BE-67443E8EF086}">
      <p15:sldGuideLst xmlns:p15="http://schemas.microsoft.com/office/powerpoint/2012/main"/>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ontent Photo 3 Chapterbox">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1" y="0"/>
            <a:ext cx="4242121"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7C228C6D-3BD8-F7A9-DA9D-DCE9B373CC09}"/>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1656793-2C07-1E16-6CE1-3C4AD69759DF}"/>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166A976-F780-55C8-4310-792D90B73CC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F1F86D18-2B9F-15A7-F262-42B3299538C8}"/>
              </a:ext>
            </a:extLst>
          </p:cNvPr>
          <p:cNvSpPr>
            <a:spLocks noGrp="1"/>
          </p:cNvSpPr>
          <p:nvPr>
            <p:ph type="body" sz="quarter" idx="22" hasCustomPrompt="1"/>
          </p:nvPr>
        </p:nvSpPr>
        <p:spPr>
          <a:xfrm>
            <a:off x="4651880" y="1634286"/>
            <a:ext cx="6984776"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8" name="Title 4">
            <a:extLst>
              <a:ext uri="{FF2B5EF4-FFF2-40B4-BE49-F238E27FC236}">
                <a16:creationId xmlns:a16="http://schemas.microsoft.com/office/drawing/2014/main" id="{A51B9BFA-728E-72B8-26EE-69D02F9E6843}"/>
              </a:ext>
            </a:extLst>
          </p:cNvPr>
          <p:cNvSpPr>
            <a:spLocks noGrp="1"/>
          </p:cNvSpPr>
          <p:nvPr>
            <p:ph type="title"/>
          </p:nvPr>
        </p:nvSpPr>
        <p:spPr>
          <a:xfrm>
            <a:off x="4653064" y="549274"/>
            <a:ext cx="6984776" cy="930372"/>
          </a:xfrm>
        </p:spPr>
        <p:txBody>
          <a:bodyPr/>
          <a:lstStyle/>
          <a:p>
            <a:r>
              <a:rPr lang="en-GB" dirty="0"/>
              <a:t>Click to edit Master title style</a:t>
            </a:r>
            <a:endParaRPr lang="en-US" dirty="0"/>
          </a:p>
        </p:txBody>
      </p:sp>
      <p:sp>
        <p:nvSpPr>
          <p:cNvPr id="9" name="Content Placeholder 5">
            <a:extLst>
              <a:ext uri="{FF2B5EF4-FFF2-40B4-BE49-F238E27FC236}">
                <a16:creationId xmlns:a16="http://schemas.microsoft.com/office/drawing/2014/main" id="{5176F9C5-BF52-8377-9A45-2BAA088409C2}"/>
              </a:ext>
            </a:extLst>
          </p:cNvPr>
          <p:cNvSpPr>
            <a:spLocks noGrp="1"/>
          </p:cNvSpPr>
          <p:nvPr>
            <p:ph sz="quarter" idx="31"/>
          </p:nvPr>
        </p:nvSpPr>
        <p:spPr>
          <a:xfrm>
            <a:off x="4653064" y="2132856"/>
            <a:ext cx="6984776"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hapter Placeholder 2">
            <a:extLst>
              <a:ext uri="{FF2B5EF4-FFF2-40B4-BE49-F238E27FC236}">
                <a16:creationId xmlns:a16="http://schemas.microsoft.com/office/drawing/2014/main" id="{C5121BE5-43F6-9EA0-0760-F697D8D2901E}"/>
              </a:ext>
            </a:extLst>
          </p:cNvPr>
          <p:cNvSpPr>
            <a:spLocks noGrp="1"/>
          </p:cNvSpPr>
          <p:nvPr>
            <p:ph type="body" sz="quarter" idx="13" hasCustomPrompt="1"/>
          </p:nvPr>
        </p:nvSpPr>
        <p:spPr>
          <a:xfrm>
            <a:off x="4652543" y="266219"/>
            <a:ext cx="6983870"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1002439758"/>
      </p:ext>
    </p:extLst>
  </p:cSld>
  <p:clrMapOvr>
    <a:masterClrMapping/>
  </p:clrMapOvr>
  <p:extLst>
    <p:ext uri="{DCECCB84-F9BA-43D5-87BE-67443E8EF086}">
      <p15:sldGuideLst xmlns:p15="http://schemas.microsoft.com/office/powerpoint/2012/main"/>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F18ACBAA-5616-6B76-6F3E-019A776E4E01}"/>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4A3242F-2D46-5913-5CA7-B4AB8C7C413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72DABC1-51BB-C9B2-6119-ED5F9C849345}"/>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21DA16B5-28AA-F8F8-9599-C20AC67EA7EC}"/>
              </a:ext>
            </a:extLst>
          </p:cNvPr>
          <p:cNvSpPr>
            <a:spLocks noGrp="1"/>
          </p:cNvSpPr>
          <p:nvPr>
            <p:ph type="body" sz="quarter" idx="22" hasCustomPrompt="1"/>
          </p:nvPr>
        </p:nvSpPr>
        <p:spPr>
          <a:xfrm>
            <a:off x="6454856" y="1634286"/>
            <a:ext cx="5181800"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6" name="Title 4">
            <a:extLst>
              <a:ext uri="{FF2B5EF4-FFF2-40B4-BE49-F238E27FC236}">
                <a16:creationId xmlns:a16="http://schemas.microsoft.com/office/drawing/2014/main" id="{7D676D3F-4403-C4D4-FE96-671B2944A0EF}"/>
              </a:ext>
            </a:extLst>
          </p:cNvPr>
          <p:cNvSpPr>
            <a:spLocks noGrp="1"/>
          </p:cNvSpPr>
          <p:nvPr>
            <p:ph type="title"/>
          </p:nvPr>
        </p:nvSpPr>
        <p:spPr>
          <a:xfrm>
            <a:off x="6456040" y="549274"/>
            <a:ext cx="5181800" cy="930372"/>
          </a:xfrm>
        </p:spPr>
        <p:txBody>
          <a:bodyPr/>
          <a:lstStyle/>
          <a:p>
            <a:r>
              <a:rPr lang="en-GB" dirty="0"/>
              <a:t>Click to edit Master title style</a:t>
            </a:r>
            <a:endParaRPr lang="en-US" dirty="0"/>
          </a:p>
        </p:txBody>
      </p:sp>
      <p:sp>
        <p:nvSpPr>
          <p:cNvPr id="7" name="Content Placeholder 5">
            <a:extLst>
              <a:ext uri="{FF2B5EF4-FFF2-40B4-BE49-F238E27FC236}">
                <a16:creationId xmlns:a16="http://schemas.microsoft.com/office/drawing/2014/main" id="{0024CA17-8874-30AD-4AB9-C21052582DE0}"/>
              </a:ext>
            </a:extLst>
          </p:cNvPr>
          <p:cNvSpPr>
            <a:spLocks noGrp="1"/>
          </p:cNvSpPr>
          <p:nvPr>
            <p:ph sz="quarter" idx="31"/>
          </p:nvPr>
        </p:nvSpPr>
        <p:spPr>
          <a:xfrm>
            <a:off x="6456040" y="2132856"/>
            <a:ext cx="5181800"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820909351"/>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ntent Photo Chapterbox">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F18ACBAA-5616-6B76-6F3E-019A776E4E01}"/>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4A3242F-2D46-5913-5CA7-B4AB8C7C413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72DABC1-51BB-C9B2-6119-ED5F9C849345}"/>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0F2B6431-0088-DCDC-2F12-E64030BEB05E}"/>
              </a:ext>
            </a:extLst>
          </p:cNvPr>
          <p:cNvSpPr>
            <a:spLocks noGrp="1"/>
          </p:cNvSpPr>
          <p:nvPr>
            <p:ph type="body" sz="quarter" idx="22" hasCustomPrompt="1"/>
          </p:nvPr>
        </p:nvSpPr>
        <p:spPr>
          <a:xfrm>
            <a:off x="6454856" y="1634286"/>
            <a:ext cx="5181800" cy="307777"/>
          </a:xfrm>
          <a:prstGeom prst="rect">
            <a:avLst/>
          </a:prstGeom>
        </p:spPr>
        <p:txBody>
          <a:bodyPr vert="horz" wrap="square" lIns="0" tIns="0" rIns="0" bIns="0" rtlCol="0">
            <a:spAutoFit/>
          </a:bodyPr>
          <a:lstStyle>
            <a:lvl1pPr>
              <a:defRPr lang="en-US" sz="2000" b="1" smtClean="0">
                <a:solidFill>
                  <a:schemeClr val="accent2"/>
                </a:solidFill>
              </a:defRPr>
            </a:lvl1pPr>
          </a:lstStyle>
          <a:p>
            <a:pPr lvl="0"/>
            <a:r>
              <a:rPr lang="en-GB" dirty="0"/>
              <a:t>Click to edit Master styles</a:t>
            </a:r>
          </a:p>
        </p:txBody>
      </p:sp>
      <p:sp>
        <p:nvSpPr>
          <p:cNvPr id="7" name="Title 4">
            <a:extLst>
              <a:ext uri="{FF2B5EF4-FFF2-40B4-BE49-F238E27FC236}">
                <a16:creationId xmlns:a16="http://schemas.microsoft.com/office/drawing/2014/main" id="{B53A30D3-BF6A-D3FB-C46D-4AE2C01C46E0}"/>
              </a:ext>
            </a:extLst>
          </p:cNvPr>
          <p:cNvSpPr>
            <a:spLocks noGrp="1"/>
          </p:cNvSpPr>
          <p:nvPr>
            <p:ph type="title"/>
          </p:nvPr>
        </p:nvSpPr>
        <p:spPr>
          <a:xfrm>
            <a:off x="6456040" y="549274"/>
            <a:ext cx="5181800" cy="930372"/>
          </a:xfrm>
        </p:spPr>
        <p:txBody>
          <a:bodyPr/>
          <a:lstStyle/>
          <a:p>
            <a:r>
              <a:rPr lang="en-GB" dirty="0"/>
              <a:t>Click to edit Master title style</a:t>
            </a:r>
            <a:endParaRPr lang="en-US" dirty="0"/>
          </a:p>
        </p:txBody>
      </p:sp>
      <p:sp>
        <p:nvSpPr>
          <p:cNvPr id="9" name="Content Placeholder 5">
            <a:extLst>
              <a:ext uri="{FF2B5EF4-FFF2-40B4-BE49-F238E27FC236}">
                <a16:creationId xmlns:a16="http://schemas.microsoft.com/office/drawing/2014/main" id="{55D68D91-22FB-6CD4-9915-A14BC3265458}"/>
              </a:ext>
            </a:extLst>
          </p:cNvPr>
          <p:cNvSpPr>
            <a:spLocks noGrp="1"/>
          </p:cNvSpPr>
          <p:nvPr>
            <p:ph sz="quarter" idx="31"/>
          </p:nvPr>
        </p:nvSpPr>
        <p:spPr>
          <a:xfrm>
            <a:off x="6456040" y="2132856"/>
            <a:ext cx="5181800" cy="417587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hapter Placeholder 2">
            <a:extLst>
              <a:ext uri="{FF2B5EF4-FFF2-40B4-BE49-F238E27FC236}">
                <a16:creationId xmlns:a16="http://schemas.microsoft.com/office/drawing/2014/main" id="{BE7D5E90-F659-23C9-974F-87B7B5486E6F}"/>
              </a:ext>
            </a:extLst>
          </p:cNvPr>
          <p:cNvSpPr>
            <a:spLocks noGrp="1"/>
          </p:cNvSpPr>
          <p:nvPr>
            <p:ph type="body" sz="quarter" idx="13" hasCustomPrompt="1"/>
          </p:nvPr>
        </p:nvSpPr>
        <p:spPr>
          <a:xfrm>
            <a:off x="6455285" y="266219"/>
            <a:ext cx="5181128"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2508406069"/>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1"/>
            <a:ext cx="12191999" cy="4383654"/>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 name="Title 1">
            <a:extLst>
              <a:ext uri="{FF2B5EF4-FFF2-40B4-BE49-F238E27FC236}">
                <a16:creationId xmlns:a16="http://schemas.microsoft.com/office/drawing/2014/main" id="{CA1A3C3A-247E-AD3F-3C93-BDD315BB7F29}"/>
              </a:ext>
            </a:extLst>
          </p:cNvPr>
          <p:cNvSpPr>
            <a:spLocks noGrp="1"/>
          </p:cNvSpPr>
          <p:nvPr>
            <p:ph type="title"/>
          </p:nvPr>
        </p:nvSpPr>
        <p:spPr>
          <a:xfrm>
            <a:off x="550863" y="4581128"/>
            <a:ext cx="4981137" cy="785352"/>
          </a:xfrm>
          <a:prstGeom prst="rect">
            <a:avLst/>
          </a:prstGeom>
        </p:spPr>
        <p:txBody>
          <a:bodyPr anchor="t"/>
          <a:lstStyle/>
          <a:p>
            <a:r>
              <a:rPr lang="en-US"/>
              <a:t>Click to edit Master title style</a:t>
            </a:r>
            <a:endParaRPr lang="de-DE"/>
          </a:p>
        </p:txBody>
      </p:sp>
      <p:sp>
        <p:nvSpPr>
          <p:cNvPr id="9" name="Text Placeholder 9">
            <a:extLst>
              <a:ext uri="{FF2B5EF4-FFF2-40B4-BE49-F238E27FC236}">
                <a16:creationId xmlns:a16="http://schemas.microsoft.com/office/drawing/2014/main" id="{34F1BAE4-1DA8-A534-E46A-001AE4E9CADB}"/>
              </a:ext>
            </a:extLst>
          </p:cNvPr>
          <p:cNvSpPr>
            <a:spLocks noGrp="1"/>
          </p:cNvSpPr>
          <p:nvPr>
            <p:ph type="body" sz="quarter" idx="24"/>
          </p:nvPr>
        </p:nvSpPr>
        <p:spPr>
          <a:xfrm>
            <a:off x="550863" y="5854682"/>
            <a:ext cx="5112000" cy="307777"/>
          </a:xfrm>
          <a:prstGeom prst="rect">
            <a:avLst/>
          </a:prstGeom>
        </p:spPr>
        <p:txBody>
          <a:bodyPr wrap="square" anchor="b">
            <a:spAutoFit/>
          </a:bodyPr>
          <a:lstStyle>
            <a:lvl1pPr>
              <a:defRPr sz="2000" b="0">
                <a:solidFill>
                  <a:schemeClr val="accent2"/>
                </a:solidFill>
                <a:latin typeface="+mj-lt"/>
              </a:defRPr>
            </a:lvl1pPr>
          </a:lstStyle>
          <a:p>
            <a:pPr lvl="0"/>
            <a:r>
              <a:rPr lang="en-US" dirty="0"/>
              <a:t>Click to edit Master text styles</a:t>
            </a:r>
          </a:p>
        </p:txBody>
      </p:sp>
      <p:sp>
        <p:nvSpPr>
          <p:cNvPr id="10" name="Content Placeholder 17">
            <a:extLst>
              <a:ext uri="{FF2B5EF4-FFF2-40B4-BE49-F238E27FC236}">
                <a16:creationId xmlns:a16="http://schemas.microsoft.com/office/drawing/2014/main" id="{60E57257-3112-054C-0B58-3B89619EC3E7}"/>
              </a:ext>
            </a:extLst>
          </p:cNvPr>
          <p:cNvSpPr>
            <a:spLocks noGrp="1"/>
          </p:cNvSpPr>
          <p:nvPr>
            <p:ph sz="quarter" idx="25"/>
          </p:nvPr>
        </p:nvSpPr>
        <p:spPr>
          <a:xfrm>
            <a:off x="6093246" y="4581128"/>
            <a:ext cx="5112000" cy="176252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6" name="Date Placeholder 5">
            <a:extLst>
              <a:ext uri="{FF2B5EF4-FFF2-40B4-BE49-F238E27FC236}">
                <a16:creationId xmlns:a16="http://schemas.microsoft.com/office/drawing/2014/main" id="{2F70AC82-D733-3487-AE00-D177A5A43581}"/>
              </a:ext>
            </a:extLst>
          </p:cNvPr>
          <p:cNvSpPr>
            <a:spLocks noGrp="1"/>
          </p:cNvSpPr>
          <p:nvPr>
            <p:ph type="dt" sz="half" idx="26"/>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3" name="Footer Placeholder 12">
            <a:extLst>
              <a:ext uri="{FF2B5EF4-FFF2-40B4-BE49-F238E27FC236}">
                <a16:creationId xmlns:a16="http://schemas.microsoft.com/office/drawing/2014/main" id="{31E8CB07-AB40-15A0-08C7-BF54DC438B34}"/>
              </a:ext>
            </a:extLst>
          </p:cNvPr>
          <p:cNvSpPr>
            <a:spLocks noGrp="1"/>
          </p:cNvSpPr>
          <p:nvPr>
            <p:ph type="ftr" sz="quarter" idx="27"/>
          </p:nvPr>
        </p:nvSpPr>
        <p:spPr/>
        <p:txBody>
          <a:bodyPr/>
          <a:lstStyle/>
          <a:p>
            <a:pPr>
              <a:spcBef>
                <a:spcPts val="1000"/>
              </a:spcBef>
              <a:buFont typeface="Arial" panose="020B0604020202020204" pitchFamily="34" charset="0"/>
              <a:buNone/>
            </a:pPr>
            <a:r>
              <a:rPr lang="en-US"/>
              <a:t>Presentation Title | Author | Date</a:t>
            </a:r>
          </a:p>
        </p:txBody>
      </p:sp>
      <p:sp>
        <p:nvSpPr>
          <p:cNvPr id="15" name="Slide Number Placeholder 14">
            <a:extLst>
              <a:ext uri="{FF2B5EF4-FFF2-40B4-BE49-F238E27FC236}">
                <a16:creationId xmlns:a16="http://schemas.microsoft.com/office/drawing/2014/main" id="{C41FA911-A4A1-34D1-BF04-9F22140C28D1}"/>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3" name="Logo Placeholder 7">
            <a:extLst>
              <a:ext uri="{FF2B5EF4-FFF2-40B4-BE49-F238E27FC236}">
                <a16:creationId xmlns:a16="http://schemas.microsoft.com/office/drawing/2014/main" id="{9652194E-DFE1-2399-69BE-86E79E0C030B}"/>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3212125167"/>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ext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ABFE959-AAB6-76DF-7517-8AE8C424F99C}"/>
              </a:ext>
            </a:extLst>
          </p:cNvPr>
          <p:cNvSpPr>
            <a:spLocks noGrp="1"/>
          </p:cNvSpPr>
          <p:nvPr>
            <p:ph type="title"/>
          </p:nvPr>
        </p:nvSpPr>
        <p:spPr>
          <a:xfrm>
            <a:off x="2402003" y="1916112"/>
            <a:ext cx="7387993" cy="1512887"/>
          </a:xfrm>
          <a:prstGeom prst="rect">
            <a:avLst/>
          </a:prstGeom>
        </p:spPr>
        <p:txBody>
          <a:bodyPr wrap="square" anchor="b">
            <a:noAutofit/>
          </a:bodyPr>
          <a:lstStyle>
            <a:lvl1pPr algn="ctr">
              <a:defRPr sz="3200"/>
            </a:lvl1pPr>
          </a:lstStyle>
          <a:p>
            <a:r>
              <a:rPr lang="en-US"/>
              <a:t>Click to edit Master title style</a:t>
            </a:r>
          </a:p>
        </p:txBody>
      </p:sp>
      <p:sp>
        <p:nvSpPr>
          <p:cNvPr id="6" name="Text Placeholder 8">
            <a:extLst>
              <a:ext uri="{FF2B5EF4-FFF2-40B4-BE49-F238E27FC236}">
                <a16:creationId xmlns:a16="http://schemas.microsoft.com/office/drawing/2014/main" id="{B8EC071D-C9EA-D72D-472D-47AC8DAE4AFA}"/>
              </a:ext>
            </a:extLst>
          </p:cNvPr>
          <p:cNvSpPr>
            <a:spLocks noGrp="1"/>
          </p:cNvSpPr>
          <p:nvPr>
            <p:ph type="body" sz="quarter" idx="13"/>
          </p:nvPr>
        </p:nvSpPr>
        <p:spPr>
          <a:xfrm>
            <a:off x="2402003" y="4025468"/>
            <a:ext cx="7387993" cy="916420"/>
          </a:xfrm>
          <a:prstGeom prst="rect">
            <a:avLst/>
          </a:prstGeom>
        </p:spPr>
        <p:txBody>
          <a:bodyPr wrap="square">
            <a:noAutofit/>
          </a:bodyPr>
          <a:lstStyle>
            <a:lvl1pPr algn="ctr">
              <a:defRPr sz="2000"/>
            </a:lvl1pPr>
            <a:lvl2pPr>
              <a:defRPr sz="2000"/>
            </a:lvl2pPr>
            <a:lvl3pPr>
              <a:defRPr sz="2000"/>
            </a:lvl3pPr>
            <a:lvl4pPr>
              <a:defRPr sz="2000"/>
            </a:lvl4pPr>
            <a:lvl5pPr>
              <a:defRPr sz="2000"/>
            </a:lvl5pPr>
          </a:lstStyle>
          <a:p>
            <a:pPr lvl="0"/>
            <a:r>
              <a:rPr lang="en-US"/>
              <a:t>Click to edit Master text styles</a:t>
            </a:r>
          </a:p>
        </p:txBody>
      </p:sp>
      <p:sp>
        <p:nvSpPr>
          <p:cNvPr id="7" name="Date Placeholder 6">
            <a:extLst>
              <a:ext uri="{FF2B5EF4-FFF2-40B4-BE49-F238E27FC236}">
                <a16:creationId xmlns:a16="http://schemas.microsoft.com/office/drawing/2014/main" id="{1C4C92CE-41EC-4D2F-4311-92100A79FE86}"/>
              </a:ext>
            </a:extLst>
          </p:cNvPr>
          <p:cNvSpPr>
            <a:spLocks noGrp="1"/>
          </p:cNvSpPr>
          <p:nvPr>
            <p:ph type="dt" sz="half" idx="1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8" name="Footer Placeholder 7">
            <a:extLst>
              <a:ext uri="{FF2B5EF4-FFF2-40B4-BE49-F238E27FC236}">
                <a16:creationId xmlns:a16="http://schemas.microsoft.com/office/drawing/2014/main" id="{8C0A6AFF-C176-E59D-2165-DE17D66BCAA1}"/>
              </a:ext>
            </a:extLst>
          </p:cNvPr>
          <p:cNvSpPr>
            <a:spLocks noGrp="1"/>
          </p:cNvSpPr>
          <p:nvPr>
            <p:ph type="ftr" sz="quarter" idx="15"/>
          </p:nvPr>
        </p:nvSpPr>
        <p:spPr/>
        <p:txBody>
          <a:bodyPr/>
          <a:lstStyle/>
          <a:p>
            <a:pPr>
              <a:spcBef>
                <a:spcPts val="1000"/>
              </a:spcBef>
              <a:buFont typeface="Arial" panose="020B0604020202020204" pitchFamily="34" charset="0"/>
              <a:buNone/>
            </a:pPr>
            <a:r>
              <a:rPr lang="en-US"/>
              <a:t>Presentation Title | Author | Date</a:t>
            </a:r>
          </a:p>
        </p:txBody>
      </p:sp>
      <p:sp>
        <p:nvSpPr>
          <p:cNvPr id="9" name="Slide Number Placeholder 8">
            <a:extLst>
              <a:ext uri="{FF2B5EF4-FFF2-40B4-BE49-F238E27FC236}">
                <a16:creationId xmlns:a16="http://schemas.microsoft.com/office/drawing/2014/main" id="{22B9BB3B-51E8-595D-BE01-2881F99A8D5E}"/>
              </a:ext>
            </a:extLst>
          </p:cNvPr>
          <p:cNvSpPr>
            <a:spLocks noGrp="1"/>
          </p:cNvSpPr>
          <p:nvPr>
            <p:ph type="sldNum" sz="quarter" idx="16"/>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58935003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ext 2">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92A14B44-A6BB-FD7D-633A-78C683F4F269}"/>
              </a:ext>
            </a:extLst>
          </p:cNvPr>
          <p:cNvSpPr>
            <a:spLocks noGrp="1"/>
          </p:cNvSpPr>
          <p:nvPr>
            <p:ph type="pic" sz="quarter" idx="14"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5" name="Title 1">
            <a:extLst>
              <a:ext uri="{FF2B5EF4-FFF2-40B4-BE49-F238E27FC236}">
                <a16:creationId xmlns:a16="http://schemas.microsoft.com/office/drawing/2014/main" id="{8ABFE959-AAB6-76DF-7517-8AE8C424F99C}"/>
              </a:ext>
            </a:extLst>
          </p:cNvPr>
          <p:cNvSpPr>
            <a:spLocks noGrp="1"/>
          </p:cNvSpPr>
          <p:nvPr>
            <p:ph type="title"/>
          </p:nvPr>
        </p:nvSpPr>
        <p:spPr>
          <a:xfrm>
            <a:off x="2402003" y="1916112"/>
            <a:ext cx="7387993" cy="1512887"/>
          </a:xfrm>
          <a:prstGeom prst="rect">
            <a:avLst/>
          </a:prstGeom>
        </p:spPr>
        <p:txBody>
          <a:bodyPr wrap="square" anchor="b">
            <a:noAutofit/>
          </a:bodyPr>
          <a:lstStyle>
            <a:lvl1pPr algn="ctr">
              <a:defRPr sz="3200">
                <a:effectLst>
                  <a:outerShdw blurRad="1016000" dir="5400000" algn="ctr" rotWithShape="0">
                    <a:schemeClr val="bg1"/>
                  </a:outerShdw>
                </a:effectLst>
              </a:defRPr>
            </a:lvl1pPr>
          </a:lstStyle>
          <a:p>
            <a:r>
              <a:rPr lang="en-US"/>
              <a:t>Click to edit Master title style</a:t>
            </a:r>
          </a:p>
        </p:txBody>
      </p:sp>
      <p:sp>
        <p:nvSpPr>
          <p:cNvPr id="6" name="Text Placeholder 8">
            <a:extLst>
              <a:ext uri="{FF2B5EF4-FFF2-40B4-BE49-F238E27FC236}">
                <a16:creationId xmlns:a16="http://schemas.microsoft.com/office/drawing/2014/main" id="{B8EC071D-C9EA-D72D-472D-47AC8DAE4AFA}"/>
              </a:ext>
            </a:extLst>
          </p:cNvPr>
          <p:cNvSpPr>
            <a:spLocks noGrp="1"/>
          </p:cNvSpPr>
          <p:nvPr>
            <p:ph type="body" sz="quarter" idx="13"/>
          </p:nvPr>
        </p:nvSpPr>
        <p:spPr>
          <a:xfrm>
            <a:off x="2402003" y="4025468"/>
            <a:ext cx="7387993" cy="916420"/>
          </a:xfrm>
          <a:prstGeom prst="rect">
            <a:avLst/>
          </a:prstGeom>
        </p:spPr>
        <p:txBody>
          <a:bodyPr wrap="square">
            <a:noAutofit/>
          </a:bodyPr>
          <a:lstStyle>
            <a:lvl1pPr algn="ctr">
              <a:defRPr sz="2000"/>
            </a:lvl1pPr>
            <a:lvl2pPr>
              <a:defRPr sz="2000"/>
            </a:lvl2pPr>
            <a:lvl3pPr>
              <a:defRPr sz="2000"/>
            </a:lvl3pPr>
            <a:lvl4pPr>
              <a:defRPr sz="2000"/>
            </a:lvl4pPr>
            <a:lvl5pPr>
              <a:defRPr sz="2000"/>
            </a:lvl5pPr>
          </a:lstStyle>
          <a:p>
            <a:pPr lvl="0"/>
            <a:r>
              <a:rPr lang="en-US"/>
              <a:t>Click to edit Master text styles</a:t>
            </a:r>
          </a:p>
        </p:txBody>
      </p:sp>
      <p:sp>
        <p:nvSpPr>
          <p:cNvPr id="8" name="Date Placeholder 7">
            <a:extLst>
              <a:ext uri="{FF2B5EF4-FFF2-40B4-BE49-F238E27FC236}">
                <a16:creationId xmlns:a16="http://schemas.microsoft.com/office/drawing/2014/main" id="{A113035B-9AB2-FCA1-E3D6-B54ADD883094}"/>
              </a:ext>
            </a:extLst>
          </p:cNvPr>
          <p:cNvSpPr>
            <a:spLocks noGrp="1"/>
          </p:cNvSpPr>
          <p:nvPr>
            <p:ph type="dt" sz="half" idx="1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9" name="Footer Placeholder 8">
            <a:extLst>
              <a:ext uri="{FF2B5EF4-FFF2-40B4-BE49-F238E27FC236}">
                <a16:creationId xmlns:a16="http://schemas.microsoft.com/office/drawing/2014/main" id="{6C422829-3285-536E-9A1D-C1461DD7772E}"/>
              </a:ext>
            </a:extLst>
          </p:cNvPr>
          <p:cNvSpPr>
            <a:spLocks noGrp="1"/>
          </p:cNvSpPr>
          <p:nvPr>
            <p:ph type="ftr" sz="quarter" idx="16"/>
          </p:nvPr>
        </p:nvSpPr>
        <p:spPr/>
        <p:txBody>
          <a:bodyPr/>
          <a:lstStyle/>
          <a:p>
            <a:pPr>
              <a:spcBef>
                <a:spcPts val="1000"/>
              </a:spcBef>
              <a:buFont typeface="Arial" panose="020B0604020202020204" pitchFamily="34" charset="0"/>
              <a:buNone/>
            </a:pPr>
            <a:r>
              <a:rPr lang="en-US"/>
              <a:t>Presentation Title | Author | Date</a:t>
            </a:r>
          </a:p>
        </p:txBody>
      </p:sp>
      <p:sp>
        <p:nvSpPr>
          <p:cNvPr id="14" name="Slide Number Placeholder 13">
            <a:extLst>
              <a:ext uri="{FF2B5EF4-FFF2-40B4-BE49-F238E27FC236}">
                <a16:creationId xmlns:a16="http://schemas.microsoft.com/office/drawing/2014/main" id="{F8824F2D-932D-C110-76B1-E57FB6242005}"/>
              </a:ext>
            </a:extLst>
          </p:cNvPr>
          <p:cNvSpPr>
            <a:spLocks noGrp="1"/>
          </p:cNvSpPr>
          <p:nvPr>
            <p:ph type="sldNum" sz="quarter" idx="17"/>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B3B3E366-5F6B-4DAD-CC9B-8BC1097C99EC}"/>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322471489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50CBB0B-9D54-C4B7-F774-A406AEB759DC}"/>
              </a:ext>
            </a:extLst>
          </p:cNvPr>
          <p:cNvSpPr>
            <a:spLocks noGrp="1"/>
          </p:cNvSpPr>
          <p:nvPr>
            <p:ph type="title"/>
          </p:nvPr>
        </p:nvSpPr>
        <p:spPr>
          <a:xfrm>
            <a:off x="550863" y="2154596"/>
            <a:ext cx="4170329" cy="2737444"/>
          </a:xfrm>
          <a:prstGeom prst="rect">
            <a:avLst/>
          </a:prstGeom>
        </p:spPr>
        <p:txBody>
          <a:bodyPr anchor="t">
            <a:noAutofit/>
          </a:bodyPr>
          <a:lstStyle>
            <a:lvl1pPr>
              <a:defRPr sz="4800"/>
            </a:lvl1pPr>
          </a:lstStyle>
          <a:p>
            <a:r>
              <a:rPr lang="en-US"/>
              <a:t>Click to edit Master title style</a:t>
            </a:r>
          </a:p>
        </p:txBody>
      </p:sp>
      <p:sp>
        <p:nvSpPr>
          <p:cNvPr id="14" name="Content Placeholder 3">
            <a:extLst>
              <a:ext uri="{FF2B5EF4-FFF2-40B4-BE49-F238E27FC236}">
                <a16:creationId xmlns:a16="http://schemas.microsoft.com/office/drawing/2014/main" id="{D898CD75-E929-80D9-7E35-D845DA59F5F4}"/>
              </a:ext>
            </a:extLst>
          </p:cNvPr>
          <p:cNvSpPr>
            <a:spLocks noGrp="1"/>
          </p:cNvSpPr>
          <p:nvPr>
            <p:ph sz="quarter" idx="17"/>
          </p:nvPr>
        </p:nvSpPr>
        <p:spPr>
          <a:xfrm>
            <a:off x="6096000" y="2154597"/>
            <a:ext cx="5524500" cy="4154128"/>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3" name="Date Placeholder 2">
            <a:extLst>
              <a:ext uri="{FF2B5EF4-FFF2-40B4-BE49-F238E27FC236}">
                <a16:creationId xmlns:a16="http://schemas.microsoft.com/office/drawing/2014/main" id="{DDEDA374-C587-779E-8AE1-6CD7F4553941}"/>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1A46EF84-E452-DF73-A462-F323675455D6}"/>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70216EAB-E162-DA2D-EE00-98D4A5012C1D}"/>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1074533481"/>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Conclusion 1 Photo">
    <p:spTree>
      <p:nvGrpSpPr>
        <p:cNvPr id="1" name=""/>
        <p:cNvGrpSpPr/>
        <p:nvPr/>
      </p:nvGrpSpPr>
      <p:grpSpPr>
        <a:xfrm>
          <a:off x="0" y="0"/>
          <a:ext cx="0" cy="0"/>
          <a:chOff x="0" y="0"/>
          <a:chExt cx="0" cy="0"/>
        </a:xfrm>
      </p:grpSpPr>
      <p:sp>
        <p:nvSpPr>
          <p:cNvPr id="12" name="Picture Placeholder 10">
            <a:extLst>
              <a:ext uri="{FF2B5EF4-FFF2-40B4-BE49-F238E27FC236}">
                <a16:creationId xmlns:a16="http://schemas.microsoft.com/office/drawing/2014/main" id="{1C08FB90-AF58-85B5-3914-77B3471EE04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21" name="Title 1">
            <a:extLst>
              <a:ext uri="{FF2B5EF4-FFF2-40B4-BE49-F238E27FC236}">
                <a16:creationId xmlns:a16="http://schemas.microsoft.com/office/drawing/2014/main" id="{28231349-D5BA-64A4-A1C7-EDC789C8DEEB}"/>
              </a:ext>
            </a:extLst>
          </p:cNvPr>
          <p:cNvSpPr>
            <a:spLocks noGrp="1"/>
          </p:cNvSpPr>
          <p:nvPr>
            <p:ph type="title"/>
          </p:nvPr>
        </p:nvSpPr>
        <p:spPr>
          <a:xfrm>
            <a:off x="550863" y="2154596"/>
            <a:ext cx="4170329" cy="2737444"/>
          </a:xfrm>
          <a:prstGeom prst="rect">
            <a:avLst/>
          </a:prstGeom>
        </p:spPr>
        <p:txBody>
          <a:bodyPr anchor="t">
            <a:noAutofit/>
          </a:bodyPr>
          <a:lstStyle>
            <a:lvl1pPr>
              <a:defRPr sz="4800"/>
            </a:lvl1pPr>
          </a:lstStyle>
          <a:p>
            <a:r>
              <a:rPr lang="en-US"/>
              <a:t>Click to edit Master title style</a:t>
            </a:r>
          </a:p>
        </p:txBody>
      </p:sp>
      <p:sp>
        <p:nvSpPr>
          <p:cNvPr id="22" name="Content Placeholder 3">
            <a:extLst>
              <a:ext uri="{FF2B5EF4-FFF2-40B4-BE49-F238E27FC236}">
                <a16:creationId xmlns:a16="http://schemas.microsoft.com/office/drawing/2014/main" id="{6B455CB3-CA48-68B3-77F6-EB2C98EE7BD0}"/>
              </a:ext>
            </a:extLst>
          </p:cNvPr>
          <p:cNvSpPr>
            <a:spLocks noGrp="1"/>
          </p:cNvSpPr>
          <p:nvPr>
            <p:ph sz="quarter" idx="17"/>
          </p:nvPr>
        </p:nvSpPr>
        <p:spPr>
          <a:xfrm>
            <a:off x="6096000" y="2154597"/>
            <a:ext cx="5524500" cy="4154128"/>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Date Placeholder 5">
            <a:extLst>
              <a:ext uri="{FF2B5EF4-FFF2-40B4-BE49-F238E27FC236}">
                <a16:creationId xmlns:a16="http://schemas.microsoft.com/office/drawing/2014/main" id="{A8F2C4DE-6A1C-4BAF-CEDB-0741A198E0C1}"/>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7" name="Footer Placeholder 6">
            <a:extLst>
              <a:ext uri="{FF2B5EF4-FFF2-40B4-BE49-F238E27FC236}">
                <a16:creationId xmlns:a16="http://schemas.microsoft.com/office/drawing/2014/main" id="{B5A666D7-760F-C3E7-2C45-537A38AB18BC}"/>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8" name="Slide Number Placeholder 7">
            <a:extLst>
              <a:ext uri="{FF2B5EF4-FFF2-40B4-BE49-F238E27FC236}">
                <a16:creationId xmlns:a16="http://schemas.microsoft.com/office/drawing/2014/main" id="{94953DC7-FBD0-D234-515C-B70C65FA03DD}"/>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6E3395B1-F7FC-802B-A216-F01560E9113F}"/>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3000275078"/>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481328" y="1517904"/>
            <a:ext cx="3685032" cy="3185499"/>
          </a:xfrm>
          <a:prstGeom prst="rect">
            <a:avLst/>
          </a:prstGeom>
        </p:spPr>
        <p:txBody>
          <a:bodyPr anchor="t">
            <a:noAutofit/>
          </a:bodyPr>
          <a:lstStyle>
            <a:lvl1pPr>
              <a:defRPr sz="2400"/>
            </a:lvl1pPr>
          </a:lstStyle>
          <a:p>
            <a:r>
              <a:rPr lang="en-US"/>
              <a:t>Click to edit Master title style</a:t>
            </a:r>
          </a:p>
        </p:txBody>
      </p:sp>
      <p:sp>
        <p:nvSpPr>
          <p:cNvPr id="4" name="Content Placeholder 3">
            <a:extLst>
              <a:ext uri="{FF2B5EF4-FFF2-40B4-BE49-F238E27FC236}">
                <a16:creationId xmlns:a16="http://schemas.microsoft.com/office/drawing/2014/main" id="{64F9B09F-7191-4FCF-3B0D-173D1B5BE8AA}"/>
              </a:ext>
            </a:extLst>
          </p:cNvPr>
          <p:cNvSpPr>
            <a:spLocks noGrp="1"/>
          </p:cNvSpPr>
          <p:nvPr>
            <p:ph sz="quarter" idx="17"/>
          </p:nvPr>
        </p:nvSpPr>
        <p:spPr>
          <a:xfrm>
            <a:off x="7949096" y="4882895"/>
            <a:ext cx="3671404" cy="1425829"/>
          </a:xfrm>
          <a:prstGeom prst="rect">
            <a:avLst/>
          </a:prstGeom>
        </p:spPr>
        <p:txBody>
          <a:bodyPr/>
          <a:lstStyle>
            <a:lvl1pPr>
              <a:defRPr sz="3200"/>
            </a:lvl1pPr>
            <a:lvl2pPr>
              <a:defRPr sz="3200"/>
            </a:lvl2pPr>
            <a:lvl3pPr>
              <a:defRPr sz="3200"/>
            </a:lvl3pPr>
            <a:lvl4pPr>
              <a:defRPr sz="3200"/>
            </a:lvl4pPr>
            <a:lvl5pPr>
              <a:defRPr sz="3200"/>
            </a:lvl5pPr>
          </a:lstStyle>
          <a:p>
            <a:pPr lvl="0"/>
            <a:r>
              <a:rPr lang="en-US"/>
              <a:t>Click to edit Master text styles</a:t>
            </a:r>
          </a:p>
        </p:txBody>
      </p:sp>
      <p:sp>
        <p:nvSpPr>
          <p:cNvPr id="5" name="Date Placeholder 4">
            <a:extLst>
              <a:ext uri="{FF2B5EF4-FFF2-40B4-BE49-F238E27FC236}">
                <a16:creationId xmlns:a16="http://schemas.microsoft.com/office/drawing/2014/main" id="{958CA01C-7827-82F6-2479-87C946BAD318}"/>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6" name="Footer Placeholder 5">
            <a:extLst>
              <a:ext uri="{FF2B5EF4-FFF2-40B4-BE49-F238E27FC236}">
                <a16:creationId xmlns:a16="http://schemas.microsoft.com/office/drawing/2014/main" id="{F5A9AE5F-A9DC-699F-D478-39BC3367EDFE}"/>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23C200B6-39EA-19E8-344A-F12A2E6EBA26}"/>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420495948"/>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Conclusion 2 Photo">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B4DEBDB5-5781-B892-9D45-BC728983633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481328" y="1517904"/>
            <a:ext cx="3685032" cy="3185499"/>
          </a:xfrm>
          <a:prstGeom prst="rect">
            <a:avLst/>
          </a:prstGeom>
        </p:spPr>
        <p:txBody>
          <a:bodyPr anchor="t">
            <a:noAutofit/>
          </a:bodyPr>
          <a:lstStyle>
            <a:lvl1pPr>
              <a:defRPr sz="2400"/>
            </a:lvl1pPr>
          </a:lstStyle>
          <a:p>
            <a:r>
              <a:rPr lang="en-US"/>
              <a:t>Click to edit Master title style</a:t>
            </a:r>
          </a:p>
        </p:txBody>
      </p:sp>
      <p:sp>
        <p:nvSpPr>
          <p:cNvPr id="4" name="Content Placeholder 3">
            <a:extLst>
              <a:ext uri="{FF2B5EF4-FFF2-40B4-BE49-F238E27FC236}">
                <a16:creationId xmlns:a16="http://schemas.microsoft.com/office/drawing/2014/main" id="{64F9B09F-7191-4FCF-3B0D-173D1B5BE8AA}"/>
              </a:ext>
            </a:extLst>
          </p:cNvPr>
          <p:cNvSpPr>
            <a:spLocks noGrp="1"/>
          </p:cNvSpPr>
          <p:nvPr>
            <p:ph sz="quarter" idx="17"/>
          </p:nvPr>
        </p:nvSpPr>
        <p:spPr>
          <a:xfrm>
            <a:off x="7949096" y="4882895"/>
            <a:ext cx="3671404" cy="1425829"/>
          </a:xfrm>
          <a:prstGeom prst="rect">
            <a:avLst/>
          </a:prstGeom>
        </p:spPr>
        <p:txBody>
          <a:bodyPr/>
          <a:lstStyle>
            <a:lvl1pPr>
              <a:defRPr sz="3200"/>
            </a:lvl1pPr>
            <a:lvl2pPr>
              <a:defRPr sz="3200"/>
            </a:lvl2pPr>
            <a:lvl3pPr>
              <a:defRPr sz="3200"/>
            </a:lvl3pPr>
            <a:lvl4pPr>
              <a:defRPr sz="3200"/>
            </a:lvl4pPr>
            <a:lvl5pPr>
              <a:defRPr sz="3200"/>
            </a:lvl5pPr>
          </a:lstStyle>
          <a:p>
            <a:pPr lvl="0"/>
            <a:r>
              <a:rPr lang="en-US"/>
              <a:t>Click to edit Master text styles</a:t>
            </a:r>
          </a:p>
        </p:txBody>
      </p:sp>
      <p:sp>
        <p:nvSpPr>
          <p:cNvPr id="6" name="Date Placeholder 5">
            <a:extLst>
              <a:ext uri="{FF2B5EF4-FFF2-40B4-BE49-F238E27FC236}">
                <a16:creationId xmlns:a16="http://schemas.microsoft.com/office/drawing/2014/main" id="{EAED4CBA-FED0-60CF-6658-5821F1968589}"/>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7" name="Footer Placeholder 6">
            <a:extLst>
              <a:ext uri="{FF2B5EF4-FFF2-40B4-BE49-F238E27FC236}">
                <a16:creationId xmlns:a16="http://schemas.microsoft.com/office/drawing/2014/main" id="{973E460F-1F60-3564-8377-BF259B8D5F20}"/>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14" name="Slide Number Placeholder 13">
            <a:extLst>
              <a:ext uri="{FF2B5EF4-FFF2-40B4-BE49-F238E27FC236}">
                <a16:creationId xmlns:a16="http://schemas.microsoft.com/office/drawing/2014/main" id="{0D493F99-C63F-0DED-2802-307160340314}"/>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
        <p:nvSpPr>
          <p:cNvPr id="8" name="Logo Placeholder 7">
            <a:extLst>
              <a:ext uri="{FF2B5EF4-FFF2-40B4-BE49-F238E27FC236}">
                <a16:creationId xmlns:a16="http://schemas.microsoft.com/office/drawing/2014/main" id="{033216B3-32DC-26FE-5B0C-AA59A5EEF721}"/>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419931416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0EB54-2DDF-50B7-9D98-A038DEF17892}"/>
              </a:ext>
            </a:extLst>
          </p:cNvPr>
          <p:cNvSpPr>
            <a:spLocks noGrp="1"/>
          </p:cNvSpPr>
          <p:nvPr>
            <p:ph type="title"/>
          </p:nvPr>
        </p:nvSpPr>
        <p:spPr>
          <a:xfrm>
            <a:off x="7450171" y="2154596"/>
            <a:ext cx="4170329" cy="2737444"/>
          </a:xfrm>
          <a:prstGeom prst="rect">
            <a:avLst/>
          </a:prstGeom>
        </p:spPr>
        <p:txBody>
          <a:bodyPr anchor="b">
            <a:noAutofit/>
          </a:bodyPr>
          <a:lstStyle>
            <a:lvl1pPr algn="r">
              <a:defRPr sz="4800"/>
            </a:lvl1pPr>
          </a:lstStyle>
          <a:p>
            <a:r>
              <a:rPr lang="en-US"/>
              <a:t>Click to edit Master title style</a:t>
            </a:r>
          </a:p>
        </p:txBody>
      </p:sp>
      <p:sp>
        <p:nvSpPr>
          <p:cNvPr id="3" name="Date Placeholder 2">
            <a:extLst>
              <a:ext uri="{FF2B5EF4-FFF2-40B4-BE49-F238E27FC236}">
                <a16:creationId xmlns:a16="http://schemas.microsoft.com/office/drawing/2014/main" id="{AE44684F-D794-29DA-96BD-7FDCFE9BBC83}"/>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810692F0-1502-0611-DB5D-DCB4C1B2D896}"/>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D9D88EBB-9A16-B41B-C8AC-2FB3BD40ECDE}"/>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3778730869"/>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Conclusion 3 Photo">
    <p:spTree>
      <p:nvGrpSpPr>
        <p:cNvPr id="1" name=""/>
        <p:cNvGrpSpPr/>
        <p:nvPr/>
      </p:nvGrpSpPr>
      <p:grpSpPr>
        <a:xfrm>
          <a:off x="0" y="0"/>
          <a:ext cx="0" cy="0"/>
          <a:chOff x="0" y="0"/>
          <a:chExt cx="0" cy="0"/>
        </a:xfrm>
      </p:grpSpPr>
      <p:sp>
        <p:nvSpPr>
          <p:cNvPr id="12" name="Picture Placeholder 10">
            <a:extLst>
              <a:ext uri="{FF2B5EF4-FFF2-40B4-BE49-F238E27FC236}">
                <a16:creationId xmlns:a16="http://schemas.microsoft.com/office/drawing/2014/main" id="{1C08FB90-AF58-85B5-3914-77B3471EE04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21" name="Title 1">
            <a:extLst>
              <a:ext uri="{FF2B5EF4-FFF2-40B4-BE49-F238E27FC236}">
                <a16:creationId xmlns:a16="http://schemas.microsoft.com/office/drawing/2014/main" id="{28231349-D5BA-64A4-A1C7-EDC789C8DEEB}"/>
              </a:ext>
            </a:extLst>
          </p:cNvPr>
          <p:cNvSpPr>
            <a:spLocks noGrp="1"/>
          </p:cNvSpPr>
          <p:nvPr>
            <p:ph type="title"/>
          </p:nvPr>
        </p:nvSpPr>
        <p:spPr>
          <a:xfrm>
            <a:off x="7450171" y="2154596"/>
            <a:ext cx="4170329" cy="2737444"/>
          </a:xfrm>
          <a:prstGeom prst="rect">
            <a:avLst/>
          </a:prstGeom>
        </p:spPr>
        <p:txBody>
          <a:bodyPr anchor="b">
            <a:noAutofit/>
          </a:bodyPr>
          <a:lstStyle>
            <a:lvl1pPr algn="r">
              <a:defRPr sz="4800"/>
            </a:lvl1pPr>
          </a:lstStyle>
          <a:p>
            <a:r>
              <a:rPr lang="en-US"/>
              <a:t>Click to edit Master title style</a:t>
            </a:r>
          </a:p>
        </p:txBody>
      </p:sp>
      <p:sp>
        <p:nvSpPr>
          <p:cNvPr id="6" name="Date Placeholder 5">
            <a:extLst>
              <a:ext uri="{FF2B5EF4-FFF2-40B4-BE49-F238E27FC236}">
                <a16:creationId xmlns:a16="http://schemas.microsoft.com/office/drawing/2014/main" id="{A4A388B3-FA4E-30F1-CC6B-BEF5D50CA00B}"/>
              </a:ext>
            </a:extLst>
          </p:cNvPr>
          <p:cNvSpPr>
            <a:spLocks noGrp="1"/>
          </p:cNvSpPr>
          <p:nvPr>
            <p:ph type="dt" sz="half" idx="1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7" name="Footer Placeholder 6">
            <a:extLst>
              <a:ext uri="{FF2B5EF4-FFF2-40B4-BE49-F238E27FC236}">
                <a16:creationId xmlns:a16="http://schemas.microsoft.com/office/drawing/2014/main" id="{8AC7AD12-0DD4-D7FD-F186-59426836A189}"/>
              </a:ext>
            </a:extLst>
          </p:cNvPr>
          <p:cNvSpPr>
            <a:spLocks noGrp="1"/>
          </p:cNvSpPr>
          <p:nvPr>
            <p:ph type="ftr" sz="quarter" idx="15"/>
          </p:nvPr>
        </p:nvSpPr>
        <p:spPr/>
        <p:txBody>
          <a:bodyPr/>
          <a:lstStyle/>
          <a:p>
            <a:pPr>
              <a:spcBef>
                <a:spcPts val="1000"/>
              </a:spcBef>
              <a:buFont typeface="Arial" panose="020B0604020202020204" pitchFamily="34" charset="0"/>
              <a:buNone/>
            </a:pPr>
            <a:r>
              <a:rPr lang="en-US"/>
              <a:t>Presentation Title | Author | Date</a:t>
            </a:r>
          </a:p>
        </p:txBody>
      </p:sp>
      <p:sp>
        <p:nvSpPr>
          <p:cNvPr id="8" name="Slide Number Placeholder 7">
            <a:extLst>
              <a:ext uri="{FF2B5EF4-FFF2-40B4-BE49-F238E27FC236}">
                <a16:creationId xmlns:a16="http://schemas.microsoft.com/office/drawing/2014/main" id="{18457B4D-EEFD-198C-15F3-0A77696494B6}"/>
              </a:ext>
            </a:extLst>
          </p:cNvPr>
          <p:cNvSpPr>
            <a:spLocks noGrp="1"/>
          </p:cNvSpPr>
          <p:nvPr>
            <p:ph type="sldNum" sz="quarter" idx="16"/>
          </p:nvPr>
        </p:nvSpPr>
        <p:spPr/>
        <p:txBody>
          <a:bodyPr/>
          <a:lstStyle/>
          <a:p>
            <a:pPr algn="r"/>
            <a:fld id="{5D9A5160-6218-4E5A-B9E6-B93E3DAE377C}" type="slidenum">
              <a:rPr lang="en-US" smtClean="0"/>
              <a:pPr algn="r"/>
              <a:t>‹#›</a:t>
            </a:fld>
            <a:endParaRPr lang="en-US"/>
          </a:p>
        </p:txBody>
      </p:sp>
      <p:sp>
        <p:nvSpPr>
          <p:cNvPr id="3" name="Logo Placeholder 7">
            <a:extLst>
              <a:ext uri="{FF2B5EF4-FFF2-40B4-BE49-F238E27FC236}">
                <a16:creationId xmlns:a16="http://schemas.microsoft.com/office/drawing/2014/main" id="{F920BAA7-9E43-593A-ECC2-C0865059C307}"/>
              </a:ext>
            </a:extLst>
          </p:cNvPr>
          <p:cNvSpPr>
            <a:spLocks noGrp="1"/>
          </p:cNvSpPr>
          <p:nvPr>
            <p:ph type="body" sz="quarter" idx="40" hasCustomPrompt="1"/>
          </p:nvPr>
        </p:nvSpPr>
        <p:spPr>
          <a:xfrm>
            <a:off x="11765626" y="128961"/>
            <a:ext cx="269046" cy="335806"/>
          </a:xfrm>
          <a:prstGeom prst="rect">
            <a:avLst/>
          </a:prstGeo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110588943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End Slide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E9A7C0-1B19-CA66-4300-296F0EE9926E}"/>
              </a:ext>
            </a:extLst>
          </p:cNvPr>
          <p:cNvSpPr/>
          <p:nvPr userDrawn="1">
            <p:custDataLst>
              <p:tags r:id="rId1"/>
            </p:custDataLst>
          </p:nvPr>
        </p:nvSpPr>
        <p:spPr>
          <a:xfrm>
            <a:off x="6096000" y="854464"/>
            <a:ext cx="2240280" cy="1031051"/>
          </a:xfrm>
          <a:prstGeom prst="rect">
            <a:avLst/>
          </a:prstGeom>
        </p:spPr>
        <p:txBody>
          <a:bodyPr wrap="square" lIns="0" tIns="0" rIns="0" bIns="0">
            <a:spAutoFit/>
          </a:bodyPr>
          <a:lstStyle/>
          <a:p>
            <a:pPr>
              <a:spcAft>
                <a:spcPts val="600"/>
              </a:spcAft>
            </a:pPr>
            <a:r>
              <a:rPr lang="en-US" sz="1200" b="0" i="0" dirty="0">
                <a:solidFill>
                  <a:schemeClr val="bg2"/>
                </a:solidFill>
                <a:cs typeface="Arial"/>
              </a:rPr>
              <a:t>Name, Last Name</a:t>
            </a:r>
          </a:p>
          <a:p>
            <a:pPr>
              <a:lnSpc>
                <a:spcPts val="1200"/>
              </a:lnSpc>
            </a:pPr>
            <a:r>
              <a:rPr lang="en-US" sz="1000" b="0" i="0" dirty="0">
                <a:solidFill>
                  <a:schemeClr val="bg2"/>
                </a:solidFill>
                <a:cs typeface="Arial"/>
              </a:rPr>
              <a:t>Title/Role</a:t>
            </a:r>
          </a:p>
          <a:p>
            <a:pPr>
              <a:lnSpc>
                <a:spcPts val="1200"/>
              </a:lnSpc>
            </a:pPr>
            <a:r>
              <a:rPr lang="en-US" sz="1000" b="0" i="0" dirty="0">
                <a:solidFill>
                  <a:schemeClr val="bg2"/>
                </a:solidFill>
                <a:cs typeface="Arial"/>
              </a:rPr>
              <a:t>Capgemini Office (Optional)</a:t>
            </a:r>
          </a:p>
          <a:p>
            <a:pPr>
              <a:lnSpc>
                <a:spcPts val="1200"/>
              </a:lnSpc>
            </a:pPr>
            <a:r>
              <a:rPr lang="en-US" sz="1000" b="0" i="0" dirty="0">
                <a:solidFill>
                  <a:schemeClr val="bg2"/>
                </a:solidFill>
                <a:cs typeface="Arial"/>
              </a:rPr>
              <a:t>Address Line 1</a:t>
            </a:r>
          </a:p>
          <a:p>
            <a:pPr>
              <a:lnSpc>
                <a:spcPts val="1200"/>
              </a:lnSpc>
            </a:pPr>
            <a:r>
              <a:rPr lang="en-US" sz="1000" b="0" i="0" dirty="0">
                <a:solidFill>
                  <a:schemeClr val="bg2"/>
                </a:solidFill>
                <a:cs typeface="Arial"/>
              </a:rPr>
              <a:t>Address Line 2 </a:t>
            </a:r>
          </a:p>
          <a:p>
            <a:pPr>
              <a:lnSpc>
                <a:spcPts val="1200"/>
              </a:lnSpc>
            </a:pPr>
            <a:r>
              <a:rPr lang="en-US" sz="1000" b="0" i="0" dirty="0">
                <a:solidFill>
                  <a:schemeClr val="bg2"/>
                </a:solidFill>
                <a:cs typeface="Arial"/>
              </a:rPr>
              <a:t>Address Line 3</a:t>
            </a:r>
          </a:p>
        </p:txBody>
      </p:sp>
      <p:sp>
        <p:nvSpPr>
          <p:cNvPr id="8" name="Rectangle 7">
            <a:extLst>
              <a:ext uri="{FF2B5EF4-FFF2-40B4-BE49-F238E27FC236}">
                <a16:creationId xmlns:a16="http://schemas.microsoft.com/office/drawing/2014/main" id="{BC47918D-2D25-E44E-317A-2C575CFA6201}"/>
              </a:ext>
            </a:extLst>
          </p:cNvPr>
          <p:cNvSpPr/>
          <p:nvPr userDrawn="1">
            <p:custDataLst>
              <p:tags r:id="rId2"/>
            </p:custDataLst>
          </p:nvPr>
        </p:nvSpPr>
        <p:spPr>
          <a:xfrm>
            <a:off x="9499996" y="854464"/>
            <a:ext cx="2240280" cy="1031051"/>
          </a:xfrm>
          <a:prstGeom prst="rect">
            <a:avLst/>
          </a:prstGeom>
        </p:spPr>
        <p:txBody>
          <a:bodyPr wrap="square" lIns="0" tIns="0" rIns="0" bIns="0">
            <a:spAutoFit/>
          </a:bodyPr>
          <a:lstStyle/>
          <a:p>
            <a:pPr>
              <a:spcAft>
                <a:spcPts val="600"/>
              </a:spcAft>
            </a:pPr>
            <a:r>
              <a:rPr lang="en-US" sz="1200" b="0" i="0" dirty="0">
                <a:solidFill>
                  <a:schemeClr val="bg2"/>
                </a:solidFill>
                <a:cs typeface="Arial"/>
              </a:rPr>
              <a:t>Name, Last Name</a:t>
            </a:r>
          </a:p>
          <a:p>
            <a:pPr>
              <a:lnSpc>
                <a:spcPts val="1200"/>
              </a:lnSpc>
            </a:pPr>
            <a:r>
              <a:rPr lang="en-US" sz="1000" b="0" i="0" dirty="0">
                <a:solidFill>
                  <a:schemeClr val="bg2"/>
                </a:solidFill>
                <a:cs typeface="Arial"/>
              </a:rPr>
              <a:t>Title/Role</a:t>
            </a:r>
          </a:p>
          <a:p>
            <a:pPr>
              <a:lnSpc>
                <a:spcPts val="1200"/>
              </a:lnSpc>
            </a:pPr>
            <a:r>
              <a:rPr lang="en-US" sz="1000" b="0" i="0" dirty="0">
                <a:solidFill>
                  <a:schemeClr val="bg2"/>
                </a:solidFill>
                <a:cs typeface="Arial"/>
              </a:rPr>
              <a:t>Capgemini Office (Optional)</a:t>
            </a:r>
          </a:p>
          <a:p>
            <a:pPr>
              <a:lnSpc>
                <a:spcPts val="1200"/>
              </a:lnSpc>
            </a:pPr>
            <a:r>
              <a:rPr lang="en-US" sz="1000" b="0" i="0" dirty="0">
                <a:solidFill>
                  <a:schemeClr val="bg2"/>
                </a:solidFill>
                <a:cs typeface="Arial"/>
              </a:rPr>
              <a:t>Address Line 1</a:t>
            </a:r>
          </a:p>
          <a:p>
            <a:pPr>
              <a:lnSpc>
                <a:spcPts val="1200"/>
              </a:lnSpc>
            </a:pPr>
            <a:r>
              <a:rPr lang="en-US" sz="1000" b="0" i="0" dirty="0">
                <a:solidFill>
                  <a:schemeClr val="bg2"/>
                </a:solidFill>
                <a:cs typeface="Arial"/>
              </a:rPr>
              <a:t>Address Line 2 </a:t>
            </a:r>
          </a:p>
          <a:p>
            <a:pPr>
              <a:lnSpc>
                <a:spcPts val="1200"/>
              </a:lnSpc>
            </a:pPr>
            <a:r>
              <a:rPr lang="en-US" sz="1000" b="0" i="0" dirty="0">
                <a:solidFill>
                  <a:schemeClr val="bg2"/>
                </a:solidFill>
                <a:cs typeface="Arial"/>
              </a:rPr>
              <a:t>Address Line 3</a:t>
            </a:r>
          </a:p>
        </p:txBody>
      </p:sp>
      <p:sp>
        <p:nvSpPr>
          <p:cNvPr id="9" name="Rectangle 8">
            <a:extLst>
              <a:ext uri="{FF2B5EF4-FFF2-40B4-BE49-F238E27FC236}">
                <a16:creationId xmlns:a16="http://schemas.microsoft.com/office/drawing/2014/main" id="{223DD2BC-6CFE-2C0D-CC83-30E20FA868FB}"/>
              </a:ext>
            </a:extLst>
          </p:cNvPr>
          <p:cNvSpPr/>
          <p:nvPr userDrawn="1">
            <p:custDataLst>
              <p:tags r:id="rId3"/>
            </p:custDataLst>
          </p:nvPr>
        </p:nvSpPr>
        <p:spPr>
          <a:xfrm>
            <a:off x="6096000" y="2118389"/>
            <a:ext cx="2240280" cy="1031051"/>
          </a:xfrm>
          <a:prstGeom prst="rect">
            <a:avLst/>
          </a:prstGeom>
        </p:spPr>
        <p:txBody>
          <a:bodyPr wrap="square" lIns="0" tIns="0" rIns="0" bIns="0">
            <a:spAutoFit/>
          </a:bodyPr>
          <a:lstStyle/>
          <a:p>
            <a:pPr>
              <a:spcAft>
                <a:spcPts val="600"/>
              </a:spcAft>
            </a:pPr>
            <a:r>
              <a:rPr lang="en-US" sz="1200" b="0" i="0" dirty="0">
                <a:solidFill>
                  <a:schemeClr val="bg2"/>
                </a:solidFill>
                <a:cs typeface="Arial"/>
              </a:rPr>
              <a:t>Name, Last Name</a:t>
            </a:r>
          </a:p>
          <a:p>
            <a:pPr>
              <a:lnSpc>
                <a:spcPts val="1200"/>
              </a:lnSpc>
            </a:pPr>
            <a:r>
              <a:rPr lang="en-US" sz="1000" b="0" i="0" dirty="0">
                <a:solidFill>
                  <a:schemeClr val="bg2"/>
                </a:solidFill>
                <a:cs typeface="Arial"/>
              </a:rPr>
              <a:t>Title/Role</a:t>
            </a:r>
          </a:p>
          <a:p>
            <a:pPr>
              <a:lnSpc>
                <a:spcPts val="1200"/>
              </a:lnSpc>
            </a:pPr>
            <a:r>
              <a:rPr lang="en-US" sz="1000" b="0" i="0" dirty="0">
                <a:solidFill>
                  <a:schemeClr val="bg2"/>
                </a:solidFill>
                <a:cs typeface="Arial"/>
              </a:rPr>
              <a:t>Capgemini Office (Optional)</a:t>
            </a:r>
          </a:p>
          <a:p>
            <a:pPr>
              <a:lnSpc>
                <a:spcPts val="1200"/>
              </a:lnSpc>
            </a:pPr>
            <a:r>
              <a:rPr lang="en-US" sz="1000" b="0" i="0" dirty="0">
                <a:solidFill>
                  <a:schemeClr val="bg2"/>
                </a:solidFill>
                <a:cs typeface="Arial"/>
              </a:rPr>
              <a:t>Address Line 1</a:t>
            </a:r>
          </a:p>
          <a:p>
            <a:pPr>
              <a:lnSpc>
                <a:spcPts val="1200"/>
              </a:lnSpc>
            </a:pPr>
            <a:r>
              <a:rPr lang="en-US" sz="1000" b="0" i="0" dirty="0">
                <a:solidFill>
                  <a:schemeClr val="bg2"/>
                </a:solidFill>
                <a:cs typeface="Arial"/>
              </a:rPr>
              <a:t>Address Line 2 </a:t>
            </a:r>
          </a:p>
          <a:p>
            <a:pPr>
              <a:lnSpc>
                <a:spcPts val="1200"/>
              </a:lnSpc>
            </a:pPr>
            <a:r>
              <a:rPr lang="en-US" sz="1000" b="0" i="0" dirty="0">
                <a:solidFill>
                  <a:schemeClr val="bg2"/>
                </a:solidFill>
                <a:cs typeface="Arial"/>
              </a:rPr>
              <a:t>Address Line 3</a:t>
            </a:r>
          </a:p>
        </p:txBody>
      </p:sp>
      <p:sp>
        <p:nvSpPr>
          <p:cNvPr id="10" name="Rectangle 9">
            <a:extLst>
              <a:ext uri="{FF2B5EF4-FFF2-40B4-BE49-F238E27FC236}">
                <a16:creationId xmlns:a16="http://schemas.microsoft.com/office/drawing/2014/main" id="{4CD48234-BC4B-8C1A-A80D-4730B8F6FA54}"/>
              </a:ext>
            </a:extLst>
          </p:cNvPr>
          <p:cNvSpPr/>
          <p:nvPr userDrawn="1">
            <p:custDataLst>
              <p:tags r:id="rId4"/>
            </p:custDataLst>
          </p:nvPr>
        </p:nvSpPr>
        <p:spPr>
          <a:xfrm>
            <a:off x="9499996" y="2118389"/>
            <a:ext cx="2240280" cy="1031051"/>
          </a:xfrm>
          <a:prstGeom prst="rect">
            <a:avLst/>
          </a:prstGeom>
        </p:spPr>
        <p:txBody>
          <a:bodyPr wrap="square" lIns="0" tIns="0" rIns="0" bIns="0">
            <a:spAutoFit/>
          </a:bodyPr>
          <a:lstStyle/>
          <a:p>
            <a:pPr>
              <a:spcAft>
                <a:spcPts val="600"/>
              </a:spcAft>
            </a:pPr>
            <a:r>
              <a:rPr lang="en-US" sz="1200" b="0" i="0" dirty="0">
                <a:solidFill>
                  <a:schemeClr val="bg2"/>
                </a:solidFill>
                <a:cs typeface="Arial"/>
              </a:rPr>
              <a:t>Name, Last Name</a:t>
            </a:r>
          </a:p>
          <a:p>
            <a:pPr>
              <a:lnSpc>
                <a:spcPts val="1200"/>
              </a:lnSpc>
            </a:pPr>
            <a:r>
              <a:rPr lang="en-US" sz="1000" b="0" i="0" dirty="0">
                <a:solidFill>
                  <a:schemeClr val="bg2"/>
                </a:solidFill>
                <a:cs typeface="Arial"/>
              </a:rPr>
              <a:t>Title/Role</a:t>
            </a:r>
          </a:p>
          <a:p>
            <a:pPr>
              <a:lnSpc>
                <a:spcPts val="1200"/>
              </a:lnSpc>
            </a:pPr>
            <a:r>
              <a:rPr lang="en-US" sz="1000" b="0" i="0" dirty="0">
                <a:solidFill>
                  <a:schemeClr val="bg2"/>
                </a:solidFill>
                <a:cs typeface="Arial"/>
              </a:rPr>
              <a:t>Capgemini Office (Optional)</a:t>
            </a:r>
          </a:p>
          <a:p>
            <a:pPr>
              <a:lnSpc>
                <a:spcPts val="1200"/>
              </a:lnSpc>
            </a:pPr>
            <a:r>
              <a:rPr lang="en-US" sz="1000" b="0" i="0" dirty="0">
                <a:solidFill>
                  <a:schemeClr val="bg2"/>
                </a:solidFill>
                <a:cs typeface="Arial"/>
              </a:rPr>
              <a:t>Address Line 1</a:t>
            </a:r>
          </a:p>
          <a:p>
            <a:pPr>
              <a:lnSpc>
                <a:spcPts val="1200"/>
              </a:lnSpc>
            </a:pPr>
            <a:r>
              <a:rPr lang="en-US" sz="1000" b="0" i="0" dirty="0">
                <a:solidFill>
                  <a:schemeClr val="bg2"/>
                </a:solidFill>
                <a:cs typeface="Arial"/>
              </a:rPr>
              <a:t>Address Line 2 </a:t>
            </a:r>
          </a:p>
          <a:p>
            <a:pPr>
              <a:lnSpc>
                <a:spcPts val="1200"/>
              </a:lnSpc>
            </a:pPr>
            <a:r>
              <a:rPr lang="en-US" sz="1000" b="0" i="0" dirty="0">
                <a:solidFill>
                  <a:schemeClr val="bg2"/>
                </a:solidFill>
                <a:cs typeface="Arial"/>
              </a:rPr>
              <a:t>Address Line 3</a:t>
            </a:r>
          </a:p>
        </p:txBody>
      </p:sp>
      <p:sp>
        <p:nvSpPr>
          <p:cNvPr id="12" name="Rectangle 11">
            <a:extLst>
              <a:ext uri="{FF2B5EF4-FFF2-40B4-BE49-F238E27FC236}">
                <a16:creationId xmlns:a16="http://schemas.microsoft.com/office/drawing/2014/main" id="{F2AB464E-5373-7E4D-F692-A0E675F2B196}"/>
              </a:ext>
            </a:extLst>
          </p:cNvPr>
          <p:cNvSpPr/>
          <p:nvPr userDrawn="1"/>
        </p:nvSpPr>
        <p:spPr>
          <a:xfrm>
            <a:off x="8904288" y="6053226"/>
            <a:ext cx="2879725" cy="400110"/>
          </a:xfrm>
          <a:prstGeom prst="rect">
            <a:avLst/>
          </a:prstGeom>
        </p:spPr>
        <p:txBody>
          <a:bodyPr wrap="square" lIns="0" tIns="0" rIns="0" bIns="0" anchor="b" anchorCtr="0">
            <a:spAutoFit/>
          </a:bodyPr>
          <a:lstStyle/>
          <a:p>
            <a:pPr>
              <a:spcAft>
                <a:spcPts val="600"/>
              </a:spcAft>
            </a:pPr>
            <a:r>
              <a:rPr lang="en-US" sz="700" b="0" i="0" noProof="0" dirty="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b="0" i="0" noProof="0" dirty="0">
                <a:solidFill>
                  <a:schemeClr val="bg1"/>
                </a:solidFill>
                <a:latin typeface="+mn-lt"/>
                <a:cs typeface="Arial"/>
              </a:rPr>
              <a:t>Copyright © 2026 Capgemini. All rights reserved.</a:t>
            </a:r>
          </a:p>
        </p:txBody>
      </p:sp>
      <p:grpSp>
        <p:nvGrpSpPr>
          <p:cNvPr id="13" name="Group 2">
            <a:extLst>
              <a:ext uri="{FF2B5EF4-FFF2-40B4-BE49-F238E27FC236}">
                <a16:creationId xmlns:a16="http://schemas.microsoft.com/office/drawing/2014/main" id="{05772BD3-A81C-1CF6-82C7-FB11ED473A69}"/>
              </a:ext>
            </a:extLst>
          </p:cNvPr>
          <p:cNvGrpSpPr>
            <a:grpSpLocks noChangeAspect="1"/>
          </p:cNvGrpSpPr>
          <p:nvPr userDrawn="1"/>
        </p:nvGrpSpPr>
        <p:grpSpPr>
          <a:xfrm>
            <a:off x="550863" y="6021288"/>
            <a:ext cx="1872000" cy="420870"/>
            <a:chOff x="5094083" y="5360390"/>
            <a:chExt cx="3039349" cy="683316"/>
          </a:xfrm>
          <a:solidFill>
            <a:schemeClr val="bg1"/>
          </a:solidFill>
        </p:grpSpPr>
        <p:sp>
          <p:nvSpPr>
            <p:cNvPr id="14" name="Freeform: Shape 4">
              <a:extLst>
                <a:ext uri="{FF2B5EF4-FFF2-40B4-BE49-F238E27FC236}">
                  <a16:creationId xmlns:a16="http://schemas.microsoft.com/office/drawing/2014/main" id="{65F4C06B-3F4B-043B-465F-2B296AB672AA}"/>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800">
                <a:solidFill>
                  <a:schemeClr val="bg2"/>
                </a:solidFill>
              </a:endParaRPr>
            </a:p>
          </p:txBody>
        </p:sp>
        <p:sp>
          <p:nvSpPr>
            <p:cNvPr id="15" name="Freeform: Shape 5">
              <a:extLst>
                <a:ext uri="{FF2B5EF4-FFF2-40B4-BE49-F238E27FC236}">
                  <a16:creationId xmlns:a16="http://schemas.microsoft.com/office/drawing/2014/main" id="{0453F664-4E3E-18BB-40D3-004FB3A82BF3}"/>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800">
                <a:solidFill>
                  <a:schemeClr val="bg2"/>
                </a:solidFill>
              </a:endParaRPr>
            </a:p>
          </p:txBody>
        </p:sp>
        <p:sp>
          <p:nvSpPr>
            <p:cNvPr id="16" name="Freeform: Shape 6">
              <a:extLst>
                <a:ext uri="{FF2B5EF4-FFF2-40B4-BE49-F238E27FC236}">
                  <a16:creationId xmlns:a16="http://schemas.microsoft.com/office/drawing/2014/main" id="{3AB8D922-277A-8D02-3B17-31150F2469B1}"/>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800">
                <a:solidFill>
                  <a:schemeClr val="bg2"/>
                </a:solidFill>
              </a:endParaRPr>
            </a:p>
          </p:txBody>
        </p:sp>
        <p:sp>
          <p:nvSpPr>
            <p:cNvPr id="17" name="Freeform: Shape 7">
              <a:extLst>
                <a:ext uri="{FF2B5EF4-FFF2-40B4-BE49-F238E27FC236}">
                  <a16:creationId xmlns:a16="http://schemas.microsoft.com/office/drawing/2014/main" id="{3D3851EE-A1E2-2A22-50AE-7CA5E1ABE91F}"/>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800">
                <a:solidFill>
                  <a:schemeClr val="bg2"/>
                </a:solidFill>
              </a:endParaRPr>
            </a:p>
          </p:txBody>
        </p:sp>
        <p:sp>
          <p:nvSpPr>
            <p:cNvPr id="18" name="Freeform: Shape 8">
              <a:extLst>
                <a:ext uri="{FF2B5EF4-FFF2-40B4-BE49-F238E27FC236}">
                  <a16:creationId xmlns:a16="http://schemas.microsoft.com/office/drawing/2014/main" id="{5A7D9DCF-973E-E84F-5D6E-861D2543EC15}"/>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800">
                <a:solidFill>
                  <a:schemeClr val="bg2"/>
                </a:solidFill>
              </a:endParaRPr>
            </a:p>
          </p:txBody>
        </p:sp>
      </p:grpSp>
      <p:sp>
        <p:nvSpPr>
          <p:cNvPr id="46" name="Rectangle 45">
            <a:extLst>
              <a:ext uri="{FF2B5EF4-FFF2-40B4-BE49-F238E27FC236}">
                <a16:creationId xmlns:a16="http://schemas.microsoft.com/office/drawing/2014/main" id="{518C19CA-236B-538A-7BAE-5BEFF8D5CC22}"/>
              </a:ext>
            </a:extLst>
          </p:cNvPr>
          <p:cNvSpPr/>
          <p:nvPr userDrawn="1"/>
        </p:nvSpPr>
        <p:spPr>
          <a:xfrm>
            <a:off x="550863" y="2834640"/>
            <a:ext cx="4345176" cy="8102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US" sz="1100" b="1" i="0" kern="1200" dirty="0">
                <a:solidFill>
                  <a:schemeClr val="accent2"/>
                </a:solidFill>
                <a:latin typeface="+mn-lt"/>
                <a:ea typeface="+mn-ea"/>
                <a:cs typeface="+mn-cs"/>
              </a:rPr>
              <a:t>Make it real.</a:t>
            </a:r>
          </a:p>
          <a:p>
            <a:pPr marL="0" marR="0" lvl="0" indent="0" algn="l" defTabSz="914400" rtl="0" eaLnBrk="1" fontAlgn="auto" latinLnBrk="0" hangingPunct="1">
              <a:lnSpc>
                <a:spcPts val="1200"/>
              </a:lnSpc>
              <a:spcBef>
                <a:spcPts val="0"/>
              </a:spcBef>
              <a:spcAft>
                <a:spcPts val="0"/>
              </a:spcAft>
              <a:buClrTx/>
              <a:buSzTx/>
              <a:buFontTx/>
              <a:buNone/>
              <a:tabLst/>
              <a:defRPr/>
            </a:pPr>
            <a:r>
              <a:rPr lang="en-US" sz="1050" b="0" i="0" dirty="0">
                <a:solidFill>
                  <a:schemeClr val="bg2"/>
                </a:solidFill>
                <a:latin typeface="+mn-lt"/>
              </a:rPr>
              <a:t>w</a:t>
            </a:r>
            <a:r>
              <a:rPr lang="en-US" sz="1050" dirty="0">
                <a:solidFill>
                  <a:schemeClr val="bg2"/>
                </a:solidFill>
                <a:latin typeface="+mn-lt"/>
              </a:rPr>
              <a:t>ww.capgemini.com</a:t>
            </a:r>
          </a:p>
        </p:txBody>
      </p:sp>
      <p:sp>
        <p:nvSpPr>
          <p:cNvPr id="47" name="Rectangle 46">
            <a:extLst>
              <a:ext uri="{FF2B5EF4-FFF2-40B4-BE49-F238E27FC236}">
                <a16:creationId xmlns:a16="http://schemas.microsoft.com/office/drawing/2014/main" id="{5177A11C-B996-1AA2-5148-35CA703F28CC}"/>
              </a:ext>
            </a:extLst>
          </p:cNvPr>
          <p:cNvSpPr/>
          <p:nvPr userDrawn="1"/>
        </p:nvSpPr>
        <p:spPr>
          <a:xfrm>
            <a:off x="550864" y="854464"/>
            <a:ext cx="4248471"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400"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dirty="0">
                <a:ln>
                  <a:noFill/>
                </a:ln>
                <a:solidFill>
                  <a:schemeClr val="bg2"/>
                </a:solidFill>
                <a:effectLst/>
                <a:uLnTx/>
                <a:uFillTx/>
                <a:latin typeface="+mn-lt"/>
                <a:ea typeface="+mn-ea"/>
                <a:cs typeface="+mn-cs"/>
              </a:rPr>
              <a:t>About Capgemini</a:t>
            </a:r>
          </a:p>
          <a:p>
            <a:pPr marL="0" marR="0" indent="0" algn="just" defTabSz="914400" rtl="0" eaLnBrk="1" fontAlgn="auto" latinLnBrk="0" hangingPunct="1">
              <a:lnSpc>
                <a:spcPct val="100000"/>
              </a:lnSpc>
              <a:spcBef>
                <a:spcPts val="0"/>
              </a:spcBef>
              <a:spcAft>
                <a:spcPts val="0"/>
              </a:spcAft>
              <a:buClrTx/>
              <a:buSzTx/>
              <a:buFontTx/>
              <a:buNone/>
              <a:tabLst/>
              <a:defRPr/>
            </a:pPr>
            <a:r>
              <a:rPr lang="en-US" sz="900" dirty="0"/>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over 420,000 team members in more than 50 countries. We deliver end-to-end services and solutions with our deep industry expertise and strong partner ecosystem, leveraging our capabilities across strategy, technology, design, engineering and business operations. The Group reported 2025 global revenues of €22.5 billion.</a:t>
            </a:r>
          </a:p>
        </p:txBody>
      </p:sp>
      <p:sp>
        <p:nvSpPr>
          <p:cNvPr id="2" name="Rectangle 1">
            <a:extLst>
              <a:ext uri="{FF2B5EF4-FFF2-40B4-BE49-F238E27FC236}">
                <a16:creationId xmlns:a16="http://schemas.microsoft.com/office/drawing/2014/main" id="{B4F0B3F9-CBA2-7856-C464-2561C30F55EA}"/>
              </a:ext>
            </a:extLst>
          </p:cNvPr>
          <p:cNvSpPr/>
          <p:nvPr userDrawn="1"/>
        </p:nvSpPr>
        <p:spPr>
          <a:xfrm>
            <a:off x="470430" y="3657600"/>
            <a:ext cx="4345176" cy="5543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endParaRPr lang="en-US" sz="1600">
              <a:solidFill>
                <a:schemeClr val="bg2"/>
              </a:solidFill>
              <a:latin typeface="Ubuntu" panose="020B0504030602030204" pitchFamily="34" charset="0"/>
            </a:endParaRPr>
          </a:p>
        </p:txBody>
      </p:sp>
      <p:grpSp>
        <p:nvGrpSpPr>
          <p:cNvPr id="19" name="Group 18">
            <a:extLst>
              <a:ext uri="{FF2B5EF4-FFF2-40B4-BE49-F238E27FC236}">
                <a16:creationId xmlns:a16="http://schemas.microsoft.com/office/drawing/2014/main" id="{A5610925-F855-014F-3846-A33BD39AE7CF}"/>
              </a:ext>
            </a:extLst>
          </p:cNvPr>
          <p:cNvGrpSpPr/>
          <p:nvPr userDrawn="1"/>
        </p:nvGrpSpPr>
        <p:grpSpPr>
          <a:xfrm>
            <a:off x="8904288" y="5569004"/>
            <a:ext cx="1951070" cy="335280"/>
            <a:chOff x="8904288" y="5569004"/>
            <a:chExt cx="1951070" cy="335280"/>
          </a:xfrm>
        </p:grpSpPr>
        <p:pic>
          <p:nvPicPr>
            <p:cNvPr id="20" name="Picture 19">
              <a:hlinkClick r:id="rId6"/>
              <a:extLst>
                <a:ext uri="{FF2B5EF4-FFF2-40B4-BE49-F238E27FC236}">
                  <a16:creationId xmlns:a16="http://schemas.microsoft.com/office/drawing/2014/main" id="{24FCF918-8BD0-16D2-F339-AA3D847D0A13}"/>
                </a:ext>
              </a:extLst>
            </p:cNvPr>
            <p:cNvPicPr>
              <a:picLocks noChangeAspect="1"/>
            </p:cNvPicPr>
            <p:nvPr userDrawn="1"/>
          </p:nvPicPr>
          <p:blipFill rotWithShape="1">
            <a:blip r:embed="rId7" cstate="screen">
              <a:lum bright="70000" contrast="-70000"/>
              <a:extLst>
                <a:ext uri="{BEBA8EAE-BF5A-486C-A8C5-ECC9F3942E4B}">
                  <a14:imgProps xmlns:a14="http://schemas.microsoft.com/office/drawing/2010/main">
                    <a14:imgLayer r:embed="rId8">
                      <a14:imgEffect>
                        <a14:artisticPhotocopy/>
                      </a14:imgEffect>
                    </a14:imgLayer>
                  </a14:imgProps>
                </a:ex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rgbClr val="FFFFFF"/>
              </a:solidFill>
            </a:ln>
          </p:spPr>
        </p:pic>
        <p:pic>
          <p:nvPicPr>
            <p:cNvPr id="22" name="Picture 21">
              <a:hlinkClick r:id="rId9"/>
              <a:extLst>
                <a:ext uri="{FF2B5EF4-FFF2-40B4-BE49-F238E27FC236}">
                  <a16:creationId xmlns:a16="http://schemas.microsoft.com/office/drawing/2014/main" id="{43FFB736-D24D-5661-8C87-A4FA45684F22}"/>
                </a:ext>
              </a:extLst>
            </p:cNvPr>
            <p:cNvPicPr>
              <a:picLocks noChangeAspect="1"/>
            </p:cNvPicPr>
            <p:nvPr userDrawn="1"/>
          </p:nvPicPr>
          <p:blipFill rotWithShape="1">
            <a:blip r:embed="rId10" cstate="screen">
              <a:lum bright="70000" contrast="-70000"/>
              <a:extLst>
                <a:ext uri="{BEBA8EAE-BF5A-486C-A8C5-ECC9F3942E4B}">
                  <a14:imgProps xmlns:a14="http://schemas.microsoft.com/office/drawing/2010/main">
                    <a14:imgLayer r:embed="rId11">
                      <a14:imgEffect>
                        <a14:artisticPhotocopy/>
                      </a14:imgEffect>
                    </a14:imgLayer>
                  </a14:imgProps>
                </a:ex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rgbClr val="FFFFFF"/>
              </a:solidFill>
            </a:ln>
          </p:spPr>
        </p:pic>
        <p:pic>
          <p:nvPicPr>
            <p:cNvPr id="23" name="Picture 22">
              <a:hlinkClick r:id="rId12"/>
              <a:extLst>
                <a:ext uri="{FF2B5EF4-FFF2-40B4-BE49-F238E27FC236}">
                  <a16:creationId xmlns:a16="http://schemas.microsoft.com/office/drawing/2014/main" id="{FD54A805-731A-166D-0E90-B161D3D72A48}"/>
                </a:ext>
              </a:extLst>
            </p:cNvPr>
            <p:cNvPicPr>
              <a:picLocks noChangeAspect="1"/>
            </p:cNvPicPr>
            <p:nvPr userDrawn="1"/>
          </p:nvPicPr>
          <p:blipFill rotWithShape="1">
            <a:blip r:embed="rId13" cstate="screen">
              <a:lum bright="70000" contrast="-70000"/>
              <a:extLst>
                <a:ext uri="{BEBA8EAE-BF5A-486C-A8C5-ECC9F3942E4B}">
                  <a14:imgProps xmlns:a14="http://schemas.microsoft.com/office/drawing/2010/main">
                    <a14:imgLayer r:embed="rId14">
                      <a14:imgEffect>
                        <a14:artisticPhotocopy/>
                      </a14:imgEffect>
                    </a14:imgLayer>
                  </a14:imgProps>
                </a:ex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rgbClr val="FFFFFF"/>
              </a:solidFill>
            </a:ln>
          </p:spPr>
        </p:pic>
        <p:pic>
          <p:nvPicPr>
            <p:cNvPr id="24" name="Picture 23">
              <a:hlinkClick r:id="rId15"/>
              <a:extLst>
                <a:ext uri="{FF2B5EF4-FFF2-40B4-BE49-F238E27FC236}">
                  <a16:creationId xmlns:a16="http://schemas.microsoft.com/office/drawing/2014/main" id="{810DB779-E58E-2D08-4480-9915DA0226E2}"/>
                </a:ext>
              </a:extLst>
            </p:cNvPr>
            <p:cNvPicPr>
              <a:picLocks noChangeAspect="1"/>
            </p:cNvPicPr>
            <p:nvPr userDrawn="1"/>
          </p:nvPicPr>
          <p:blipFill rotWithShape="1">
            <a:blip r:embed="rId16" cstate="screen">
              <a:lum bright="70000" contrast="-70000"/>
              <a:extLst>
                <a:ext uri="{BEBA8EAE-BF5A-486C-A8C5-ECC9F3942E4B}">
                  <a14:imgProps xmlns:a14="http://schemas.microsoft.com/office/drawing/2010/main">
                    <a14:imgLayer r:embed="rId17">
                      <a14:imgEffect>
                        <a14:artisticPhotocopy/>
                      </a14:imgEffect>
                    </a14:imgLayer>
                  </a14:imgProps>
                </a:ex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rgbClr val="FFFFFF"/>
              </a:solidFill>
            </a:ln>
          </p:spPr>
        </p:pic>
        <p:pic>
          <p:nvPicPr>
            <p:cNvPr id="25" name="Picture 24">
              <a:hlinkClick r:id="rId18"/>
              <a:extLst>
                <a:ext uri="{FF2B5EF4-FFF2-40B4-BE49-F238E27FC236}">
                  <a16:creationId xmlns:a16="http://schemas.microsoft.com/office/drawing/2014/main" id="{A7DC571B-9383-37DB-3C81-7DAF8A33D562}"/>
                </a:ext>
              </a:extLst>
            </p:cNvPr>
            <p:cNvPicPr>
              <a:picLocks noChangeAspect="1"/>
            </p:cNvPicPr>
            <p:nvPr userDrawn="1"/>
          </p:nvPicPr>
          <p:blipFill rotWithShape="1">
            <a:blip r:embed="rId19" cstate="screen">
              <a:lum bright="70000" contrast="-70000"/>
              <a:extLst>
                <a:ext uri="{BEBA8EAE-BF5A-486C-A8C5-ECC9F3942E4B}">
                  <a14:imgProps xmlns:a14="http://schemas.microsoft.com/office/drawing/2010/main">
                    <a14:imgLayer r:embed="rId20">
                      <a14:imgEffect>
                        <a14:artisticPhotocopy/>
                      </a14:imgEffect>
                    </a14:imgLayer>
                  </a14:imgProps>
                </a:ex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rgbClr val="FFFFFF"/>
              </a:solidFill>
            </a:ln>
          </p:spPr>
        </p:pic>
      </p:grpSp>
      <p:sp>
        <p:nvSpPr>
          <p:cNvPr id="3" name="Rectangle 2">
            <a:extLst>
              <a:ext uri="{FF2B5EF4-FFF2-40B4-BE49-F238E27FC236}">
                <a16:creationId xmlns:a16="http://schemas.microsoft.com/office/drawing/2014/main" id="{7ECA3DCF-BB95-29ED-4C63-4ABA324ED80A}"/>
              </a:ext>
            </a:extLst>
          </p:cNvPr>
          <p:cNvSpPr/>
          <p:nvPr userDrawn="1"/>
        </p:nvSpPr>
        <p:spPr>
          <a:xfrm rot="16200000">
            <a:off x="1826323"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1200" cap="none" spc="0" normalizeH="0" baseline="0" noProof="0" err="1">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3919974314"/>
      </p:ext>
    </p:extLst>
  </p:cSld>
  <p:clrMapOvr>
    <a:masterClrMapping/>
  </p:clrMapOvr>
  <p:extLst>
    <p:ext uri="{DCECCB84-F9BA-43D5-87BE-67443E8EF086}">
      <p15:sldGuideLst xmlns:p15="http://schemas.microsoft.com/office/powerpoint/2012/main"/>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preserve="1" userDrawn="1">
  <p:cSld name="End Slide 2">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E828FFA5-3FBC-D174-A267-398AD796B6A1}"/>
              </a:ext>
            </a:extLst>
          </p:cNvPr>
          <p:cNvSpPr/>
          <p:nvPr userDrawn="1"/>
        </p:nvSpPr>
        <p:spPr>
          <a:xfrm>
            <a:off x="550862" y="3325369"/>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US" sz="1100" b="1" i="0" kern="1200" dirty="0">
                <a:solidFill>
                  <a:schemeClr val="accent2"/>
                </a:solidFill>
                <a:latin typeface="+mn-lt"/>
                <a:ea typeface="+mn-ea"/>
                <a:cs typeface="+mn-cs"/>
              </a:rPr>
              <a:t>Make it real.</a:t>
            </a:r>
          </a:p>
          <a:p>
            <a:pPr marL="0" marR="0" lvl="0" indent="0" algn="l" defTabSz="914400" rtl="0" eaLnBrk="1" fontAlgn="auto" latinLnBrk="0" hangingPunct="1">
              <a:lnSpc>
                <a:spcPts val="1200"/>
              </a:lnSpc>
              <a:spcBef>
                <a:spcPts val="0"/>
              </a:spcBef>
              <a:spcAft>
                <a:spcPts val="0"/>
              </a:spcAft>
              <a:buClrTx/>
              <a:buSzTx/>
              <a:buFontTx/>
              <a:buNone/>
              <a:tabLst/>
              <a:defRPr/>
            </a:pPr>
            <a:r>
              <a:rPr lang="en-US" sz="1050" b="0" i="0" dirty="0">
                <a:solidFill>
                  <a:schemeClr val="bg2"/>
                </a:solidFill>
                <a:latin typeface="+mn-lt"/>
              </a:rPr>
              <a:t>w</a:t>
            </a:r>
            <a:r>
              <a:rPr lang="en-US" sz="1050" dirty="0">
                <a:solidFill>
                  <a:schemeClr val="bg2"/>
                </a:solidFill>
                <a:latin typeface="+mn-lt"/>
              </a:rPr>
              <a:t>ww.capgemini.com</a:t>
            </a:r>
          </a:p>
        </p:txBody>
      </p:sp>
      <p:grpSp>
        <p:nvGrpSpPr>
          <p:cNvPr id="43" name="Group 2">
            <a:extLst>
              <a:ext uri="{FF2B5EF4-FFF2-40B4-BE49-F238E27FC236}">
                <a16:creationId xmlns:a16="http://schemas.microsoft.com/office/drawing/2014/main" id="{CD4310B4-5ADE-C2D0-DB4C-AF69D93A1DF5}"/>
              </a:ext>
            </a:extLst>
          </p:cNvPr>
          <p:cNvGrpSpPr>
            <a:grpSpLocks noChangeAspect="1"/>
          </p:cNvGrpSpPr>
          <p:nvPr userDrawn="1"/>
        </p:nvGrpSpPr>
        <p:grpSpPr>
          <a:xfrm>
            <a:off x="550862" y="6021288"/>
            <a:ext cx="1872000" cy="420870"/>
            <a:chOff x="5094083" y="5360390"/>
            <a:chExt cx="3039349" cy="683316"/>
          </a:xfrm>
          <a:solidFill>
            <a:schemeClr val="bg1"/>
          </a:solidFill>
        </p:grpSpPr>
        <p:sp>
          <p:nvSpPr>
            <p:cNvPr id="44" name="Freeform: Shape 4">
              <a:extLst>
                <a:ext uri="{FF2B5EF4-FFF2-40B4-BE49-F238E27FC236}">
                  <a16:creationId xmlns:a16="http://schemas.microsoft.com/office/drawing/2014/main" id="{089E09DC-D2DF-E25B-B85C-6EA1D98E1CA5}"/>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800">
                <a:solidFill>
                  <a:schemeClr val="bg2"/>
                </a:solidFill>
              </a:endParaRPr>
            </a:p>
          </p:txBody>
        </p:sp>
        <p:sp>
          <p:nvSpPr>
            <p:cNvPr id="45" name="Freeform: Shape 5">
              <a:extLst>
                <a:ext uri="{FF2B5EF4-FFF2-40B4-BE49-F238E27FC236}">
                  <a16:creationId xmlns:a16="http://schemas.microsoft.com/office/drawing/2014/main" id="{CFFDC692-B337-393E-311F-6135E50AC69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800">
                <a:solidFill>
                  <a:schemeClr val="bg2"/>
                </a:solidFill>
              </a:endParaRPr>
            </a:p>
          </p:txBody>
        </p:sp>
        <p:sp>
          <p:nvSpPr>
            <p:cNvPr id="46" name="Freeform: Shape 6">
              <a:extLst>
                <a:ext uri="{FF2B5EF4-FFF2-40B4-BE49-F238E27FC236}">
                  <a16:creationId xmlns:a16="http://schemas.microsoft.com/office/drawing/2014/main" id="{79F624AF-8CAF-1C4F-6AF4-0D3BAB6883DE}"/>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800">
                <a:solidFill>
                  <a:schemeClr val="bg2"/>
                </a:solidFill>
              </a:endParaRPr>
            </a:p>
          </p:txBody>
        </p:sp>
        <p:sp>
          <p:nvSpPr>
            <p:cNvPr id="47" name="Freeform: Shape 7">
              <a:extLst>
                <a:ext uri="{FF2B5EF4-FFF2-40B4-BE49-F238E27FC236}">
                  <a16:creationId xmlns:a16="http://schemas.microsoft.com/office/drawing/2014/main" id="{CC7B72C0-ED2F-06D1-872B-CC0A248A4A55}"/>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800">
                <a:solidFill>
                  <a:schemeClr val="bg2"/>
                </a:solidFill>
              </a:endParaRPr>
            </a:p>
          </p:txBody>
        </p:sp>
        <p:sp>
          <p:nvSpPr>
            <p:cNvPr id="48" name="Freeform: Shape 8">
              <a:extLst>
                <a:ext uri="{FF2B5EF4-FFF2-40B4-BE49-F238E27FC236}">
                  <a16:creationId xmlns:a16="http://schemas.microsoft.com/office/drawing/2014/main" id="{4387627B-473F-668B-D2BC-7D0705259BFC}"/>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800">
                <a:solidFill>
                  <a:schemeClr val="bg2"/>
                </a:solidFill>
              </a:endParaRPr>
            </a:p>
          </p:txBody>
        </p:sp>
      </p:grpSp>
      <p:grpSp>
        <p:nvGrpSpPr>
          <p:cNvPr id="8" name="Group 7">
            <a:extLst>
              <a:ext uri="{FF2B5EF4-FFF2-40B4-BE49-F238E27FC236}">
                <a16:creationId xmlns:a16="http://schemas.microsoft.com/office/drawing/2014/main" id="{C3529F38-DE31-8549-CDA7-1E4A748CA7C2}"/>
              </a:ext>
            </a:extLst>
          </p:cNvPr>
          <p:cNvGrpSpPr/>
          <p:nvPr userDrawn="1"/>
        </p:nvGrpSpPr>
        <p:grpSpPr>
          <a:xfrm>
            <a:off x="8904288" y="5569004"/>
            <a:ext cx="1951070" cy="335280"/>
            <a:chOff x="8904288" y="5569004"/>
            <a:chExt cx="1951070" cy="335280"/>
          </a:xfrm>
        </p:grpSpPr>
        <p:pic>
          <p:nvPicPr>
            <p:cNvPr id="9" name="Picture 8">
              <a:hlinkClick r:id="rId2"/>
              <a:extLst>
                <a:ext uri="{FF2B5EF4-FFF2-40B4-BE49-F238E27FC236}">
                  <a16:creationId xmlns:a16="http://schemas.microsoft.com/office/drawing/2014/main" id="{AA7E1FC5-0975-36A9-15BB-4B78B750848B}"/>
                </a:ext>
              </a:extLst>
            </p:cNvPr>
            <p:cNvPicPr>
              <a:picLocks noChangeAspect="1"/>
            </p:cNvPicPr>
            <p:nvPr userDrawn="1"/>
          </p:nvPicPr>
          <p:blipFill rotWithShape="1">
            <a:blip r:embed="rId3" cstate="screen">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rgbClr val="FFFFFF"/>
              </a:solidFill>
            </a:ln>
          </p:spPr>
        </p:pic>
        <p:pic>
          <p:nvPicPr>
            <p:cNvPr id="10" name="Picture 9">
              <a:hlinkClick r:id="rId5"/>
              <a:extLst>
                <a:ext uri="{FF2B5EF4-FFF2-40B4-BE49-F238E27FC236}">
                  <a16:creationId xmlns:a16="http://schemas.microsoft.com/office/drawing/2014/main" id="{9852B28F-AE33-FE98-514D-6F11A86092BB}"/>
                </a:ext>
              </a:extLst>
            </p:cNvPr>
            <p:cNvPicPr>
              <a:picLocks noChangeAspect="1"/>
            </p:cNvPicPr>
            <p:nvPr userDrawn="1"/>
          </p:nvPicPr>
          <p:blipFill rotWithShape="1">
            <a:blip r:embed="rId6" cstate="screen">
              <a:lum bright="70000" contrast="-70000"/>
              <a:extLst>
                <a:ext uri="{BEBA8EAE-BF5A-486C-A8C5-ECC9F3942E4B}">
                  <a14:imgProps xmlns:a14="http://schemas.microsoft.com/office/drawing/2010/main">
                    <a14:imgLayer r:embed="rId7">
                      <a14:imgEffect>
                        <a14:artisticPhotocopy/>
                      </a14:imgEffect>
                    </a14:imgLayer>
                  </a14:imgProps>
                </a:ex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rgbClr val="FFFFFF"/>
              </a:solidFill>
            </a:ln>
          </p:spPr>
        </p:pic>
        <p:pic>
          <p:nvPicPr>
            <p:cNvPr id="11" name="Picture 10">
              <a:hlinkClick r:id="rId8"/>
              <a:extLst>
                <a:ext uri="{FF2B5EF4-FFF2-40B4-BE49-F238E27FC236}">
                  <a16:creationId xmlns:a16="http://schemas.microsoft.com/office/drawing/2014/main" id="{FA1AEA76-FACD-25B8-0110-7425FE173BD9}"/>
                </a:ext>
              </a:extLst>
            </p:cNvPr>
            <p:cNvPicPr>
              <a:picLocks noChangeAspect="1"/>
            </p:cNvPicPr>
            <p:nvPr userDrawn="1"/>
          </p:nvPicPr>
          <p:blipFill rotWithShape="1">
            <a:blip r:embed="rId9" cstate="screen">
              <a:lum bright="70000" contrast="-70000"/>
              <a:extLst>
                <a:ext uri="{BEBA8EAE-BF5A-486C-A8C5-ECC9F3942E4B}">
                  <a14:imgProps xmlns:a14="http://schemas.microsoft.com/office/drawing/2010/main">
                    <a14:imgLayer r:embed="rId10">
                      <a14:imgEffect>
                        <a14:artisticPhotocopy/>
                      </a14:imgEffect>
                    </a14:imgLayer>
                  </a14:imgProps>
                </a:ex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rgbClr val="FFFFFF"/>
              </a:solidFill>
            </a:ln>
          </p:spPr>
        </p:pic>
        <p:pic>
          <p:nvPicPr>
            <p:cNvPr id="12" name="Picture 11">
              <a:hlinkClick r:id="rId11"/>
              <a:extLst>
                <a:ext uri="{FF2B5EF4-FFF2-40B4-BE49-F238E27FC236}">
                  <a16:creationId xmlns:a16="http://schemas.microsoft.com/office/drawing/2014/main" id="{8EE305D6-5BF1-8C3B-B40C-DAE50AEF0788}"/>
                </a:ext>
              </a:extLst>
            </p:cNvPr>
            <p:cNvPicPr>
              <a:picLocks noChangeAspect="1"/>
            </p:cNvPicPr>
            <p:nvPr userDrawn="1"/>
          </p:nvPicPr>
          <p:blipFill rotWithShape="1">
            <a:blip r:embed="rId12" cstate="screen">
              <a:lum bright="70000" contrast="-70000"/>
              <a:extLst>
                <a:ext uri="{BEBA8EAE-BF5A-486C-A8C5-ECC9F3942E4B}">
                  <a14:imgProps xmlns:a14="http://schemas.microsoft.com/office/drawing/2010/main">
                    <a14:imgLayer r:embed="rId13">
                      <a14:imgEffect>
                        <a14:artisticPhotocopy/>
                      </a14:imgEffect>
                    </a14:imgLayer>
                  </a14:imgProps>
                </a:ex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rgbClr val="FFFFFF"/>
              </a:solidFill>
            </a:ln>
          </p:spPr>
        </p:pic>
        <p:pic>
          <p:nvPicPr>
            <p:cNvPr id="13" name="Picture 12">
              <a:hlinkClick r:id="rId14"/>
              <a:extLst>
                <a:ext uri="{FF2B5EF4-FFF2-40B4-BE49-F238E27FC236}">
                  <a16:creationId xmlns:a16="http://schemas.microsoft.com/office/drawing/2014/main" id="{152FD4A1-441F-A138-65D6-13171C1C355C}"/>
                </a:ext>
              </a:extLst>
            </p:cNvPr>
            <p:cNvPicPr>
              <a:picLocks noChangeAspect="1"/>
            </p:cNvPicPr>
            <p:nvPr userDrawn="1"/>
          </p:nvPicPr>
          <p:blipFill rotWithShape="1">
            <a:blip r:embed="rId15" cstate="screen">
              <a:lum bright="70000" contrast="-70000"/>
              <a:extLst>
                <a:ext uri="{BEBA8EAE-BF5A-486C-A8C5-ECC9F3942E4B}">
                  <a14:imgProps xmlns:a14="http://schemas.microsoft.com/office/drawing/2010/main">
                    <a14:imgLayer r:embed="rId16">
                      <a14:imgEffect>
                        <a14:artisticPhotocopy/>
                      </a14:imgEffect>
                    </a14:imgLayer>
                  </a14:imgProps>
                </a:ex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rgbClr val="FFFFFF"/>
              </a:solidFill>
            </a:ln>
          </p:spPr>
        </p:pic>
      </p:grpSp>
      <p:sp>
        <p:nvSpPr>
          <p:cNvPr id="2" name="Rectangle 1">
            <a:extLst>
              <a:ext uri="{FF2B5EF4-FFF2-40B4-BE49-F238E27FC236}">
                <a16:creationId xmlns:a16="http://schemas.microsoft.com/office/drawing/2014/main" id="{B0ED2EA3-431C-98F0-F5DF-BA8CD83988E8}"/>
              </a:ext>
            </a:extLst>
          </p:cNvPr>
          <p:cNvSpPr/>
          <p:nvPr userDrawn="1"/>
        </p:nvSpPr>
        <p:spPr>
          <a:xfrm>
            <a:off x="8904288" y="6053226"/>
            <a:ext cx="2879725" cy="400110"/>
          </a:xfrm>
          <a:prstGeom prst="rect">
            <a:avLst/>
          </a:prstGeom>
        </p:spPr>
        <p:txBody>
          <a:bodyPr wrap="square" lIns="0" tIns="0" rIns="0" bIns="0" anchor="b" anchorCtr="0">
            <a:spAutoFit/>
          </a:bodyPr>
          <a:lstStyle/>
          <a:p>
            <a:pPr>
              <a:spcAft>
                <a:spcPts val="600"/>
              </a:spcAft>
            </a:pPr>
            <a:r>
              <a:rPr lang="en-US" sz="700" b="0" i="0" noProof="0" dirty="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b="0" i="0" noProof="0" dirty="0">
                <a:solidFill>
                  <a:schemeClr val="bg1"/>
                </a:solidFill>
                <a:latin typeface="+mn-lt"/>
                <a:cs typeface="Arial"/>
              </a:rPr>
              <a:t>Copyright © 2026 Capgemini. All rights reserved.</a:t>
            </a:r>
          </a:p>
        </p:txBody>
      </p:sp>
      <p:sp>
        <p:nvSpPr>
          <p:cNvPr id="3" name="Rectangle 2">
            <a:extLst>
              <a:ext uri="{FF2B5EF4-FFF2-40B4-BE49-F238E27FC236}">
                <a16:creationId xmlns:a16="http://schemas.microsoft.com/office/drawing/2014/main" id="{A00DCBE3-E072-9262-C394-C6548BB92DEF}"/>
              </a:ext>
            </a:extLst>
          </p:cNvPr>
          <p:cNvSpPr/>
          <p:nvPr userDrawn="1"/>
        </p:nvSpPr>
        <p:spPr>
          <a:xfrm>
            <a:off x="550864" y="1574544"/>
            <a:ext cx="4248471"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400"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mn-lt"/>
                <a:ea typeface="+mn-ea"/>
                <a:cs typeface="+mn-cs"/>
              </a:rPr>
              <a:t>About Capgemini</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900" dirty="0">
                <a:solidFill>
                  <a:schemeClr val="bg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over 420,000 team members in more than 50 countries. We deliver end-to-end services and solutions with our deep industry expertise and strong partner ecosystem, leveraging our capabilities across strategy, technology, design, engineering and business operations. The Group reported 2025 global revenues of €22.5 billion.</a:t>
            </a:r>
          </a:p>
        </p:txBody>
      </p:sp>
    </p:spTree>
    <p:extLst>
      <p:ext uri="{BB962C8B-B14F-4D97-AF65-F5344CB8AC3E}">
        <p14:creationId xmlns:p14="http://schemas.microsoft.com/office/powerpoint/2010/main" val="323533232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End Slide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1D17019-0BF4-2D81-E041-AFBAAFE615A7}"/>
              </a:ext>
            </a:extLst>
          </p:cNvPr>
          <p:cNvSpPr/>
          <p:nvPr userDrawn="1"/>
        </p:nvSpPr>
        <p:spPr>
          <a:xfrm>
            <a:off x="8146580" y="0"/>
            <a:ext cx="4045420" cy="6858000"/>
          </a:xfrm>
          <a:prstGeom prst="rect">
            <a:avLst/>
          </a:prstGeom>
          <a:solidFill>
            <a:schemeClr val="accent1"/>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43" name="Group 2">
            <a:extLst>
              <a:ext uri="{FF2B5EF4-FFF2-40B4-BE49-F238E27FC236}">
                <a16:creationId xmlns:a16="http://schemas.microsoft.com/office/drawing/2014/main" id="{CD4310B4-5ADE-C2D0-DB4C-AF69D93A1DF5}"/>
              </a:ext>
            </a:extLst>
          </p:cNvPr>
          <p:cNvGrpSpPr>
            <a:grpSpLocks noChangeAspect="1"/>
          </p:cNvGrpSpPr>
          <p:nvPr userDrawn="1"/>
        </p:nvGrpSpPr>
        <p:grpSpPr>
          <a:xfrm>
            <a:off x="550863" y="6021288"/>
            <a:ext cx="1872000" cy="420870"/>
            <a:chOff x="5094083" y="5360390"/>
            <a:chExt cx="3039349" cy="683316"/>
          </a:xfrm>
          <a:solidFill>
            <a:schemeClr val="bg1"/>
          </a:solidFill>
        </p:grpSpPr>
        <p:sp>
          <p:nvSpPr>
            <p:cNvPr id="44" name="Freeform: Shape 4">
              <a:extLst>
                <a:ext uri="{FF2B5EF4-FFF2-40B4-BE49-F238E27FC236}">
                  <a16:creationId xmlns:a16="http://schemas.microsoft.com/office/drawing/2014/main" id="{089E09DC-D2DF-E25B-B85C-6EA1D98E1CA5}"/>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5" name="Freeform: Shape 5">
              <a:extLst>
                <a:ext uri="{FF2B5EF4-FFF2-40B4-BE49-F238E27FC236}">
                  <a16:creationId xmlns:a16="http://schemas.microsoft.com/office/drawing/2014/main" id="{CFFDC692-B337-393E-311F-6135E50AC69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6" name="Freeform: Shape 6">
              <a:extLst>
                <a:ext uri="{FF2B5EF4-FFF2-40B4-BE49-F238E27FC236}">
                  <a16:creationId xmlns:a16="http://schemas.microsoft.com/office/drawing/2014/main" id="{79F624AF-8CAF-1C4F-6AF4-0D3BAB6883DE}"/>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7" name="Freeform: Shape 7">
              <a:extLst>
                <a:ext uri="{FF2B5EF4-FFF2-40B4-BE49-F238E27FC236}">
                  <a16:creationId xmlns:a16="http://schemas.microsoft.com/office/drawing/2014/main" id="{CC7B72C0-ED2F-06D1-872B-CC0A248A4A55}"/>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8" name="Freeform: Shape 8">
              <a:extLst>
                <a:ext uri="{FF2B5EF4-FFF2-40B4-BE49-F238E27FC236}">
                  <a16:creationId xmlns:a16="http://schemas.microsoft.com/office/drawing/2014/main" id="{4387627B-473F-668B-D2BC-7D0705259BFC}"/>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800">
                <a:solidFill>
                  <a:schemeClr val="bg1"/>
                </a:solidFill>
              </a:endParaRPr>
            </a:p>
          </p:txBody>
        </p:sp>
      </p:grpSp>
      <p:sp>
        <p:nvSpPr>
          <p:cNvPr id="10" name="Rectangle 9">
            <a:extLst>
              <a:ext uri="{FF2B5EF4-FFF2-40B4-BE49-F238E27FC236}">
                <a16:creationId xmlns:a16="http://schemas.microsoft.com/office/drawing/2014/main" id="{456848E4-9E3E-BD1A-A82D-C9F95359644C}"/>
              </a:ext>
            </a:extLst>
          </p:cNvPr>
          <p:cNvSpPr/>
          <p:nvPr userDrawn="1"/>
        </p:nvSpPr>
        <p:spPr>
          <a:xfrm>
            <a:off x="550863" y="3325369"/>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US" sz="1100" b="1" i="0" kern="1200" dirty="0">
                <a:solidFill>
                  <a:schemeClr val="accent2"/>
                </a:solidFill>
                <a:latin typeface="+mn-lt"/>
                <a:ea typeface="+mn-ea"/>
                <a:cs typeface="+mn-cs"/>
              </a:rPr>
              <a:t>Make it real.</a:t>
            </a:r>
          </a:p>
          <a:p>
            <a:pPr marL="0" marR="0" lvl="0" indent="0" algn="l" defTabSz="914400" rtl="0" eaLnBrk="1" fontAlgn="auto" latinLnBrk="0" hangingPunct="1">
              <a:lnSpc>
                <a:spcPts val="1200"/>
              </a:lnSpc>
              <a:spcBef>
                <a:spcPts val="0"/>
              </a:spcBef>
              <a:spcAft>
                <a:spcPts val="0"/>
              </a:spcAft>
              <a:buClrTx/>
              <a:buSzTx/>
              <a:buFontTx/>
              <a:buNone/>
              <a:tabLst/>
              <a:defRPr/>
            </a:pPr>
            <a:r>
              <a:rPr lang="en-US" sz="1050" b="0" i="0" dirty="0">
                <a:solidFill>
                  <a:schemeClr val="bg2"/>
                </a:solidFill>
                <a:latin typeface="+mn-lt"/>
              </a:rPr>
              <a:t>w</a:t>
            </a:r>
            <a:r>
              <a:rPr lang="en-US" sz="1050" dirty="0">
                <a:solidFill>
                  <a:schemeClr val="bg2"/>
                </a:solidFill>
                <a:latin typeface="+mn-lt"/>
              </a:rPr>
              <a:t>ww.capgemini.com</a:t>
            </a:r>
          </a:p>
        </p:txBody>
      </p:sp>
      <p:sp>
        <p:nvSpPr>
          <p:cNvPr id="11" name="Rectangle 10">
            <a:extLst>
              <a:ext uri="{FF2B5EF4-FFF2-40B4-BE49-F238E27FC236}">
                <a16:creationId xmlns:a16="http://schemas.microsoft.com/office/drawing/2014/main" id="{243A1DDC-0EE3-87D7-B55C-C8336892FA90}"/>
              </a:ext>
            </a:extLst>
          </p:cNvPr>
          <p:cNvSpPr/>
          <p:nvPr userDrawn="1"/>
        </p:nvSpPr>
        <p:spPr>
          <a:xfrm rot="16200000">
            <a:off x="4627581"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3" name="Group 12">
            <a:extLst>
              <a:ext uri="{FF2B5EF4-FFF2-40B4-BE49-F238E27FC236}">
                <a16:creationId xmlns:a16="http://schemas.microsoft.com/office/drawing/2014/main" id="{AF5AEA53-A3F6-3C43-28B7-ED0F7493535A}"/>
              </a:ext>
            </a:extLst>
          </p:cNvPr>
          <p:cNvGrpSpPr/>
          <p:nvPr userDrawn="1"/>
        </p:nvGrpSpPr>
        <p:grpSpPr>
          <a:xfrm>
            <a:off x="8904288" y="5569004"/>
            <a:ext cx="1951070" cy="335280"/>
            <a:chOff x="8904288" y="5569004"/>
            <a:chExt cx="1951070" cy="335280"/>
          </a:xfrm>
        </p:grpSpPr>
        <p:pic>
          <p:nvPicPr>
            <p:cNvPr id="14" name="Picture 13">
              <a:hlinkClick r:id="rId2"/>
              <a:extLst>
                <a:ext uri="{FF2B5EF4-FFF2-40B4-BE49-F238E27FC236}">
                  <a16:creationId xmlns:a16="http://schemas.microsoft.com/office/drawing/2014/main" id="{BB2967E7-796B-6EA2-7BAD-CE5AAD3E5CCA}"/>
                </a:ext>
              </a:extLst>
            </p:cNvPr>
            <p:cNvPicPr>
              <a:picLocks noChangeAspect="1"/>
            </p:cNvPicPr>
            <p:nvPr userDrawn="1"/>
          </p:nvPicPr>
          <p:blipFill rotWithShape="1">
            <a:blip r:embed="rId3" cstate="screen">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bg1"/>
              </a:solidFill>
            </a:ln>
          </p:spPr>
        </p:pic>
        <p:pic>
          <p:nvPicPr>
            <p:cNvPr id="15" name="Picture 14">
              <a:hlinkClick r:id="rId5"/>
              <a:extLst>
                <a:ext uri="{FF2B5EF4-FFF2-40B4-BE49-F238E27FC236}">
                  <a16:creationId xmlns:a16="http://schemas.microsoft.com/office/drawing/2014/main" id="{D948212D-4697-CFC5-FD02-46AE44A499B0}"/>
                </a:ext>
              </a:extLst>
            </p:cNvPr>
            <p:cNvPicPr>
              <a:picLocks noChangeAspect="1"/>
            </p:cNvPicPr>
            <p:nvPr userDrawn="1"/>
          </p:nvPicPr>
          <p:blipFill rotWithShape="1">
            <a:blip r:embed="rId6" cstate="screen">
              <a:lum bright="70000" contrast="-70000"/>
              <a:extLst>
                <a:ext uri="{BEBA8EAE-BF5A-486C-A8C5-ECC9F3942E4B}">
                  <a14:imgProps xmlns:a14="http://schemas.microsoft.com/office/drawing/2010/main">
                    <a14:imgLayer r:embed="rId7">
                      <a14:imgEffect>
                        <a14:artisticPhotocopy/>
                      </a14:imgEffect>
                    </a14:imgLayer>
                  </a14:imgProps>
                </a:ex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bg1"/>
              </a:solidFill>
            </a:ln>
          </p:spPr>
        </p:pic>
        <p:pic>
          <p:nvPicPr>
            <p:cNvPr id="16" name="Picture 15">
              <a:hlinkClick r:id="rId8"/>
              <a:extLst>
                <a:ext uri="{FF2B5EF4-FFF2-40B4-BE49-F238E27FC236}">
                  <a16:creationId xmlns:a16="http://schemas.microsoft.com/office/drawing/2014/main" id="{97D4CB73-5886-FD21-53D6-579070C94617}"/>
                </a:ext>
              </a:extLst>
            </p:cNvPr>
            <p:cNvPicPr>
              <a:picLocks noChangeAspect="1"/>
            </p:cNvPicPr>
            <p:nvPr userDrawn="1"/>
          </p:nvPicPr>
          <p:blipFill rotWithShape="1">
            <a:blip r:embed="rId9" cstate="screen">
              <a:lum bright="70000" contrast="-70000"/>
              <a:extLst>
                <a:ext uri="{BEBA8EAE-BF5A-486C-A8C5-ECC9F3942E4B}">
                  <a14:imgProps xmlns:a14="http://schemas.microsoft.com/office/drawing/2010/main">
                    <a14:imgLayer r:embed="rId10">
                      <a14:imgEffect>
                        <a14:artisticPhotocopy/>
                      </a14:imgEffect>
                    </a14:imgLayer>
                  </a14:imgProps>
                </a:ex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bg1"/>
              </a:solidFill>
            </a:ln>
          </p:spPr>
        </p:pic>
        <p:pic>
          <p:nvPicPr>
            <p:cNvPr id="18" name="Picture 17">
              <a:hlinkClick r:id="rId11"/>
              <a:extLst>
                <a:ext uri="{FF2B5EF4-FFF2-40B4-BE49-F238E27FC236}">
                  <a16:creationId xmlns:a16="http://schemas.microsoft.com/office/drawing/2014/main" id="{20E4809F-7CE4-E75D-D9B3-B83DC708507C}"/>
                </a:ext>
              </a:extLst>
            </p:cNvPr>
            <p:cNvPicPr>
              <a:picLocks noChangeAspect="1"/>
            </p:cNvPicPr>
            <p:nvPr userDrawn="1"/>
          </p:nvPicPr>
          <p:blipFill rotWithShape="1">
            <a:blip r:embed="rId12" cstate="screen">
              <a:lum bright="70000" contrast="-70000"/>
              <a:extLst>
                <a:ext uri="{BEBA8EAE-BF5A-486C-A8C5-ECC9F3942E4B}">
                  <a14:imgProps xmlns:a14="http://schemas.microsoft.com/office/drawing/2010/main">
                    <a14:imgLayer r:embed="rId13">
                      <a14:imgEffect>
                        <a14:artisticPhotocopy/>
                      </a14:imgEffect>
                    </a14:imgLayer>
                  </a14:imgProps>
                </a:ex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bg1"/>
              </a:solidFill>
            </a:ln>
          </p:spPr>
        </p:pic>
        <p:pic>
          <p:nvPicPr>
            <p:cNvPr id="19" name="Picture 18">
              <a:hlinkClick r:id="rId14"/>
              <a:extLst>
                <a:ext uri="{FF2B5EF4-FFF2-40B4-BE49-F238E27FC236}">
                  <a16:creationId xmlns:a16="http://schemas.microsoft.com/office/drawing/2014/main" id="{03D14A75-529F-A677-2FA2-C0BF7D445A39}"/>
                </a:ext>
              </a:extLst>
            </p:cNvPr>
            <p:cNvPicPr>
              <a:picLocks noChangeAspect="1"/>
            </p:cNvPicPr>
            <p:nvPr userDrawn="1"/>
          </p:nvPicPr>
          <p:blipFill rotWithShape="1">
            <a:blip r:embed="rId15" cstate="screen">
              <a:lum bright="70000" contrast="-70000"/>
              <a:extLst>
                <a:ext uri="{BEBA8EAE-BF5A-486C-A8C5-ECC9F3942E4B}">
                  <a14:imgProps xmlns:a14="http://schemas.microsoft.com/office/drawing/2010/main">
                    <a14:imgLayer r:embed="rId16">
                      <a14:imgEffect>
                        <a14:artisticPhotocopy/>
                      </a14:imgEffect>
                    </a14:imgLayer>
                  </a14:imgProps>
                </a:ex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bg1"/>
              </a:solidFill>
            </a:ln>
          </p:spPr>
        </p:pic>
      </p:grpSp>
      <p:sp>
        <p:nvSpPr>
          <p:cNvPr id="2" name="Rectangle 1">
            <a:extLst>
              <a:ext uri="{FF2B5EF4-FFF2-40B4-BE49-F238E27FC236}">
                <a16:creationId xmlns:a16="http://schemas.microsoft.com/office/drawing/2014/main" id="{22ED8818-43EC-6700-AF45-E9B8C97AE8CD}"/>
              </a:ext>
            </a:extLst>
          </p:cNvPr>
          <p:cNvSpPr/>
          <p:nvPr userDrawn="1"/>
        </p:nvSpPr>
        <p:spPr>
          <a:xfrm>
            <a:off x="8904288" y="6053226"/>
            <a:ext cx="2879725" cy="400110"/>
          </a:xfrm>
          <a:prstGeom prst="rect">
            <a:avLst/>
          </a:prstGeom>
        </p:spPr>
        <p:txBody>
          <a:bodyPr wrap="square" lIns="0" tIns="0" rIns="0" bIns="0" anchor="b" anchorCtr="0">
            <a:spAutoFit/>
          </a:bodyPr>
          <a:lstStyle/>
          <a:p>
            <a:pPr>
              <a:spcAft>
                <a:spcPts val="600"/>
              </a:spcAft>
            </a:pPr>
            <a:r>
              <a:rPr lang="en-US" sz="700" b="0" i="0" noProof="0" dirty="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b="0" i="0" noProof="0" dirty="0">
                <a:solidFill>
                  <a:schemeClr val="bg1"/>
                </a:solidFill>
                <a:latin typeface="+mn-lt"/>
                <a:cs typeface="Arial"/>
              </a:rPr>
              <a:t>Copyright © 2026 Capgemini. All rights reserved.</a:t>
            </a:r>
          </a:p>
        </p:txBody>
      </p:sp>
      <p:sp>
        <p:nvSpPr>
          <p:cNvPr id="3" name="Rectangle 2">
            <a:extLst>
              <a:ext uri="{FF2B5EF4-FFF2-40B4-BE49-F238E27FC236}">
                <a16:creationId xmlns:a16="http://schemas.microsoft.com/office/drawing/2014/main" id="{BF9308E6-A7C1-CCDE-ED00-7A9C45249422}"/>
              </a:ext>
            </a:extLst>
          </p:cNvPr>
          <p:cNvSpPr/>
          <p:nvPr userDrawn="1"/>
        </p:nvSpPr>
        <p:spPr>
          <a:xfrm>
            <a:off x="550864" y="1574544"/>
            <a:ext cx="4248471"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400"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mn-lt"/>
                <a:ea typeface="+mn-ea"/>
                <a:cs typeface="+mn-cs"/>
              </a:rPr>
              <a:t>About Capgemini</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900" dirty="0">
                <a:solidFill>
                  <a:schemeClr val="bg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over 420,000 team members in more than 50 countries. We deliver end-to-end services and solutions with our deep industry expertise and strong partner ecosystem, leveraging our capabilities across strategy, technology, design, engineering and business operations. The Group reported 2025 global revenues of €22.5 billion.</a:t>
            </a:r>
          </a:p>
        </p:txBody>
      </p:sp>
    </p:spTree>
    <p:extLst>
      <p:ext uri="{BB962C8B-B14F-4D97-AF65-F5344CB8AC3E}">
        <p14:creationId xmlns:p14="http://schemas.microsoft.com/office/powerpoint/2010/main" val="297195588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2401339"/>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269F39D-C2C8-CD10-FC79-E8DF4011DD81}"/>
              </a:ext>
            </a:extLst>
          </p:cNvPr>
          <p:cNvSpPr/>
          <p:nvPr userDrawn="1"/>
        </p:nvSpPr>
        <p:spPr>
          <a:xfrm>
            <a:off x="0" y="0"/>
            <a:ext cx="8904287" cy="6858000"/>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3" name="Group 2">
            <a:extLst>
              <a:ext uri="{FF2B5EF4-FFF2-40B4-BE49-F238E27FC236}">
                <a16:creationId xmlns:a16="http://schemas.microsoft.com/office/drawing/2014/main" id="{E1F341D8-9871-3E87-0C47-63724CC68DAF}"/>
              </a:ext>
            </a:extLst>
          </p:cNvPr>
          <p:cNvGrpSpPr>
            <a:grpSpLocks noChangeAspect="1"/>
          </p:cNvGrpSpPr>
          <p:nvPr userDrawn="1"/>
        </p:nvGrpSpPr>
        <p:grpSpPr>
          <a:xfrm>
            <a:off x="9912013" y="409248"/>
            <a:ext cx="1872000" cy="420870"/>
            <a:chOff x="5094083" y="5360390"/>
            <a:chExt cx="3039349" cy="683316"/>
          </a:xfrm>
          <a:solidFill>
            <a:schemeClr val="tx2"/>
          </a:solidFill>
        </p:grpSpPr>
        <p:sp>
          <p:nvSpPr>
            <p:cNvPr id="14" name="Freeform: Shape 4">
              <a:extLst>
                <a:ext uri="{FF2B5EF4-FFF2-40B4-BE49-F238E27FC236}">
                  <a16:creationId xmlns:a16="http://schemas.microsoft.com/office/drawing/2014/main" id="{2608921F-B565-8FD4-583E-9DA9BDDB5334}"/>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15" name="Freeform: Shape 5">
              <a:extLst>
                <a:ext uri="{FF2B5EF4-FFF2-40B4-BE49-F238E27FC236}">
                  <a16:creationId xmlns:a16="http://schemas.microsoft.com/office/drawing/2014/main" id="{59393CFC-3187-9068-EACC-9DD97F450CB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20" name="Freeform: Shape 6">
              <a:extLst>
                <a:ext uri="{FF2B5EF4-FFF2-40B4-BE49-F238E27FC236}">
                  <a16:creationId xmlns:a16="http://schemas.microsoft.com/office/drawing/2014/main" id="{F2454DD1-23F6-150E-C46D-96FB7C5FC4D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21" name="Freeform: Shape 7">
              <a:extLst>
                <a:ext uri="{FF2B5EF4-FFF2-40B4-BE49-F238E27FC236}">
                  <a16:creationId xmlns:a16="http://schemas.microsoft.com/office/drawing/2014/main" id="{34B65355-DFA8-1685-F338-14C9D76CCDEF}"/>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22" name="Freeform: Shape 8">
              <a:extLst>
                <a:ext uri="{FF2B5EF4-FFF2-40B4-BE49-F238E27FC236}">
                  <a16:creationId xmlns:a16="http://schemas.microsoft.com/office/drawing/2014/main" id="{DF15E081-4331-E828-08B5-2291332FD14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23" name="Rectangle 22">
            <a:extLst>
              <a:ext uri="{FF2B5EF4-FFF2-40B4-BE49-F238E27FC236}">
                <a16:creationId xmlns:a16="http://schemas.microsoft.com/office/drawing/2014/main" id="{7D66C3DE-7CB2-8D02-1EF9-E3C8E4BFAA90}"/>
              </a:ext>
            </a:extLst>
          </p:cNvPr>
          <p:cNvSpPr/>
          <p:nvPr userDrawn="1"/>
        </p:nvSpPr>
        <p:spPr>
          <a:xfrm rot="16200000">
            <a:off x="5403547"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2" name="Title 1">
            <a:extLst>
              <a:ext uri="{FF2B5EF4-FFF2-40B4-BE49-F238E27FC236}">
                <a16:creationId xmlns:a16="http://schemas.microsoft.com/office/drawing/2014/main" id="{FE5276F6-E981-8407-5AD7-E85838815E5A}"/>
              </a:ext>
            </a:extLst>
          </p:cNvPr>
          <p:cNvSpPr>
            <a:spLocks noGrp="1"/>
          </p:cNvSpPr>
          <p:nvPr>
            <p:ph type="title"/>
          </p:nvPr>
        </p:nvSpPr>
        <p:spPr>
          <a:xfrm>
            <a:off x="445713" y="980728"/>
            <a:ext cx="7313049" cy="4104456"/>
          </a:xfrm>
        </p:spPr>
        <p:txBody>
          <a:bodyPr vert="horz" lIns="0" tIns="0" rIns="0" bIns="126000" rtlCol="0" anchor="b" anchorCtr="0">
            <a:noAutofit/>
          </a:bodyPr>
          <a:lstStyle>
            <a:lvl1pPr>
              <a:defRPr lang="en-PL" sz="7200" dirty="0">
                <a:solidFill>
                  <a:schemeClr val="bg2"/>
                </a:solidFill>
                <a:latin typeface="Ubuntu Light" panose="020B0304030602030204" pitchFamily="34" charset="0"/>
              </a:defRPr>
            </a:lvl1pPr>
          </a:lstStyle>
          <a:p>
            <a:pPr lvl="0"/>
            <a:r>
              <a:rPr lang="en-US"/>
              <a:t>Click to edit Master title style</a:t>
            </a:r>
            <a:endParaRPr lang="en-PL" dirty="0"/>
          </a:p>
        </p:txBody>
      </p:sp>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445713" y="5131138"/>
            <a:ext cx="6479535" cy="215444"/>
          </a:xfrm>
          <a:prstGeom prst="rect">
            <a:avLst/>
          </a:prstGeom>
        </p:spPr>
        <p:txBody>
          <a:bodyPr/>
          <a:lstStyle>
            <a:lvl1pPr>
              <a:defRPr lang="en-GB" sz="1700" b="1"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445713" y="5715912"/>
            <a:ext cx="6479535" cy="215444"/>
          </a:xfrm>
          <a:prstGeom prst="rect">
            <a:avLst/>
          </a:prstGeom>
        </p:spPr>
        <p:txBody>
          <a:bodyPr/>
          <a:lstStyle>
            <a:lvl1pPr>
              <a:defRPr lang="en-GB" sz="14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Tree>
    <p:extLst>
      <p:ext uri="{BB962C8B-B14F-4D97-AF65-F5344CB8AC3E}">
        <p14:creationId xmlns:p14="http://schemas.microsoft.com/office/powerpoint/2010/main" val="2914409715"/>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Title Slide Logo Cu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276F6-E981-8407-5AD7-E85838815E5A}"/>
              </a:ext>
            </a:extLst>
          </p:cNvPr>
          <p:cNvSpPr>
            <a:spLocks noGrp="1"/>
          </p:cNvSpPr>
          <p:nvPr>
            <p:ph type="title"/>
          </p:nvPr>
        </p:nvSpPr>
        <p:spPr>
          <a:xfrm>
            <a:off x="2765723" y="1489457"/>
            <a:ext cx="6480175" cy="1677988"/>
          </a:xfrm>
          <a:noFill/>
        </p:spPr>
        <p:txBody>
          <a:bodyPr anchor="b"/>
          <a:lstStyle>
            <a:lvl1pPr algn="ctr">
              <a:defRPr kumimoji="0" lang="en-PL" sz="5400" b="0" i="0" u="none" strike="noStrike" kern="1200" cap="none" spc="0" normalizeH="0" baseline="0" noProof="0" dirty="0">
                <a:ln>
                  <a:noFill/>
                </a:ln>
                <a:solidFill>
                  <a:schemeClr val="bg1"/>
                </a:solidFill>
                <a:effectLst/>
                <a:uLnTx/>
                <a:uFillTx/>
                <a:latin typeface="+mn-lt"/>
                <a:ea typeface="+mj-ea"/>
                <a:cs typeface="+mj-cs"/>
              </a:defRPr>
            </a:lvl1pPr>
          </a:lstStyle>
          <a:p>
            <a:r>
              <a:rPr lang="en-US"/>
              <a:t>Click to edit Master title style</a:t>
            </a:r>
            <a:endParaRPr lang="en-PL" dirty="0"/>
          </a:p>
        </p:txBody>
      </p:sp>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2764136" y="3167445"/>
            <a:ext cx="6478587" cy="348286"/>
          </a:xfrm>
          <a:prstGeom prst="rect">
            <a:avLst/>
          </a:prstGeom>
        </p:spPr>
        <p:txBody>
          <a:bodyPr/>
          <a:lstStyle>
            <a:lvl1pPr algn="ctr">
              <a:defRPr lang="en-GB" sz="2000" kern="1200" dirty="0" smtClean="0">
                <a:solidFill>
                  <a:schemeClr val="bg1"/>
                </a:solidFill>
                <a:latin typeface="Ubuntu Light" panose="020B0304030602030204" pitchFamily="34" charset="0"/>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2763761" y="3709694"/>
            <a:ext cx="6479535" cy="253029"/>
          </a:xfrm>
          <a:prstGeom prst="rect">
            <a:avLst/>
          </a:prstGeom>
        </p:spPr>
        <p:txBody>
          <a:bodyPr/>
          <a:lstStyle>
            <a:lvl1pPr algn="ctr">
              <a:defRPr lang="en-GB" sz="1400" kern="1200" dirty="0" smtClean="0">
                <a:solidFill>
                  <a:schemeClr val="bg1"/>
                </a:solidFill>
                <a:latin typeface="Ubuntu Light" panose="020B0304030602030204" pitchFamily="34" charset="0"/>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grpSp>
        <p:nvGrpSpPr>
          <p:cNvPr id="3" name="Group 2">
            <a:extLst>
              <a:ext uri="{FF2B5EF4-FFF2-40B4-BE49-F238E27FC236}">
                <a16:creationId xmlns:a16="http://schemas.microsoft.com/office/drawing/2014/main" id="{29019898-C562-0E25-C4F3-334360D03193}"/>
              </a:ext>
            </a:extLst>
          </p:cNvPr>
          <p:cNvGrpSpPr>
            <a:grpSpLocks noChangeAspect="1"/>
          </p:cNvGrpSpPr>
          <p:nvPr userDrawn="1"/>
        </p:nvGrpSpPr>
        <p:grpSpPr>
          <a:xfrm>
            <a:off x="-175885" y="4642089"/>
            <a:ext cx="12564529" cy="2824804"/>
            <a:chOff x="5094083" y="5360390"/>
            <a:chExt cx="3039349" cy="683316"/>
          </a:xfrm>
          <a:solidFill>
            <a:schemeClr val="tx2"/>
          </a:solidFill>
        </p:grpSpPr>
        <p:sp>
          <p:nvSpPr>
            <p:cNvPr id="7" name="Freeform: Shape 4">
              <a:extLst>
                <a:ext uri="{FF2B5EF4-FFF2-40B4-BE49-F238E27FC236}">
                  <a16:creationId xmlns:a16="http://schemas.microsoft.com/office/drawing/2014/main" id="{F8CB933C-09AA-8C71-2E78-1561B27414F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8" name="Freeform: Shape 5">
              <a:extLst>
                <a:ext uri="{FF2B5EF4-FFF2-40B4-BE49-F238E27FC236}">
                  <a16:creationId xmlns:a16="http://schemas.microsoft.com/office/drawing/2014/main" id="{99E6D307-271F-C8DB-706F-FE50815F9A3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9" name="Freeform: Shape 6">
              <a:extLst>
                <a:ext uri="{FF2B5EF4-FFF2-40B4-BE49-F238E27FC236}">
                  <a16:creationId xmlns:a16="http://schemas.microsoft.com/office/drawing/2014/main" id="{C39B46B1-97A6-4B30-142D-E2A1330E057D}"/>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10" name="Freeform: Shape 7">
              <a:extLst>
                <a:ext uri="{FF2B5EF4-FFF2-40B4-BE49-F238E27FC236}">
                  <a16:creationId xmlns:a16="http://schemas.microsoft.com/office/drawing/2014/main" id="{9BFEC525-2C7E-E980-B007-932804D5D51E}"/>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sp>
          <p:nvSpPr>
            <p:cNvPr id="11" name="Freeform: Shape 8">
              <a:extLst>
                <a:ext uri="{FF2B5EF4-FFF2-40B4-BE49-F238E27FC236}">
                  <a16:creationId xmlns:a16="http://schemas.microsoft.com/office/drawing/2014/main" id="{4A1347D2-8F0A-9DF0-EE43-F2AA0C1B4213}"/>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Ubuntu"/>
                <a:ea typeface="+mn-ea"/>
                <a:cs typeface="+mn-cs"/>
              </a:endParaRPr>
            </a:p>
          </p:txBody>
        </p:sp>
      </p:grpSp>
      <p:sp>
        <p:nvSpPr>
          <p:cNvPr id="12" name="Rectangle 11">
            <a:extLst>
              <a:ext uri="{FF2B5EF4-FFF2-40B4-BE49-F238E27FC236}">
                <a16:creationId xmlns:a16="http://schemas.microsoft.com/office/drawing/2014/main" id="{AEB98D74-27E3-F044-4F08-EF3F7C226178}"/>
              </a:ext>
            </a:extLst>
          </p:cNvPr>
          <p:cNvSpPr/>
          <p:nvPr userDrawn="1"/>
        </p:nvSpPr>
        <p:spPr>
          <a:xfrm>
            <a:off x="-902128" y="2536529"/>
            <a:ext cx="4660490"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16" name="Rectangle 15">
            <a:extLst>
              <a:ext uri="{FF2B5EF4-FFF2-40B4-BE49-F238E27FC236}">
                <a16:creationId xmlns:a16="http://schemas.microsoft.com/office/drawing/2014/main" id="{B977B1B2-8ECC-4719-803F-E7EBCFD4BEF8}"/>
              </a:ext>
            </a:extLst>
          </p:cNvPr>
          <p:cNvSpPr/>
          <p:nvPr userDrawn="1"/>
        </p:nvSpPr>
        <p:spPr>
          <a:xfrm>
            <a:off x="7696229" y="3673621"/>
            <a:ext cx="4660490"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252162404"/>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Title Slide Message left">
    <p:bg>
      <p:bgPr>
        <a:solidFill>
          <a:schemeClr val="tx2"/>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10D5C00-226E-1369-C48F-FBB9D0A2D267}"/>
              </a:ext>
            </a:extLst>
          </p:cNvPr>
          <p:cNvSpPr>
            <a:spLocks noGrp="1"/>
          </p:cNvSpPr>
          <p:nvPr>
            <p:ph type="body" sz="quarter" idx="10" hasCustomPrompt="1"/>
          </p:nvPr>
        </p:nvSpPr>
        <p:spPr>
          <a:xfrm>
            <a:off x="7859991" y="4310970"/>
            <a:ext cx="3776998" cy="844776"/>
          </a:xfrm>
          <a:prstGeom prst="rect">
            <a:avLst/>
          </a:prstGeom>
        </p:spPr>
        <p:txBody>
          <a:bodyPr/>
          <a:lstStyle>
            <a:lvl1pPr algn="l">
              <a:defRPr lang="en-GB" sz="20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sp>
        <p:nvSpPr>
          <p:cNvPr id="6" name="Text Placeholder 3">
            <a:extLst>
              <a:ext uri="{FF2B5EF4-FFF2-40B4-BE49-F238E27FC236}">
                <a16:creationId xmlns:a16="http://schemas.microsoft.com/office/drawing/2014/main" id="{141DE9FA-300D-BBCE-A5BC-ECE60B3F1F61}"/>
              </a:ext>
            </a:extLst>
          </p:cNvPr>
          <p:cNvSpPr>
            <a:spLocks noGrp="1"/>
          </p:cNvSpPr>
          <p:nvPr>
            <p:ph type="body" sz="quarter" idx="11" hasCustomPrompt="1"/>
          </p:nvPr>
        </p:nvSpPr>
        <p:spPr>
          <a:xfrm>
            <a:off x="7859991" y="5787865"/>
            <a:ext cx="3776998" cy="546064"/>
          </a:xfrm>
          <a:prstGeom prst="rect">
            <a:avLst/>
          </a:prstGeom>
        </p:spPr>
        <p:txBody>
          <a:bodyPr/>
          <a:lstStyle>
            <a:lvl1pPr algn="l">
              <a:defRPr lang="en-GB" sz="1400" kern="1200" dirty="0" smtClean="0">
                <a:solidFill>
                  <a:schemeClr val="bg1"/>
                </a:solidFill>
                <a:latin typeface="+mn-lt"/>
                <a:ea typeface="+mn-ea"/>
                <a:cs typeface="+mn-cs"/>
              </a:defRPr>
            </a:lvl1pPr>
            <a:lvl2pPr>
              <a:defRPr lang="en-GB" sz="1400" kern="1200" dirty="0" smtClean="0">
                <a:solidFill>
                  <a:schemeClr val="bg1"/>
                </a:solidFill>
                <a:latin typeface="+mn-lt"/>
                <a:ea typeface="+mn-ea"/>
                <a:cs typeface="+mn-cs"/>
              </a:defRPr>
            </a:lvl2pPr>
            <a:lvl3pPr>
              <a:defRPr lang="en-GB" sz="1400" kern="1200" dirty="0" smtClean="0">
                <a:solidFill>
                  <a:schemeClr val="bg1"/>
                </a:solidFill>
                <a:latin typeface="+mn-lt"/>
                <a:ea typeface="+mn-ea"/>
                <a:cs typeface="+mn-cs"/>
              </a:defRPr>
            </a:lvl3pPr>
            <a:lvl4pPr>
              <a:defRPr lang="en-GB" sz="1400" kern="1200" dirty="0" smtClean="0">
                <a:solidFill>
                  <a:schemeClr val="bg1"/>
                </a:solidFill>
                <a:latin typeface="+mn-lt"/>
                <a:ea typeface="+mn-ea"/>
                <a:cs typeface="+mn-cs"/>
              </a:defRPr>
            </a:lvl4pPr>
            <a:lvl5pPr>
              <a:defRPr lang="en-PL" sz="1400" kern="1200" dirty="0">
                <a:solidFill>
                  <a:schemeClr val="bg1"/>
                </a:solidFill>
                <a:latin typeface="+mn-lt"/>
                <a:ea typeface="+mn-ea"/>
                <a:cs typeface="+mn-cs"/>
              </a:defRPr>
            </a:lvl5pPr>
          </a:lstStyle>
          <a:p>
            <a:r>
              <a:rPr lang="en-GB" dirty="0"/>
              <a:t>Click to edit Master subtitle style</a:t>
            </a:r>
            <a:endParaRPr lang="en-US" dirty="0"/>
          </a:p>
        </p:txBody>
      </p:sp>
      <p:grpSp>
        <p:nvGrpSpPr>
          <p:cNvPr id="5" name="Group 2">
            <a:extLst>
              <a:ext uri="{FF2B5EF4-FFF2-40B4-BE49-F238E27FC236}">
                <a16:creationId xmlns:a16="http://schemas.microsoft.com/office/drawing/2014/main" id="{97C43731-60F1-A1BC-E630-11D1BE6DDE01}"/>
              </a:ext>
            </a:extLst>
          </p:cNvPr>
          <p:cNvGrpSpPr>
            <a:grpSpLocks noChangeAspect="1"/>
          </p:cNvGrpSpPr>
          <p:nvPr userDrawn="1"/>
        </p:nvGrpSpPr>
        <p:grpSpPr>
          <a:xfrm>
            <a:off x="368802" y="6162345"/>
            <a:ext cx="1872000" cy="420870"/>
            <a:chOff x="5094083" y="5360390"/>
            <a:chExt cx="3039349" cy="683316"/>
          </a:xfrm>
          <a:solidFill>
            <a:schemeClr val="bg2"/>
          </a:solidFill>
        </p:grpSpPr>
        <p:sp>
          <p:nvSpPr>
            <p:cNvPr id="13" name="Freeform: Shape 4">
              <a:extLst>
                <a:ext uri="{FF2B5EF4-FFF2-40B4-BE49-F238E27FC236}">
                  <a16:creationId xmlns:a16="http://schemas.microsoft.com/office/drawing/2014/main" id="{E46A43A4-DCDF-7C78-DDEA-21BACBE7C71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4" name="Freeform: Shape 5">
              <a:extLst>
                <a:ext uri="{FF2B5EF4-FFF2-40B4-BE49-F238E27FC236}">
                  <a16:creationId xmlns:a16="http://schemas.microsoft.com/office/drawing/2014/main" id="{D4834A30-F65C-87DF-9AD8-668233946F32}"/>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5" name="Freeform: Shape 6">
              <a:extLst>
                <a:ext uri="{FF2B5EF4-FFF2-40B4-BE49-F238E27FC236}">
                  <a16:creationId xmlns:a16="http://schemas.microsoft.com/office/drawing/2014/main" id="{97CAB39C-AC38-78BE-6460-1AC31467E31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7" name="Freeform: Shape 7">
              <a:extLst>
                <a:ext uri="{FF2B5EF4-FFF2-40B4-BE49-F238E27FC236}">
                  <a16:creationId xmlns:a16="http://schemas.microsoft.com/office/drawing/2014/main" id="{D6E94E64-5DBF-0D94-8FC8-EDC1F82C3D7C}"/>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sp>
          <p:nvSpPr>
            <p:cNvPr id="18" name="Freeform: Shape 8">
              <a:extLst>
                <a:ext uri="{FF2B5EF4-FFF2-40B4-BE49-F238E27FC236}">
                  <a16:creationId xmlns:a16="http://schemas.microsoft.com/office/drawing/2014/main" id="{C730C3C9-943E-DF05-5213-9E27CF02B89F}"/>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6F6F6"/>
                </a:solidFill>
                <a:effectLst/>
                <a:uLnTx/>
                <a:uFillTx/>
                <a:latin typeface="Ubuntu"/>
                <a:ea typeface="+mn-ea"/>
                <a:cs typeface="+mn-cs"/>
              </a:endParaRPr>
            </a:p>
          </p:txBody>
        </p:sp>
      </p:grpSp>
      <p:sp>
        <p:nvSpPr>
          <p:cNvPr id="19" name="Rectangle 18">
            <a:extLst>
              <a:ext uri="{FF2B5EF4-FFF2-40B4-BE49-F238E27FC236}">
                <a16:creationId xmlns:a16="http://schemas.microsoft.com/office/drawing/2014/main" id="{F4AB31BA-122A-A70B-066B-977B193EC8FA}"/>
              </a:ext>
            </a:extLst>
          </p:cNvPr>
          <p:cNvSpPr/>
          <p:nvPr userDrawn="1"/>
        </p:nvSpPr>
        <p:spPr>
          <a:xfrm>
            <a:off x="4124632" y="5155746"/>
            <a:ext cx="8067368" cy="289102"/>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20" name="Title 19">
            <a:extLst>
              <a:ext uri="{FF2B5EF4-FFF2-40B4-BE49-F238E27FC236}">
                <a16:creationId xmlns:a16="http://schemas.microsoft.com/office/drawing/2014/main" id="{B21B0F02-FE4C-511F-A62B-12E2BACE6D5B}"/>
              </a:ext>
            </a:extLst>
          </p:cNvPr>
          <p:cNvSpPr>
            <a:spLocks noGrp="1"/>
          </p:cNvSpPr>
          <p:nvPr>
            <p:ph type="title" hasCustomPrompt="1"/>
          </p:nvPr>
        </p:nvSpPr>
        <p:spPr>
          <a:xfrm>
            <a:off x="-176980" y="-171399"/>
            <a:ext cx="7713140" cy="6199078"/>
          </a:xfrm>
        </p:spPr>
        <p:txBody>
          <a:bodyPr/>
          <a:lstStyle>
            <a:lvl1pPr>
              <a:lnSpc>
                <a:spcPct val="75000"/>
              </a:lnSpc>
              <a:defRPr sz="17200">
                <a:solidFill>
                  <a:schemeClr val="accent2"/>
                </a:solidFill>
                <a:latin typeface="Ubuntu Light" panose="020B0304030602030204" pitchFamily="34" charset="0"/>
              </a:defRPr>
            </a:lvl1pPr>
          </a:lstStyle>
          <a:p>
            <a:r>
              <a:rPr lang="en-US" dirty="0"/>
              <a:t>Master title style</a:t>
            </a:r>
          </a:p>
        </p:txBody>
      </p:sp>
    </p:spTree>
    <p:extLst>
      <p:ext uri="{BB962C8B-B14F-4D97-AF65-F5344CB8AC3E}">
        <p14:creationId xmlns:p14="http://schemas.microsoft.com/office/powerpoint/2010/main" val="617587813"/>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31" name="Picture Placeholder 10">
            <a:extLst>
              <a:ext uri="{FF2B5EF4-FFF2-40B4-BE49-F238E27FC236}">
                <a16:creationId xmlns:a16="http://schemas.microsoft.com/office/drawing/2014/main" id="{CC88A17A-2665-CB64-B35D-1CDAB893EA72}"/>
              </a:ext>
            </a:extLst>
          </p:cNvPr>
          <p:cNvSpPr>
            <a:spLocks noGrp="1"/>
          </p:cNvSpPr>
          <p:nvPr>
            <p:ph type="pic" sz="quarter" idx="13" hasCustomPrompt="1"/>
          </p:nvPr>
        </p:nvSpPr>
        <p:spPr>
          <a:xfrm>
            <a:off x="-1" y="180000"/>
            <a:ext cx="12192001" cy="667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14" name="Group 2">
            <a:extLst>
              <a:ext uri="{FF2B5EF4-FFF2-40B4-BE49-F238E27FC236}">
                <a16:creationId xmlns:a16="http://schemas.microsoft.com/office/drawing/2014/main" id="{5570D5EE-65A7-6ED8-B779-4B18D3F9B40F}"/>
              </a:ext>
            </a:extLst>
          </p:cNvPr>
          <p:cNvGrpSpPr>
            <a:grpSpLocks noChangeAspect="1"/>
          </p:cNvGrpSpPr>
          <p:nvPr userDrawn="1"/>
        </p:nvGrpSpPr>
        <p:grpSpPr>
          <a:xfrm>
            <a:off x="9912013" y="6122117"/>
            <a:ext cx="1872000" cy="420870"/>
            <a:chOff x="5094083" y="5360390"/>
            <a:chExt cx="3039349" cy="683316"/>
          </a:xfrm>
          <a:solidFill>
            <a:schemeClr val="tx2"/>
          </a:solidFill>
        </p:grpSpPr>
        <p:sp>
          <p:nvSpPr>
            <p:cNvPr id="15" name="Freeform: Shape 4">
              <a:extLst>
                <a:ext uri="{FF2B5EF4-FFF2-40B4-BE49-F238E27FC236}">
                  <a16:creationId xmlns:a16="http://schemas.microsoft.com/office/drawing/2014/main" id="{D58972C2-A9F5-BC83-6D8B-F2551227EF02}"/>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16" name="Freeform: Shape 5">
              <a:extLst>
                <a:ext uri="{FF2B5EF4-FFF2-40B4-BE49-F238E27FC236}">
                  <a16:creationId xmlns:a16="http://schemas.microsoft.com/office/drawing/2014/main" id="{F1185E33-8F53-63CA-354E-8F831E6BCFB7}"/>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18" name="Freeform: Shape 6">
              <a:extLst>
                <a:ext uri="{FF2B5EF4-FFF2-40B4-BE49-F238E27FC236}">
                  <a16:creationId xmlns:a16="http://schemas.microsoft.com/office/drawing/2014/main" id="{CDD16A12-A8F2-58EF-09CC-13E3376F38BF}"/>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20" name="Freeform: Shape 7">
              <a:extLst>
                <a:ext uri="{FF2B5EF4-FFF2-40B4-BE49-F238E27FC236}">
                  <a16:creationId xmlns:a16="http://schemas.microsoft.com/office/drawing/2014/main" id="{8F3DB536-4854-A063-FC86-800CFAAD2478}"/>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21" name="Freeform: Shape 8">
              <a:extLst>
                <a:ext uri="{FF2B5EF4-FFF2-40B4-BE49-F238E27FC236}">
                  <a16:creationId xmlns:a16="http://schemas.microsoft.com/office/drawing/2014/main" id="{BF1BB4C2-2CFF-9555-916D-B08189B1ED72}"/>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2" name="Title 31">
            <a:extLst>
              <a:ext uri="{FF2B5EF4-FFF2-40B4-BE49-F238E27FC236}">
                <a16:creationId xmlns:a16="http://schemas.microsoft.com/office/drawing/2014/main" id="{E3492C82-376C-10C5-B46C-67C15004D611}"/>
              </a:ext>
            </a:extLst>
          </p:cNvPr>
          <p:cNvSpPr>
            <a:spLocks noGrp="1"/>
          </p:cNvSpPr>
          <p:nvPr>
            <p:ph type="title"/>
          </p:nvPr>
        </p:nvSpPr>
        <p:spPr>
          <a:xfrm>
            <a:off x="551384" y="1628775"/>
            <a:ext cx="6578080" cy="3589714"/>
          </a:xfrm>
        </p:spPr>
        <p:txBody>
          <a:bodyPr anchor="b"/>
          <a:lstStyle>
            <a:lvl1pPr>
              <a:defRPr sz="5400">
                <a:solidFill>
                  <a:schemeClr val="bg1"/>
                </a:solidFill>
              </a:defRPr>
            </a:lvl1pPr>
          </a:lstStyle>
          <a:p>
            <a:r>
              <a:rPr lang="en-US"/>
              <a:t>Click to edit Master title style</a:t>
            </a:r>
            <a:endParaRPr lang="en-PL" dirty="0"/>
          </a:p>
        </p:txBody>
      </p:sp>
      <p:sp>
        <p:nvSpPr>
          <p:cNvPr id="34" name="Text Placeholder 33">
            <a:extLst>
              <a:ext uri="{FF2B5EF4-FFF2-40B4-BE49-F238E27FC236}">
                <a16:creationId xmlns:a16="http://schemas.microsoft.com/office/drawing/2014/main" id="{D09EA9EC-658D-5DAE-6157-50A4AA284434}"/>
              </a:ext>
            </a:extLst>
          </p:cNvPr>
          <p:cNvSpPr>
            <a:spLocks noGrp="1"/>
          </p:cNvSpPr>
          <p:nvPr>
            <p:ph type="body" sz="quarter" idx="14"/>
          </p:nvPr>
        </p:nvSpPr>
        <p:spPr>
          <a:xfrm>
            <a:off x="549275" y="5251824"/>
            <a:ext cx="6578080" cy="659722"/>
          </a:xfrm>
          <a:prstGeom prst="rect">
            <a:avLst/>
          </a:prstGeom>
        </p:spPr>
        <p:txBody>
          <a:bodyPr/>
          <a:lstStyle>
            <a:lvl1pPr>
              <a:defRPr>
                <a:solidFill>
                  <a:schemeClr val="bg1"/>
                </a:solidFill>
              </a:defRPr>
            </a:lvl1pPr>
          </a:lstStyle>
          <a:p>
            <a:pPr lvl="0"/>
            <a:r>
              <a:rPr lang="en-US"/>
              <a:t>Click to edit Master text styles</a:t>
            </a:r>
          </a:p>
        </p:txBody>
      </p:sp>
      <p:sp>
        <p:nvSpPr>
          <p:cNvPr id="3" name="Rectangle 2">
            <a:extLst>
              <a:ext uri="{FF2B5EF4-FFF2-40B4-BE49-F238E27FC236}">
                <a16:creationId xmlns:a16="http://schemas.microsoft.com/office/drawing/2014/main" id="{9E9DF3E1-890B-0648-08D7-23F6A17377B7}"/>
              </a:ext>
            </a:extLst>
          </p:cNvPr>
          <p:cNvSpPr/>
          <p:nvPr userDrawn="1"/>
        </p:nvSpPr>
        <p:spPr>
          <a:xfrm>
            <a:off x="-2" y="0"/>
            <a:ext cx="12192000"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277C0A79-DE12-2C81-D632-2FB7FA13208C}"/>
              </a:ext>
            </a:extLst>
          </p:cNvPr>
          <p:cNvSpPr>
            <a:spLocks noGrp="1"/>
          </p:cNvSpPr>
          <p:nvPr>
            <p:ph type="body" sz="quarter" idx="15"/>
          </p:nvPr>
        </p:nvSpPr>
        <p:spPr>
          <a:xfrm>
            <a:off x="549275" y="5910502"/>
            <a:ext cx="6578080" cy="659722"/>
          </a:xfrm>
          <a:prstGeom prst="rect">
            <a:avLst/>
          </a:prstGeom>
        </p:spPr>
        <p:txBody>
          <a:bodyPr/>
          <a:lstStyle>
            <a:lvl1pPr>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2346909141"/>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sp>
        <p:nvSpPr>
          <p:cNvPr id="32" name="Picture Placeholder 10">
            <a:extLst>
              <a:ext uri="{FF2B5EF4-FFF2-40B4-BE49-F238E27FC236}">
                <a16:creationId xmlns:a16="http://schemas.microsoft.com/office/drawing/2014/main" id="{3ACE82B0-62A7-4716-0770-25177C6C2523}"/>
              </a:ext>
            </a:extLst>
          </p:cNvPr>
          <p:cNvSpPr>
            <a:spLocks noGrp="1"/>
          </p:cNvSpPr>
          <p:nvPr>
            <p:ph type="pic" sz="quarter" idx="13" hasCustomPrompt="1"/>
          </p:nvPr>
        </p:nvSpPr>
        <p:spPr>
          <a:xfrm>
            <a:off x="180001" y="0"/>
            <a:ext cx="12011999"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3" name="Group 2">
            <a:extLst>
              <a:ext uri="{FF2B5EF4-FFF2-40B4-BE49-F238E27FC236}">
                <a16:creationId xmlns:a16="http://schemas.microsoft.com/office/drawing/2014/main" id="{8F46E283-C322-4D6F-0C87-E9B5787BEF80}"/>
              </a:ext>
            </a:extLst>
          </p:cNvPr>
          <p:cNvGrpSpPr>
            <a:grpSpLocks noChangeAspect="1"/>
          </p:cNvGrpSpPr>
          <p:nvPr userDrawn="1"/>
        </p:nvGrpSpPr>
        <p:grpSpPr>
          <a:xfrm>
            <a:off x="9912013" y="6122117"/>
            <a:ext cx="1872000" cy="420870"/>
            <a:chOff x="5094083" y="5360390"/>
            <a:chExt cx="3039349" cy="683316"/>
          </a:xfrm>
          <a:solidFill>
            <a:schemeClr val="tx2"/>
          </a:solidFill>
        </p:grpSpPr>
        <p:sp>
          <p:nvSpPr>
            <p:cNvPr id="34" name="Freeform: Shape 4">
              <a:extLst>
                <a:ext uri="{FF2B5EF4-FFF2-40B4-BE49-F238E27FC236}">
                  <a16:creationId xmlns:a16="http://schemas.microsoft.com/office/drawing/2014/main" id="{E7C6E56A-237E-269F-8948-94D8630922C0}"/>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5" name="Freeform: Shape 5">
              <a:extLst>
                <a:ext uri="{FF2B5EF4-FFF2-40B4-BE49-F238E27FC236}">
                  <a16:creationId xmlns:a16="http://schemas.microsoft.com/office/drawing/2014/main" id="{69EF9104-8430-F98A-7A15-FE04244E2D36}"/>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6" name="Freeform: Shape 6">
              <a:extLst>
                <a:ext uri="{FF2B5EF4-FFF2-40B4-BE49-F238E27FC236}">
                  <a16:creationId xmlns:a16="http://schemas.microsoft.com/office/drawing/2014/main" id="{0398A75A-EE7F-6840-B64B-CD550ECF76E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7" name="Freeform: Shape 7">
              <a:extLst>
                <a:ext uri="{FF2B5EF4-FFF2-40B4-BE49-F238E27FC236}">
                  <a16:creationId xmlns:a16="http://schemas.microsoft.com/office/drawing/2014/main" id="{3586F6A8-69A4-9382-D0C9-7CA34851C34A}"/>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38" name="Freeform: Shape 8">
              <a:extLst>
                <a:ext uri="{FF2B5EF4-FFF2-40B4-BE49-F238E27FC236}">
                  <a16:creationId xmlns:a16="http://schemas.microsoft.com/office/drawing/2014/main" id="{3814A5D2-6C0A-D1F0-266D-7ECB31C3E8E6}"/>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9" name="Title 31">
            <a:extLst>
              <a:ext uri="{FF2B5EF4-FFF2-40B4-BE49-F238E27FC236}">
                <a16:creationId xmlns:a16="http://schemas.microsoft.com/office/drawing/2014/main" id="{F322BC76-B62D-13E1-DFD4-1C84E6221D02}"/>
              </a:ext>
            </a:extLst>
          </p:cNvPr>
          <p:cNvSpPr>
            <a:spLocks noGrp="1"/>
          </p:cNvSpPr>
          <p:nvPr>
            <p:ph type="title"/>
          </p:nvPr>
        </p:nvSpPr>
        <p:spPr>
          <a:xfrm>
            <a:off x="1214394" y="1628775"/>
            <a:ext cx="6578080" cy="3335273"/>
          </a:xfrm>
        </p:spPr>
        <p:txBody>
          <a:bodyPr anchor="b"/>
          <a:lstStyle>
            <a:lvl1pPr>
              <a:lnSpc>
                <a:spcPct val="90000"/>
              </a:lnSpc>
              <a:defRPr sz="7200">
                <a:solidFill>
                  <a:schemeClr val="bg1"/>
                </a:solidFill>
                <a:latin typeface="Ubuntu Light" panose="020B0304030602030204" pitchFamily="34" charset="0"/>
              </a:defRPr>
            </a:lvl1pPr>
          </a:lstStyle>
          <a:p>
            <a:r>
              <a:rPr lang="en-US"/>
              <a:t>Click to edit Master title style</a:t>
            </a:r>
            <a:endParaRPr lang="en-PL" dirty="0"/>
          </a:p>
        </p:txBody>
      </p:sp>
      <p:sp>
        <p:nvSpPr>
          <p:cNvPr id="40" name="Text Placeholder 33">
            <a:extLst>
              <a:ext uri="{FF2B5EF4-FFF2-40B4-BE49-F238E27FC236}">
                <a16:creationId xmlns:a16="http://schemas.microsoft.com/office/drawing/2014/main" id="{CA8F7439-A11A-B37F-8E7F-1541F8C360C4}"/>
              </a:ext>
            </a:extLst>
          </p:cNvPr>
          <p:cNvSpPr>
            <a:spLocks noGrp="1"/>
          </p:cNvSpPr>
          <p:nvPr>
            <p:ph type="body" sz="quarter" idx="14"/>
          </p:nvPr>
        </p:nvSpPr>
        <p:spPr>
          <a:xfrm>
            <a:off x="1212285" y="5251824"/>
            <a:ext cx="6578080" cy="659722"/>
          </a:xfrm>
          <a:prstGeom prst="rect">
            <a:avLst/>
          </a:prstGeom>
        </p:spPr>
        <p:txBody>
          <a:bodyPr/>
          <a:lstStyle>
            <a:lvl1pPr>
              <a:defRPr sz="2000" b="0">
                <a:solidFill>
                  <a:schemeClr val="bg1"/>
                </a:solidFill>
              </a:defRPr>
            </a:lvl1pPr>
          </a:lstStyle>
          <a:p>
            <a:pPr lvl="0"/>
            <a:r>
              <a:rPr lang="en-US"/>
              <a:t>Click to edit Master text styles</a:t>
            </a:r>
          </a:p>
        </p:txBody>
      </p:sp>
      <p:sp>
        <p:nvSpPr>
          <p:cNvPr id="3" name="Rectangle 2">
            <a:extLst>
              <a:ext uri="{FF2B5EF4-FFF2-40B4-BE49-F238E27FC236}">
                <a16:creationId xmlns:a16="http://schemas.microsoft.com/office/drawing/2014/main" id="{731224E1-CA4F-0875-C5F0-35D33EADD2EB}"/>
              </a:ext>
            </a:extLst>
          </p:cNvPr>
          <p:cNvSpPr/>
          <p:nvPr userDrawn="1"/>
        </p:nvSpPr>
        <p:spPr>
          <a:xfrm rot="16200000">
            <a:off x="-3338999"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4" name="Text Placeholder 33">
            <a:extLst>
              <a:ext uri="{FF2B5EF4-FFF2-40B4-BE49-F238E27FC236}">
                <a16:creationId xmlns:a16="http://schemas.microsoft.com/office/drawing/2014/main" id="{F38081E3-C84E-8E42-A77A-A602E5F45BEC}"/>
              </a:ext>
            </a:extLst>
          </p:cNvPr>
          <p:cNvSpPr>
            <a:spLocks noGrp="1"/>
          </p:cNvSpPr>
          <p:nvPr>
            <p:ph type="body" sz="quarter" idx="15"/>
          </p:nvPr>
        </p:nvSpPr>
        <p:spPr>
          <a:xfrm>
            <a:off x="1212285" y="5910502"/>
            <a:ext cx="6578080" cy="659722"/>
          </a:xfrm>
          <a:prstGeom prst="rect">
            <a:avLst/>
          </a:prstGeom>
        </p:spPr>
        <p:txBody>
          <a:bodyPr/>
          <a:lstStyle>
            <a:lvl1pPr>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142838935"/>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Title Slide 4">
    <p:spTree>
      <p:nvGrpSpPr>
        <p:cNvPr id="1" name=""/>
        <p:cNvGrpSpPr/>
        <p:nvPr/>
      </p:nvGrpSpPr>
      <p:grpSpPr>
        <a:xfrm>
          <a:off x="0" y="0"/>
          <a:ext cx="0" cy="0"/>
          <a:chOff x="0" y="0"/>
          <a:chExt cx="0" cy="0"/>
        </a:xfrm>
      </p:grpSpPr>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9460018" y="1"/>
            <a:ext cx="2731981" cy="3429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endParaRPr lang="en-US" dirty="0"/>
          </a:p>
        </p:txBody>
      </p:sp>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0" y="0"/>
            <a:ext cx="9280018"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9912013" y="6122117"/>
            <a:ext cx="1872000" cy="420870"/>
            <a:chOff x="5094083" y="5360390"/>
            <a:chExt cx="3039349" cy="683316"/>
          </a:xfrm>
          <a:solidFill>
            <a:schemeClr val="tx2"/>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44" name="Title 31">
            <a:extLst>
              <a:ext uri="{FF2B5EF4-FFF2-40B4-BE49-F238E27FC236}">
                <a16:creationId xmlns:a16="http://schemas.microsoft.com/office/drawing/2014/main" id="{3551E8D5-6D03-58C4-2A78-E73615CBFD4C}"/>
              </a:ext>
            </a:extLst>
          </p:cNvPr>
          <p:cNvSpPr>
            <a:spLocks noGrp="1"/>
          </p:cNvSpPr>
          <p:nvPr>
            <p:ph type="title"/>
          </p:nvPr>
        </p:nvSpPr>
        <p:spPr>
          <a:xfrm>
            <a:off x="551384" y="1628775"/>
            <a:ext cx="6578080" cy="3589714"/>
          </a:xfrm>
        </p:spPr>
        <p:txBody>
          <a:bodyPr anchor="b"/>
          <a:lstStyle>
            <a:lvl1pPr>
              <a:defRPr sz="5400">
                <a:solidFill>
                  <a:schemeClr val="bg1"/>
                </a:solidFill>
              </a:defRPr>
            </a:lvl1pPr>
          </a:lstStyle>
          <a:p>
            <a:r>
              <a:rPr lang="en-US"/>
              <a:t>Click to edit Master title style</a:t>
            </a:r>
            <a:endParaRPr lang="en-PL" dirty="0"/>
          </a:p>
        </p:txBody>
      </p:sp>
      <p:sp>
        <p:nvSpPr>
          <p:cNvPr id="45" name="Text Placeholder 33">
            <a:extLst>
              <a:ext uri="{FF2B5EF4-FFF2-40B4-BE49-F238E27FC236}">
                <a16:creationId xmlns:a16="http://schemas.microsoft.com/office/drawing/2014/main" id="{AE8BF6B9-54E0-50CF-ED1F-1556FC6C0905}"/>
              </a:ext>
            </a:extLst>
          </p:cNvPr>
          <p:cNvSpPr>
            <a:spLocks noGrp="1"/>
          </p:cNvSpPr>
          <p:nvPr>
            <p:ph type="body" sz="quarter" idx="15"/>
          </p:nvPr>
        </p:nvSpPr>
        <p:spPr>
          <a:xfrm>
            <a:off x="9912013" y="3893182"/>
            <a:ext cx="1872000" cy="1123397"/>
          </a:xfrm>
          <a:prstGeom prst="rect">
            <a:avLst/>
          </a:prstGeom>
        </p:spPr>
        <p:txBody>
          <a:bodyPr anchor="b">
            <a:noAutofit/>
          </a:bodyPr>
          <a:lstStyle>
            <a:lvl1pPr>
              <a:defRPr sz="2000"/>
            </a:lvl1pPr>
          </a:lstStyle>
          <a:p>
            <a:pPr lvl="0"/>
            <a:r>
              <a:rPr lang="en-US"/>
              <a:t>Click to edit Master text styles</a:t>
            </a:r>
          </a:p>
        </p:txBody>
      </p:sp>
      <p:sp>
        <p:nvSpPr>
          <p:cNvPr id="4" name="Rectangle 3">
            <a:extLst>
              <a:ext uri="{FF2B5EF4-FFF2-40B4-BE49-F238E27FC236}">
                <a16:creationId xmlns:a16="http://schemas.microsoft.com/office/drawing/2014/main" id="{78D281D9-C9E0-F6DF-2438-F4992F7D29D2}"/>
              </a:ext>
            </a:extLst>
          </p:cNvPr>
          <p:cNvSpPr/>
          <p:nvPr userDrawn="1"/>
        </p:nvSpPr>
        <p:spPr>
          <a:xfrm rot="16200000">
            <a:off x="5941020"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3" name="Text Placeholder 33">
            <a:extLst>
              <a:ext uri="{FF2B5EF4-FFF2-40B4-BE49-F238E27FC236}">
                <a16:creationId xmlns:a16="http://schemas.microsoft.com/office/drawing/2014/main" id="{F95A3A44-A840-3420-E0A4-A35DB913338B}"/>
              </a:ext>
            </a:extLst>
          </p:cNvPr>
          <p:cNvSpPr>
            <a:spLocks noGrp="1"/>
          </p:cNvSpPr>
          <p:nvPr>
            <p:ph type="body" sz="quarter" idx="16"/>
          </p:nvPr>
        </p:nvSpPr>
        <p:spPr>
          <a:xfrm>
            <a:off x="9912013" y="5264061"/>
            <a:ext cx="1872000"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4284595238"/>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Title Slide 6">
    <p:spTree>
      <p:nvGrpSpPr>
        <p:cNvPr id="1" name=""/>
        <p:cNvGrpSpPr/>
        <p:nvPr/>
      </p:nvGrpSpPr>
      <p:grpSpPr>
        <a:xfrm>
          <a:off x="0" y="0"/>
          <a:ext cx="0" cy="0"/>
          <a:chOff x="0" y="0"/>
          <a:chExt cx="0" cy="0"/>
        </a:xfrm>
      </p:grpSpPr>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0" y="0"/>
            <a:ext cx="9280018"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9460018" y="0"/>
            <a:ext cx="2731981" cy="4949047"/>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endParaRPr lang="en-US" dirty="0"/>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9912013" y="6122117"/>
            <a:ext cx="1872000" cy="420870"/>
            <a:chOff x="5094083" y="5360390"/>
            <a:chExt cx="3039349" cy="683316"/>
          </a:xfrm>
          <a:solidFill>
            <a:schemeClr val="tx2"/>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44" name="Title 31">
            <a:extLst>
              <a:ext uri="{FF2B5EF4-FFF2-40B4-BE49-F238E27FC236}">
                <a16:creationId xmlns:a16="http://schemas.microsoft.com/office/drawing/2014/main" id="{3551E8D5-6D03-58C4-2A78-E73615CBFD4C}"/>
              </a:ext>
            </a:extLst>
          </p:cNvPr>
          <p:cNvSpPr>
            <a:spLocks noGrp="1"/>
          </p:cNvSpPr>
          <p:nvPr>
            <p:ph type="title"/>
          </p:nvPr>
        </p:nvSpPr>
        <p:spPr>
          <a:xfrm>
            <a:off x="5087887" y="549275"/>
            <a:ext cx="4036154" cy="3815829"/>
          </a:xfrm>
        </p:spPr>
        <p:txBody>
          <a:bodyPr anchor="b"/>
          <a:lstStyle>
            <a:lvl1pPr>
              <a:defRPr sz="6600">
                <a:solidFill>
                  <a:schemeClr val="bg1"/>
                </a:solidFill>
                <a:latin typeface="Ubuntu Light" panose="020B0304030602030204" pitchFamily="34" charset="0"/>
              </a:defRPr>
            </a:lvl1pPr>
          </a:lstStyle>
          <a:p>
            <a:r>
              <a:rPr lang="en-US"/>
              <a:t>Click to edit Master title style</a:t>
            </a:r>
            <a:endParaRPr lang="en-PL" dirty="0"/>
          </a:p>
        </p:txBody>
      </p:sp>
      <p:sp>
        <p:nvSpPr>
          <p:cNvPr id="45" name="Text Placeholder 33">
            <a:extLst>
              <a:ext uri="{FF2B5EF4-FFF2-40B4-BE49-F238E27FC236}">
                <a16:creationId xmlns:a16="http://schemas.microsoft.com/office/drawing/2014/main" id="{AE8BF6B9-54E0-50CF-ED1F-1556FC6C0905}"/>
              </a:ext>
            </a:extLst>
          </p:cNvPr>
          <p:cNvSpPr>
            <a:spLocks noGrp="1"/>
          </p:cNvSpPr>
          <p:nvPr>
            <p:ph type="body" sz="quarter" idx="15"/>
          </p:nvPr>
        </p:nvSpPr>
        <p:spPr>
          <a:xfrm>
            <a:off x="5159897" y="4725144"/>
            <a:ext cx="3964144" cy="316404"/>
          </a:xfrm>
          <a:prstGeom prst="rect">
            <a:avLst/>
          </a:prstGeom>
        </p:spPr>
        <p:txBody>
          <a:bodyPr anchor="b">
            <a:noAutofit/>
          </a:bodyPr>
          <a:lstStyle>
            <a:lvl1pPr>
              <a:defRPr sz="2000">
                <a:solidFill>
                  <a:schemeClr val="bg1"/>
                </a:solidFill>
              </a:defRPr>
            </a:lvl1pPr>
          </a:lstStyle>
          <a:p>
            <a:pPr lvl="0"/>
            <a:r>
              <a:rPr lang="en-US"/>
              <a:t>Click to edit Master text styles</a:t>
            </a:r>
          </a:p>
        </p:txBody>
      </p:sp>
      <p:sp>
        <p:nvSpPr>
          <p:cNvPr id="4" name="Rectangle 3">
            <a:extLst>
              <a:ext uri="{FF2B5EF4-FFF2-40B4-BE49-F238E27FC236}">
                <a16:creationId xmlns:a16="http://schemas.microsoft.com/office/drawing/2014/main" id="{78D281D9-C9E0-F6DF-2438-F4992F7D29D2}"/>
              </a:ext>
            </a:extLst>
          </p:cNvPr>
          <p:cNvSpPr/>
          <p:nvPr userDrawn="1"/>
        </p:nvSpPr>
        <p:spPr>
          <a:xfrm rot="16200000">
            <a:off x="5941020"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3" name="Text Placeholder 33">
            <a:extLst>
              <a:ext uri="{FF2B5EF4-FFF2-40B4-BE49-F238E27FC236}">
                <a16:creationId xmlns:a16="http://schemas.microsoft.com/office/drawing/2014/main" id="{F95A3A44-A840-3420-E0A4-A35DB913338B}"/>
              </a:ext>
            </a:extLst>
          </p:cNvPr>
          <p:cNvSpPr>
            <a:spLocks noGrp="1"/>
          </p:cNvSpPr>
          <p:nvPr>
            <p:ph type="body" sz="quarter" idx="16"/>
          </p:nvPr>
        </p:nvSpPr>
        <p:spPr>
          <a:xfrm>
            <a:off x="9912013" y="5264061"/>
            <a:ext cx="1872000"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767817296"/>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Title Slide 5">
    <p:spTree>
      <p:nvGrpSpPr>
        <p:cNvPr id="1" name=""/>
        <p:cNvGrpSpPr/>
        <p:nvPr/>
      </p:nvGrpSpPr>
      <p:grpSpPr>
        <a:xfrm>
          <a:off x="0" y="0"/>
          <a:ext cx="0" cy="0"/>
          <a:chOff x="0" y="0"/>
          <a:chExt cx="0" cy="0"/>
        </a:xfrm>
      </p:grpSpPr>
      <p:sp>
        <p:nvSpPr>
          <p:cNvPr id="43" name="Picture Placeholder 10">
            <a:extLst>
              <a:ext uri="{FF2B5EF4-FFF2-40B4-BE49-F238E27FC236}">
                <a16:creationId xmlns:a16="http://schemas.microsoft.com/office/drawing/2014/main" id="{3C1B8D60-78D7-1E25-C623-7509C881E3E9}"/>
              </a:ext>
            </a:extLst>
          </p:cNvPr>
          <p:cNvSpPr>
            <a:spLocks noGrp="1"/>
          </p:cNvSpPr>
          <p:nvPr>
            <p:ph type="pic" sz="quarter" idx="14"/>
          </p:nvPr>
        </p:nvSpPr>
        <p:spPr>
          <a:xfrm>
            <a:off x="-1" y="1"/>
            <a:ext cx="2736773" cy="3429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pPr marR="0" lvl="0" fontAlgn="auto">
              <a:spcAft>
                <a:spcPts val="0"/>
              </a:spcAft>
              <a:buClrTx/>
              <a:buSzTx/>
              <a:tabLst/>
            </a:pPr>
            <a:r>
              <a:rPr lang="en-US"/>
              <a:t>Click icon to add picture</a:t>
            </a:r>
          </a:p>
        </p:txBody>
      </p:sp>
      <p:sp>
        <p:nvSpPr>
          <p:cNvPr id="42" name="Picture Placeholder 10">
            <a:extLst>
              <a:ext uri="{FF2B5EF4-FFF2-40B4-BE49-F238E27FC236}">
                <a16:creationId xmlns:a16="http://schemas.microsoft.com/office/drawing/2014/main" id="{E8C91BDE-0FA3-B18C-5405-5DB502E0FBA3}"/>
              </a:ext>
            </a:extLst>
          </p:cNvPr>
          <p:cNvSpPr>
            <a:spLocks noGrp="1"/>
          </p:cNvSpPr>
          <p:nvPr>
            <p:ph type="pic" sz="quarter" idx="13" hasCustomPrompt="1"/>
          </p:nvPr>
        </p:nvSpPr>
        <p:spPr>
          <a:xfrm>
            <a:off x="2916774" y="0"/>
            <a:ext cx="9275226" cy="6858000"/>
          </a:xfrm>
          <a:prstGeom prst="rect">
            <a:avLst/>
          </a:prstGeom>
          <a:solidFill>
            <a:schemeClr val="bg2">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grpSp>
        <p:nvGrpSpPr>
          <p:cNvPr id="35" name="Group 2">
            <a:extLst>
              <a:ext uri="{FF2B5EF4-FFF2-40B4-BE49-F238E27FC236}">
                <a16:creationId xmlns:a16="http://schemas.microsoft.com/office/drawing/2014/main" id="{586CA03F-ED76-1D2D-90A8-504016961D55}"/>
              </a:ext>
            </a:extLst>
          </p:cNvPr>
          <p:cNvGrpSpPr>
            <a:grpSpLocks noChangeAspect="1"/>
          </p:cNvGrpSpPr>
          <p:nvPr userDrawn="1"/>
        </p:nvGrpSpPr>
        <p:grpSpPr>
          <a:xfrm>
            <a:off x="357195" y="6122117"/>
            <a:ext cx="1872000" cy="420870"/>
            <a:chOff x="5094083" y="5360390"/>
            <a:chExt cx="3039349" cy="683316"/>
          </a:xfrm>
          <a:solidFill>
            <a:schemeClr val="tx2"/>
          </a:solidFill>
        </p:grpSpPr>
        <p:sp>
          <p:nvSpPr>
            <p:cNvPr id="36" name="Freeform: Shape 4">
              <a:extLst>
                <a:ext uri="{FF2B5EF4-FFF2-40B4-BE49-F238E27FC236}">
                  <a16:creationId xmlns:a16="http://schemas.microsoft.com/office/drawing/2014/main" id="{04CD9986-2686-D8E3-9192-8BEB77750D79}"/>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nchorCtr="0"/>
            <a:lstStyle/>
            <a:p>
              <a:endParaRPr lang="en-US" sz="1800"/>
            </a:p>
          </p:txBody>
        </p:sp>
        <p:sp>
          <p:nvSpPr>
            <p:cNvPr id="37" name="Freeform: Shape 5">
              <a:extLst>
                <a:ext uri="{FF2B5EF4-FFF2-40B4-BE49-F238E27FC236}">
                  <a16:creationId xmlns:a16="http://schemas.microsoft.com/office/drawing/2014/main" id="{7CD40094-AC2F-9457-AD3F-9AAA89E00C4A}"/>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nchorCtr="0"/>
            <a:lstStyle/>
            <a:p>
              <a:endParaRPr lang="en-US" sz="1800"/>
            </a:p>
          </p:txBody>
        </p:sp>
        <p:sp>
          <p:nvSpPr>
            <p:cNvPr id="38" name="Freeform: Shape 6">
              <a:extLst>
                <a:ext uri="{FF2B5EF4-FFF2-40B4-BE49-F238E27FC236}">
                  <a16:creationId xmlns:a16="http://schemas.microsoft.com/office/drawing/2014/main" id="{682D97D4-A5DA-2B1D-3407-13658458A52A}"/>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nchorCtr="0"/>
            <a:lstStyle/>
            <a:p>
              <a:endParaRPr lang="en-US" sz="1800"/>
            </a:p>
          </p:txBody>
        </p:sp>
        <p:sp>
          <p:nvSpPr>
            <p:cNvPr id="39" name="Freeform: Shape 7">
              <a:extLst>
                <a:ext uri="{FF2B5EF4-FFF2-40B4-BE49-F238E27FC236}">
                  <a16:creationId xmlns:a16="http://schemas.microsoft.com/office/drawing/2014/main" id="{FEBEF87B-7156-68DF-4D8A-E84D8A4F0EA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nchorCtr="0"/>
            <a:lstStyle/>
            <a:p>
              <a:endParaRPr lang="en-US" sz="1800"/>
            </a:p>
          </p:txBody>
        </p:sp>
        <p:sp>
          <p:nvSpPr>
            <p:cNvPr id="40" name="Freeform: Shape 8">
              <a:extLst>
                <a:ext uri="{FF2B5EF4-FFF2-40B4-BE49-F238E27FC236}">
                  <a16:creationId xmlns:a16="http://schemas.microsoft.com/office/drawing/2014/main" id="{3A0B75AC-0F93-D7BF-2568-50E1CFEDF0CA}"/>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nchorCtr="0"/>
            <a:lstStyle/>
            <a:p>
              <a:endParaRPr lang="en-US" sz="1800"/>
            </a:p>
          </p:txBody>
        </p:sp>
      </p:grpSp>
      <p:sp>
        <p:nvSpPr>
          <p:cNvPr id="3" name="Title 31">
            <a:extLst>
              <a:ext uri="{FF2B5EF4-FFF2-40B4-BE49-F238E27FC236}">
                <a16:creationId xmlns:a16="http://schemas.microsoft.com/office/drawing/2014/main" id="{D8CA367F-44BB-C4B7-EA59-F1D6214DB4D2}"/>
              </a:ext>
            </a:extLst>
          </p:cNvPr>
          <p:cNvSpPr>
            <a:spLocks noGrp="1"/>
          </p:cNvSpPr>
          <p:nvPr>
            <p:ph type="title"/>
          </p:nvPr>
        </p:nvSpPr>
        <p:spPr>
          <a:xfrm>
            <a:off x="3401003" y="1628775"/>
            <a:ext cx="6578080" cy="3589714"/>
          </a:xfrm>
        </p:spPr>
        <p:txBody>
          <a:bodyPr anchor="b"/>
          <a:lstStyle>
            <a:lvl1pPr>
              <a:defRPr sz="5400">
                <a:solidFill>
                  <a:schemeClr val="bg1"/>
                </a:solidFill>
              </a:defRPr>
            </a:lvl1pPr>
          </a:lstStyle>
          <a:p>
            <a:r>
              <a:rPr lang="en-US"/>
              <a:t>Click to edit Master title style</a:t>
            </a:r>
            <a:endParaRPr lang="en-PL" dirty="0"/>
          </a:p>
        </p:txBody>
      </p:sp>
      <p:sp>
        <p:nvSpPr>
          <p:cNvPr id="6" name="Rectangle 5">
            <a:extLst>
              <a:ext uri="{FF2B5EF4-FFF2-40B4-BE49-F238E27FC236}">
                <a16:creationId xmlns:a16="http://schemas.microsoft.com/office/drawing/2014/main" id="{308E3512-1EC7-FD95-4A22-F366C773E9C4}"/>
              </a:ext>
            </a:extLst>
          </p:cNvPr>
          <p:cNvSpPr/>
          <p:nvPr userDrawn="1"/>
        </p:nvSpPr>
        <p:spPr>
          <a:xfrm rot="16200000">
            <a:off x="-602226"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5" name="Text Placeholder 33">
            <a:extLst>
              <a:ext uri="{FF2B5EF4-FFF2-40B4-BE49-F238E27FC236}">
                <a16:creationId xmlns:a16="http://schemas.microsoft.com/office/drawing/2014/main" id="{940C889E-4F97-F9FE-39C5-DFA541A122BB}"/>
              </a:ext>
            </a:extLst>
          </p:cNvPr>
          <p:cNvSpPr>
            <a:spLocks noGrp="1"/>
          </p:cNvSpPr>
          <p:nvPr>
            <p:ph type="body" sz="quarter" idx="16"/>
          </p:nvPr>
        </p:nvSpPr>
        <p:spPr>
          <a:xfrm>
            <a:off x="357195" y="3893182"/>
            <a:ext cx="2088292" cy="1123397"/>
          </a:xfrm>
          <a:prstGeom prst="rect">
            <a:avLst/>
          </a:prstGeom>
        </p:spPr>
        <p:txBody>
          <a:bodyPr anchor="b">
            <a:noAutofit/>
          </a:bodyPr>
          <a:lstStyle>
            <a:lvl1pPr>
              <a:defRPr sz="2000"/>
            </a:lvl1pPr>
          </a:lstStyle>
          <a:p>
            <a:pPr lvl="0"/>
            <a:r>
              <a:rPr lang="en-US"/>
              <a:t>Click to edit Master text styles</a:t>
            </a:r>
          </a:p>
        </p:txBody>
      </p:sp>
      <p:sp>
        <p:nvSpPr>
          <p:cNvPr id="7" name="Text Placeholder 33">
            <a:extLst>
              <a:ext uri="{FF2B5EF4-FFF2-40B4-BE49-F238E27FC236}">
                <a16:creationId xmlns:a16="http://schemas.microsoft.com/office/drawing/2014/main" id="{9C442A3F-8F7B-AF19-BF71-5A8A0790F5CA}"/>
              </a:ext>
            </a:extLst>
          </p:cNvPr>
          <p:cNvSpPr>
            <a:spLocks noGrp="1"/>
          </p:cNvSpPr>
          <p:nvPr>
            <p:ph type="body" sz="quarter" idx="17"/>
          </p:nvPr>
        </p:nvSpPr>
        <p:spPr>
          <a:xfrm>
            <a:off x="357195" y="5264061"/>
            <a:ext cx="2088292" cy="52298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2436398395"/>
      </p:ext>
    </p:extLst>
  </p:cSld>
  <p:clrMapOvr>
    <a:masterClrMapping/>
  </p:clrMapOvr>
  <p:extLst>
    <p:ext uri="{DCECCB84-F9BA-43D5-87BE-67443E8EF086}">
      <p15:sldGuideLst xmlns:p15="http://schemas.microsoft.com/office/powerpoint/2012/main">
        <p15:guide id="1" pos="302">
          <p15:clr>
            <a:srgbClr val="FBAE40"/>
          </p15:clr>
        </p15:guide>
        <p15:guide id="2" pos="7423">
          <p15:clr>
            <a:srgbClr val="FBAE40"/>
          </p15:clr>
        </p15:guide>
        <p15:guide id="3" pos="438">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Agenda 1">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6424D2EA-9AAB-3E5E-F5AA-4EFA5797243B}"/>
              </a:ext>
            </a:extLst>
          </p:cNvPr>
          <p:cNvSpPr>
            <a:spLocks noGrp="1"/>
          </p:cNvSpPr>
          <p:nvPr>
            <p:ph type="pic" sz="quarter" idx="10" hasCustomPrompt="1"/>
          </p:nvPr>
        </p:nvSpPr>
        <p:spPr>
          <a:xfrm>
            <a:off x="8878957" y="1"/>
            <a:ext cx="3313043"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2">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6" name="Date Placeholder 5">
            <a:extLst>
              <a:ext uri="{FF2B5EF4-FFF2-40B4-BE49-F238E27FC236}">
                <a16:creationId xmlns:a16="http://schemas.microsoft.com/office/drawing/2014/main" id="{1B8A5C98-55E3-6CFA-5060-B126A46D3044}"/>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7" name="Footer Placeholder 6">
            <a:extLst>
              <a:ext uri="{FF2B5EF4-FFF2-40B4-BE49-F238E27FC236}">
                <a16:creationId xmlns:a16="http://schemas.microsoft.com/office/drawing/2014/main" id="{A234A97A-B56B-79E8-3787-9AAFBD6C39E3}"/>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9" name="Slide Number Placeholder 8">
            <a:extLst>
              <a:ext uri="{FF2B5EF4-FFF2-40B4-BE49-F238E27FC236}">
                <a16:creationId xmlns:a16="http://schemas.microsoft.com/office/drawing/2014/main" id="{10DFE7FA-9896-C83E-3B5B-ACAF7308B1C7}"/>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8" name="Logo Placeholder 7">
            <a:extLst>
              <a:ext uri="{FF2B5EF4-FFF2-40B4-BE49-F238E27FC236}">
                <a16:creationId xmlns:a16="http://schemas.microsoft.com/office/drawing/2014/main" id="{62FD468B-B69E-D6B3-0B31-29405A8C9B22}"/>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10" name="Title Placeholder 4">
            <a:extLst>
              <a:ext uri="{FF2B5EF4-FFF2-40B4-BE49-F238E27FC236}">
                <a16:creationId xmlns:a16="http://schemas.microsoft.com/office/drawing/2014/main" id="{88071F53-FF39-EE02-C206-04BC9BC62837}"/>
              </a:ext>
            </a:extLst>
          </p:cNvPr>
          <p:cNvSpPr>
            <a:spLocks noGrp="1"/>
          </p:cNvSpPr>
          <p:nvPr>
            <p:ph type="title"/>
          </p:nvPr>
        </p:nvSpPr>
        <p:spPr>
          <a:xfrm>
            <a:off x="551384" y="549274"/>
            <a:ext cx="7920880" cy="930372"/>
          </a:xfrm>
          <a:prstGeom prst="rect">
            <a:avLst/>
          </a:prstGeom>
        </p:spPr>
        <p:txBody>
          <a:bodyPr vert="horz" lIns="0" tIns="0" rIns="0" bIns="126000" rtlCol="0" anchor="b" anchorCtr="0">
            <a:noAutofit/>
          </a:bodyPr>
          <a:lstStyle/>
          <a:p>
            <a:pPr lvl="0"/>
            <a:r>
              <a:rPr lang="en-US"/>
              <a:t>Click to edit Master title style</a:t>
            </a:r>
            <a:endParaRPr lang="de-DE" dirty="0"/>
          </a:p>
        </p:txBody>
      </p:sp>
      <p:sp>
        <p:nvSpPr>
          <p:cNvPr id="11" name="Text Placeholder 1">
            <a:extLst>
              <a:ext uri="{FF2B5EF4-FFF2-40B4-BE49-F238E27FC236}">
                <a16:creationId xmlns:a16="http://schemas.microsoft.com/office/drawing/2014/main" id="{D450594D-C071-DB63-60E9-737FD362024E}"/>
              </a:ext>
            </a:extLst>
          </p:cNvPr>
          <p:cNvSpPr>
            <a:spLocks noGrp="1"/>
          </p:cNvSpPr>
          <p:nvPr>
            <p:ph idx="1"/>
          </p:nvPr>
        </p:nvSpPr>
        <p:spPr>
          <a:xfrm>
            <a:off x="551384" y="1628800"/>
            <a:ext cx="7920880" cy="46686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dirty="0"/>
          </a:p>
        </p:txBody>
      </p:sp>
    </p:spTree>
    <p:extLst>
      <p:ext uri="{BB962C8B-B14F-4D97-AF65-F5344CB8AC3E}">
        <p14:creationId xmlns:p14="http://schemas.microsoft.com/office/powerpoint/2010/main" val="451748449"/>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0" name="Picture Placeholder 7">
            <a:extLst>
              <a:ext uri="{FF2B5EF4-FFF2-40B4-BE49-F238E27FC236}">
                <a16:creationId xmlns:a16="http://schemas.microsoft.com/office/drawing/2014/main" id="{7719DBC8-1C65-EC71-F260-3E45E00F725D}"/>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 name="Date Placeholder 1">
            <a:extLst>
              <a:ext uri="{FF2B5EF4-FFF2-40B4-BE49-F238E27FC236}">
                <a16:creationId xmlns:a16="http://schemas.microsoft.com/office/drawing/2014/main" id="{D1083178-61A2-1584-1F52-83BAE0FEDB3A}"/>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3" name="Footer Placeholder 2">
            <a:extLst>
              <a:ext uri="{FF2B5EF4-FFF2-40B4-BE49-F238E27FC236}">
                <a16:creationId xmlns:a16="http://schemas.microsoft.com/office/drawing/2014/main" id="{9DC81A84-1437-02DB-19FA-F60FE73CB356}"/>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40363D62-2A4A-9126-8811-8637F26ADA0B}"/>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5" name="Title Placeholder 4">
            <a:extLst>
              <a:ext uri="{FF2B5EF4-FFF2-40B4-BE49-F238E27FC236}">
                <a16:creationId xmlns:a16="http://schemas.microsoft.com/office/drawing/2014/main" id="{064AC36F-9D88-0AFF-0D23-B3207730506D}"/>
              </a:ext>
            </a:extLst>
          </p:cNvPr>
          <p:cNvSpPr>
            <a:spLocks noGrp="1"/>
          </p:cNvSpPr>
          <p:nvPr>
            <p:ph type="title"/>
          </p:nvPr>
        </p:nvSpPr>
        <p:spPr>
          <a:xfrm>
            <a:off x="6600056" y="549274"/>
            <a:ext cx="5042266" cy="930372"/>
          </a:xfrm>
          <a:prstGeom prst="rect">
            <a:avLst/>
          </a:prstGeom>
        </p:spPr>
        <p:txBody>
          <a:bodyPr vert="horz" lIns="0" tIns="0" rIns="0" bIns="126000" rtlCol="0" anchor="b" anchorCtr="0">
            <a:noAutofit/>
          </a:bodyPr>
          <a:lstStyle/>
          <a:p>
            <a:pPr lvl="0"/>
            <a:r>
              <a:rPr lang="en-US"/>
              <a:t>Click to edit Master title style</a:t>
            </a:r>
            <a:endParaRPr lang="de-DE" dirty="0"/>
          </a:p>
        </p:txBody>
      </p:sp>
      <p:sp>
        <p:nvSpPr>
          <p:cNvPr id="7" name="Text Placeholder 11">
            <a:extLst>
              <a:ext uri="{FF2B5EF4-FFF2-40B4-BE49-F238E27FC236}">
                <a16:creationId xmlns:a16="http://schemas.microsoft.com/office/drawing/2014/main" id="{77152031-1FC0-032B-F3DB-6C7DECFE02E6}"/>
              </a:ext>
            </a:extLst>
          </p:cNvPr>
          <p:cNvSpPr>
            <a:spLocks noGrp="1"/>
          </p:cNvSpPr>
          <p:nvPr>
            <p:ph type="body" sz="quarter" idx="25" hasCustomPrompt="1"/>
          </p:nvPr>
        </p:nvSpPr>
        <p:spPr>
          <a:xfrm>
            <a:off x="6585993" y="2007152"/>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
        <p:nvSpPr>
          <p:cNvPr id="8" name="Text Placeholder 11">
            <a:extLst>
              <a:ext uri="{FF2B5EF4-FFF2-40B4-BE49-F238E27FC236}">
                <a16:creationId xmlns:a16="http://schemas.microsoft.com/office/drawing/2014/main" id="{2397C058-DED2-A927-F1FC-4D2262C4D8CC}"/>
              </a:ext>
            </a:extLst>
          </p:cNvPr>
          <p:cNvSpPr>
            <a:spLocks noGrp="1"/>
          </p:cNvSpPr>
          <p:nvPr>
            <p:ph type="body" sz="quarter" idx="26" hasCustomPrompt="1"/>
          </p:nvPr>
        </p:nvSpPr>
        <p:spPr>
          <a:xfrm>
            <a:off x="6585993" y="2599765"/>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
        <p:nvSpPr>
          <p:cNvPr id="9" name="Text Placeholder 11">
            <a:extLst>
              <a:ext uri="{FF2B5EF4-FFF2-40B4-BE49-F238E27FC236}">
                <a16:creationId xmlns:a16="http://schemas.microsoft.com/office/drawing/2014/main" id="{17FFBEBF-84C6-4981-C2E8-C48E0CF9A363}"/>
              </a:ext>
            </a:extLst>
          </p:cNvPr>
          <p:cNvSpPr>
            <a:spLocks noGrp="1"/>
          </p:cNvSpPr>
          <p:nvPr>
            <p:ph type="body" sz="quarter" idx="30" hasCustomPrompt="1"/>
          </p:nvPr>
        </p:nvSpPr>
        <p:spPr>
          <a:xfrm>
            <a:off x="6585993" y="3192378"/>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
        <p:nvSpPr>
          <p:cNvPr id="10" name="Text Placeholder 11">
            <a:extLst>
              <a:ext uri="{FF2B5EF4-FFF2-40B4-BE49-F238E27FC236}">
                <a16:creationId xmlns:a16="http://schemas.microsoft.com/office/drawing/2014/main" id="{B50E875C-17E2-59C2-ADA9-61BD0E75B160}"/>
              </a:ext>
            </a:extLst>
          </p:cNvPr>
          <p:cNvSpPr>
            <a:spLocks noGrp="1"/>
          </p:cNvSpPr>
          <p:nvPr>
            <p:ph type="body" sz="quarter" idx="31" hasCustomPrompt="1"/>
          </p:nvPr>
        </p:nvSpPr>
        <p:spPr>
          <a:xfrm>
            <a:off x="6585993" y="3784991"/>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
        <p:nvSpPr>
          <p:cNvPr id="11" name="Text Placeholder 11">
            <a:extLst>
              <a:ext uri="{FF2B5EF4-FFF2-40B4-BE49-F238E27FC236}">
                <a16:creationId xmlns:a16="http://schemas.microsoft.com/office/drawing/2014/main" id="{A9420F04-AF69-214B-65E6-46E3677153F0}"/>
              </a:ext>
            </a:extLst>
          </p:cNvPr>
          <p:cNvSpPr>
            <a:spLocks noGrp="1"/>
          </p:cNvSpPr>
          <p:nvPr>
            <p:ph type="body" sz="quarter" idx="32" hasCustomPrompt="1"/>
          </p:nvPr>
        </p:nvSpPr>
        <p:spPr>
          <a:xfrm>
            <a:off x="6585993" y="4377605"/>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
        <p:nvSpPr>
          <p:cNvPr id="12" name="Text Placeholder 11">
            <a:extLst>
              <a:ext uri="{FF2B5EF4-FFF2-40B4-BE49-F238E27FC236}">
                <a16:creationId xmlns:a16="http://schemas.microsoft.com/office/drawing/2014/main" id="{A789EDD1-6A88-C664-0739-2CFCD04A787A}"/>
              </a:ext>
            </a:extLst>
          </p:cNvPr>
          <p:cNvSpPr>
            <a:spLocks noGrp="1"/>
          </p:cNvSpPr>
          <p:nvPr>
            <p:ph type="body" sz="quarter" idx="34" hasCustomPrompt="1"/>
          </p:nvPr>
        </p:nvSpPr>
        <p:spPr>
          <a:xfrm>
            <a:off x="6585993" y="4970219"/>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
        <p:nvSpPr>
          <p:cNvPr id="13" name="Text Placeholder 11">
            <a:extLst>
              <a:ext uri="{FF2B5EF4-FFF2-40B4-BE49-F238E27FC236}">
                <a16:creationId xmlns:a16="http://schemas.microsoft.com/office/drawing/2014/main" id="{892337BD-72AF-D589-5EEB-9C85E19A6825}"/>
              </a:ext>
            </a:extLst>
          </p:cNvPr>
          <p:cNvSpPr>
            <a:spLocks noGrp="1"/>
          </p:cNvSpPr>
          <p:nvPr>
            <p:ph type="body" sz="quarter" idx="35" hasCustomPrompt="1"/>
          </p:nvPr>
        </p:nvSpPr>
        <p:spPr>
          <a:xfrm>
            <a:off x="6585993" y="5562833"/>
            <a:ext cx="5054623" cy="369332"/>
          </a:xfrm>
          <a:prstGeom prst="rect">
            <a:avLst/>
          </a:prstGeom>
        </p:spPr>
        <p:txBody>
          <a:bodyPr lIns="0" tIns="0" rIns="0" bIns="0" anchor="ctr">
            <a:normAutofit/>
          </a:bodyPr>
          <a:lstStyle>
            <a:lvl1pPr>
              <a:spcBef>
                <a:spcPts val="0"/>
              </a:spcBef>
              <a:defRPr sz="2000">
                <a:solidFill>
                  <a:schemeClr val="tx2"/>
                </a:solidFill>
              </a:defRPr>
            </a:lvl1pPr>
          </a:lstStyle>
          <a:p>
            <a:pPr lvl="0"/>
            <a:r>
              <a:rPr lang="en-US"/>
              <a:t>Click to add text</a:t>
            </a:r>
          </a:p>
        </p:txBody>
      </p:sp>
    </p:spTree>
    <p:extLst>
      <p:ext uri="{BB962C8B-B14F-4D97-AF65-F5344CB8AC3E}">
        <p14:creationId xmlns:p14="http://schemas.microsoft.com/office/powerpoint/2010/main" val="161136275"/>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userDrawn="1">
  <p:cSld name="Agenda 3">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2207567" y="1628775"/>
            <a:ext cx="9433569"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2207567" y="2221388"/>
            <a:ext cx="9433569"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2207567" y="2814001"/>
            <a:ext cx="9433569"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7" name="Text Placeholder 6">
            <a:extLst>
              <a:ext uri="{FF2B5EF4-FFF2-40B4-BE49-F238E27FC236}">
                <a16:creationId xmlns:a16="http://schemas.microsoft.com/office/drawing/2014/main" id="{C9AA932A-4442-4987-878D-3B69D84A4771}"/>
              </a:ext>
            </a:extLst>
          </p:cNvPr>
          <p:cNvSpPr>
            <a:spLocks noGrp="1"/>
          </p:cNvSpPr>
          <p:nvPr>
            <p:ph type="body" sz="quarter" idx="27" hasCustomPrompt="1"/>
          </p:nvPr>
        </p:nvSpPr>
        <p:spPr>
          <a:xfrm>
            <a:off x="1492499" y="1628775"/>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21" name="Text Placeholder 6">
            <a:extLst>
              <a:ext uri="{FF2B5EF4-FFF2-40B4-BE49-F238E27FC236}">
                <a16:creationId xmlns:a16="http://schemas.microsoft.com/office/drawing/2014/main" id="{EAA65ABF-5E47-4A8A-934B-E9458D034F70}"/>
              </a:ext>
            </a:extLst>
          </p:cNvPr>
          <p:cNvSpPr>
            <a:spLocks noGrp="1"/>
          </p:cNvSpPr>
          <p:nvPr>
            <p:ph type="body" sz="quarter" idx="28" hasCustomPrompt="1"/>
          </p:nvPr>
        </p:nvSpPr>
        <p:spPr>
          <a:xfrm>
            <a:off x="1492499" y="2221388"/>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22" name="Text Placeholder 6">
            <a:extLst>
              <a:ext uri="{FF2B5EF4-FFF2-40B4-BE49-F238E27FC236}">
                <a16:creationId xmlns:a16="http://schemas.microsoft.com/office/drawing/2014/main" id="{AE370511-ABDA-4008-B938-10F0105CBF69}"/>
              </a:ext>
            </a:extLst>
          </p:cNvPr>
          <p:cNvSpPr>
            <a:spLocks noGrp="1"/>
          </p:cNvSpPr>
          <p:nvPr>
            <p:ph type="body" sz="quarter" idx="29" hasCustomPrompt="1"/>
          </p:nvPr>
        </p:nvSpPr>
        <p:spPr>
          <a:xfrm>
            <a:off x="1492499" y="2814001"/>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2207567" y="3406614"/>
            <a:ext cx="9433569"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2207567" y="3999227"/>
            <a:ext cx="9433569"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2207567" y="4591841"/>
            <a:ext cx="9433569"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31" name="Text Placeholder 6">
            <a:extLst>
              <a:ext uri="{FF2B5EF4-FFF2-40B4-BE49-F238E27FC236}">
                <a16:creationId xmlns:a16="http://schemas.microsoft.com/office/drawing/2014/main" id="{C434EB54-C0D1-4857-9330-87FAFCC49D56}"/>
              </a:ext>
            </a:extLst>
          </p:cNvPr>
          <p:cNvSpPr>
            <a:spLocks noGrp="1"/>
          </p:cNvSpPr>
          <p:nvPr>
            <p:ph type="body" sz="quarter" idx="33" hasCustomPrompt="1"/>
          </p:nvPr>
        </p:nvSpPr>
        <p:spPr>
          <a:xfrm>
            <a:off x="1492499" y="3406614"/>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32" name="Text Placeholder 6">
            <a:extLst>
              <a:ext uri="{FF2B5EF4-FFF2-40B4-BE49-F238E27FC236}">
                <a16:creationId xmlns:a16="http://schemas.microsoft.com/office/drawing/2014/main" id="{F0320016-4C9A-409B-8724-E53F23529A4B}"/>
              </a:ext>
            </a:extLst>
          </p:cNvPr>
          <p:cNvSpPr>
            <a:spLocks noGrp="1"/>
          </p:cNvSpPr>
          <p:nvPr>
            <p:ph type="body" sz="quarter" idx="34" hasCustomPrompt="1"/>
          </p:nvPr>
        </p:nvSpPr>
        <p:spPr>
          <a:xfrm>
            <a:off x="1492499" y="3999227"/>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34" name="Text Placeholder 6">
            <a:extLst>
              <a:ext uri="{FF2B5EF4-FFF2-40B4-BE49-F238E27FC236}">
                <a16:creationId xmlns:a16="http://schemas.microsoft.com/office/drawing/2014/main" id="{F0279A3C-5E27-40F7-98C0-08832F4CE1FB}"/>
              </a:ext>
            </a:extLst>
          </p:cNvPr>
          <p:cNvSpPr>
            <a:spLocks noGrp="1"/>
          </p:cNvSpPr>
          <p:nvPr>
            <p:ph type="body" sz="quarter" idx="35" hasCustomPrompt="1"/>
          </p:nvPr>
        </p:nvSpPr>
        <p:spPr>
          <a:xfrm>
            <a:off x="1492499" y="4591841"/>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4" name="Rectangle 3">
            <a:extLst>
              <a:ext uri="{FF2B5EF4-FFF2-40B4-BE49-F238E27FC236}">
                <a16:creationId xmlns:a16="http://schemas.microsoft.com/office/drawing/2014/main" id="{A57CC5E8-E0D3-3603-2CC6-A8BAF2820A56}"/>
              </a:ext>
            </a:extLst>
          </p:cNvPr>
          <p:cNvSpPr/>
          <p:nvPr userDrawn="1"/>
        </p:nvSpPr>
        <p:spPr>
          <a:xfrm rot="16200000">
            <a:off x="-3343113" y="3343113"/>
            <a:ext cx="6857999" cy="171774"/>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sp>
        <p:nvSpPr>
          <p:cNvPr id="5" name="Date Placeholder 4">
            <a:extLst>
              <a:ext uri="{FF2B5EF4-FFF2-40B4-BE49-F238E27FC236}">
                <a16:creationId xmlns:a16="http://schemas.microsoft.com/office/drawing/2014/main" id="{C85C206C-01EC-0BBE-D2E8-677FD637D3BC}"/>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6" name="Footer Placeholder 5">
            <a:extLst>
              <a:ext uri="{FF2B5EF4-FFF2-40B4-BE49-F238E27FC236}">
                <a16:creationId xmlns:a16="http://schemas.microsoft.com/office/drawing/2014/main" id="{1A7A574E-257C-8BFC-960C-B7B5AD0FA9BD}"/>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10" name="Slide Number Placeholder 9">
            <a:extLst>
              <a:ext uri="{FF2B5EF4-FFF2-40B4-BE49-F238E27FC236}">
                <a16:creationId xmlns:a16="http://schemas.microsoft.com/office/drawing/2014/main" id="{57BCB7A3-F93F-039D-8ADA-0AF4B6D42BBB}"/>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8" name="Title Placeholder 4">
            <a:extLst>
              <a:ext uri="{FF2B5EF4-FFF2-40B4-BE49-F238E27FC236}">
                <a16:creationId xmlns:a16="http://schemas.microsoft.com/office/drawing/2014/main" id="{5EC122AA-AED0-3A03-5B9E-6472B3239926}"/>
              </a:ext>
            </a:extLst>
          </p:cNvPr>
          <p:cNvSpPr>
            <a:spLocks noGrp="1"/>
          </p:cNvSpPr>
          <p:nvPr>
            <p:ph type="title" hasCustomPrompt="1"/>
          </p:nvPr>
        </p:nvSpPr>
        <p:spPr>
          <a:xfrm>
            <a:off x="1492498" y="549274"/>
            <a:ext cx="10148637" cy="930372"/>
          </a:xfrm>
          <a:prstGeom prst="rect">
            <a:avLst/>
          </a:prstGeom>
        </p:spPr>
        <p:txBody>
          <a:bodyPr vert="horz" lIns="0" tIns="0" rIns="0" bIns="126000" rtlCol="0" anchor="b" anchorCtr="0">
            <a:noAutofit/>
          </a:bodyPr>
          <a:lstStyle/>
          <a:p>
            <a:pPr lvl="0"/>
            <a:r>
              <a:rPr lang="en-GB" dirty="0"/>
              <a:t>Agenda</a:t>
            </a:r>
            <a:endParaRPr lang="de-DE" dirty="0"/>
          </a:p>
        </p:txBody>
      </p:sp>
    </p:spTree>
    <p:extLst>
      <p:ext uri="{BB962C8B-B14F-4D97-AF65-F5344CB8AC3E}">
        <p14:creationId xmlns:p14="http://schemas.microsoft.com/office/powerpoint/2010/main" val="4134062034"/>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userDrawn="1">
  <p:cSld name="Agenda 4">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D119069D-5D68-4DB4-B45F-92CCC710785E}"/>
              </a:ext>
            </a:extLst>
          </p:cNvPr>
          <p:cNvSpPr>
            <a:spLocks noGrp="1"/>
          </p:cNvSpPr>
          <p:nvPr>
            <p:ph type="body" sz="quarter" idx="24" hasCustomPrompt="1"/>
          </p:nvPr>
        </p:nvSpPr>
        <p:spPr>
          <a:xfrm>
            <a:off x="1286644" y="1628775"/>
            <a:ext cx="10024942"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23" name="Text Placeholder 11">
            <a:extLst>
              <a:ext uri="{FF2B5EF4-FFF2-40B4-BE49-F238E27FC236}">
                <a16:creationId xmlns:a16="http://schemas.microsoft.com/office/drawing/2014/main" id="{AA1A2157-04CD-44FC-8492-E3FAFE326F18}"/>
              </a:ext>
            </a:extLst>
          </p:cNvPr>
          <p:cNvSpPr>
            <a:spLocks noGrp="1"/>
          </p:cNvSpPr>
          <p:nvPr>
            <p:ph type="body" sz="quarter" idx="25" hasCustomPrompt="1"/>
          </p:nvPr>
        </p:nvSpPr>
        <p:spPr>
          <a:xfrm>
            <a:off x="1286644" y="2221388"/>
            <a:ext cx="10024942"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24" name="Text Placeholder 11">
            <a:extLst>
              <a:ext uri="{FF2B5EF4-FFF2-40B4-BE49-F238E27FC236}">
                <a16:creationId xmlns:a16="http://schemas.microsoft.com/office/drawing/2014/main" id="{199E21EB-D052-4206-952C-D3FE77AA1C8D}"/>
              </a:ext>
            </a:extLst>
          </p:cNvPr>
          <p:cNvSpPr>
            <a:spLocks noGrp="1"/>
          </p:cNvSpPr>
          <p:nvPr>
            <p:ph type="body" sz="quarter" idx="26" hasCustomPrompt="1"/>
          </p:nvPr>
        </p:nvSpPr>
        <p:spPr>
          <a:xfrm>
            <a:off x="1286644" y="2814001"/>
            <a:ext cx="10024942"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7" name="Text Placeholder 6">
            <a:extLst>
              <a:ext uri="{FF2B5EF4-FFF2-40B4-BE49-F238E27FC236}">
                <a16:creationId xmlns:a16="http://schemas.microsoft.com/office/drawing/2014/main" id="{C9AA932A-4442-4987-878D-3B69D84A4771}"/>
              </a:ext>
            </a:extLst>
          </p:cNvPr>
          <p:cNvSpPr>
            <a:spLocks noGrp="1"/>
          </p:cNvSpPr>
          <p:nvPr>
            <p:ph type="body" sz="quarter" idx="27" hasCustomPrompt="1"/>
          </p:nvPr>
        </p:nvSpPr>
        <p:spPr>
          <a:xfrm>
            <a:off x="571574" y="1628775"/>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21" name="Text Placeholder 6">
            <a:extLst>
              <a:ext uri="{FF2B5EF4-FFF2-40B4-BE49-F238E27FC236}">
                <a16:creationId xmlns:a16="http://schemas.microsoft.com/office/drawing/2014/main" id="{EAA65ABF-5E47-4A8A-934B-E9458D034F70}"/>
              </a:ext>
            </a:extLst>
          </p:cNvPr>
          <p:cNvSpPr>
            <a:spLocks noGrp="1"/>
          </p:cNvSpPr>
          <p:nvPr>
            <p:ph type="body" sz="quarter" idx="28" hasCustomPrompt="1"/>
          </p:nvPr>
        </p:nvSpPr>
        <p:spPr>
          <a:xfrm>
            <a:off x="571574" y="2221388"/>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22" name="Text Placeholder 6">
            <a:extLst>
              <a:ext uri="{FF2B5EF4-FFF2-40B4-BE49-F238E27FC236}">
                <a16:creationId xmlns:a16="http://schemas.microsoft.com/office/drawing/2014/main" id="{AE370511-ABDA-4008-B938-10F0105CBF69}"/>
              </a:ext>
            </a:extLst>
          </p:cNvPr>
          <p:cNvSpPr>
            <a:spLocks noGrp="1"/>
          </p:cNvSpPr>
          <p:nvPr>
            <p:ph type="body" sz="quarter" idx="29" hasCustomPrompt="1"/>
          </p:nvPr>
        </p:nvSpPr>
        <p:spPr>
          <a:xfrm>
            <a:off x="571574" y="2814001"/>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28" name="Text Placeholder 11">
            <a:extLst>
              <a:ext uri="{FF2B5EF4-FFF2-40B4-BE49-F238E27FC236}">
                <a16:creationId xmlns:a16="http://schemas.microsoft.com/office/drawing/2014/main" id="{CABD3DEA-D9AC-49A6-AB02-7A5380BF5183}"/>
              </a:ext>
            </a:extLst>
          </p:cNvPr>
          <p:cNvSpPr>
            <a:spLocks noGrp="1"/>
          </p:cNvSpPr>
          <p:nvPr>
            <p:ph type="body" sz="quarter" idx="30" hasCustomPrompt="1"/>
          </p:nvPr>
        </p:nvSpPr>
        <p:spPr>
          <a:xfrm>
            <a:off x="1286644" y="3406614"/>
            <a:ext cx="10024942"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29" name="Text Placeholder 11">
            <a:extLst>
              <a:ext uri="{FF2B5EF4-FFF2-40B4-BE49-F238E27FC236}">
                <a16:creationId xmlns:a16="http://schemas.microsoft.com/office/drawing/2014/main" id="{C143C05F-5CEC-4DA0-8030-D7B2370EBBB4}"/>
              </a:ext>
            </a:extLst>
          </p:cNvPr>
          <p:cNvSpPr>
            <a:spLocks noGrp="1"/>
          </p:cNvSpPr>
          <p:nvPr>
            <p:ph type="body" sz="quarter" idx="31" hasCustomPrompt="1"/>
          </p:nvPr>
        </p:nvSpPr>
        <p:spPr>
          <a:xfrm>
            <a:off x="1286644" y="3999227"/>
            <a:ext cx="10024942"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30" name="Text Placeholder 11">
            <a:extLst>
              <a:ext uri="{FF2B5EF4-FFF2-40B4-BE49-F238E27FC236}">
                <a16:creationId xmlns:a16="http://schemas.microsoft.com/office/drawing/2014/main" id="{96B43F80-D448-432F-A45D-FE4715923FC2}"/>
              </a:ext>
            </a:extLst>
          </p:cNvPr>
          <p:cNvSpPr>
            <a:spLocks noGrp="1"/>
          </p:cNvSpPr>
          <p:nvPr>
            <p:ph type="body" sz="quarter" idx="32" hasCustomPrompt="1"/>
          </p:nvPr>
        </p:nvSpPr>
        <p:spPr>
          <a:xfrm>
            <a:off x="1286644" y="4591841"/>
            <a:ext cx="10024942" cy="369332"/>
          </a:xfrm>
          <a:prstGeom prst="rect">
            <a:avLst/>
          </a:prstGeom>
        </p:spPr>
        <p:txBody>
          <a:bodyPr>
            <a:normAutofit/>
          </a:bodyPr>
          <a:lstStyle>
            <a:lvl1pPr>
              <a:spcBef>
                <a:spcPts val="0"/>
              </a:spcBef>
              <a:defRPr sz="2400">
                <a:solidFill>
                  <a:schemeClr val="tx1"/>
                </a:solidFill>
              </a:defRPr>
            </a:lvl1pPr>
          </a:lstStyle>
          <a:p>
            <a:pPr lvl="0"/>
            <a:r>
              <a:rPr lang="en-US" dirty="0"/>
              <a:t>Click to add text</a:t>
            </a:r>
          </a:p>
        </p:txBody>
      </p:sp>
      <p:sp>
        <p:nvSpPr>
          <p:cNvPr id="31" name="Text Placeholder 6">
            <a:extLst>
              <a:ext uri="{FF2B5EF4-FFF2-40B4-BE49-F238E27FC236}">
                <a16:creationId xmlns:a16="http://schemas.microsoft.com/office/drawing/2014/main" id="{C434EB54-C0D1-4857-9330-87FAFCC49D56}"/>
              </a:ext>
            </a:extLst>
          </p:cNvPr>
          <p:cNvSpPr>
            <a:spLocks noGrp="1"/>
          </p:cNvSpPr>
          <p:nvPr>
            <p:ph type="body" sz="quarter" idx="33" hasCustomPrompt="1"/>
          </p:nvPr>
        </p:nvSpPr>
        <p:spPr>
          <a:xfrm>
            <a:off x="571574" y="3406614"/>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32" name="Text Placeholder 6">
            <a:extLst>
              <a:ext uri="{FF2B5EF4-FFF2-40B4-BE49-F238E27FC236}">
                <a16:creationId xmlns:a16="http://schemas.microsoft.com/office/drawing/2014/main" id="{F0320016-4C9A-409B-8724-E53F23529A4B}"/>
              </a:ext>
            </a:extLst>
          </p:cNvPr>
          <p:cNvSpPr>
            <a:spLocks noGrp="1"/>
          </p:cNvSpPr>
          <p:nvPr>
            <p:ph type="body" sz="quarter" idx="34" hasCustomPrompt="1"/>
          </p:nvPr>
        </p:nvSpPr>
        <p:spPr>
          <a:xfrm>
            <a:off x="571574" y="3999227"/>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34" name="Text Placeholder 6">
            <a:extLst>
              <a:ext uri="{FF2B5EF4-FFF2-40B4-BE49-F238E27FC236}">
                <a16:creationId xmlns:a16="http://schemas.microsoft.com/office/drawing/2014/main" id="{F0279A3C-5E27-40F7-98C0-08832F4CE1FB}"/>
              </a:ext>
            </a:extLst>
          </p:cNvPr>
          <p:cNvSpPr>
            <a:spLocks noGrp="1"/>
          </p:cNvSpPr>
          <p:nvPr>
            <p:ph type="body" sz="quarter" idx="35" hasCustomPrompt="1"/>
          </p:nvPr>
        </p:nvSpPr>
        <p:spPr>
          <a:xfrm>
            <a:off x="571574" y="4591841"/>
            <a:ext cx="335980" cy="369888"/>
          </a:xfrm>
          <a:prstGeom prst="rect">
            <a:avLst/>
          </a:prstGeom>
        </p:spPr>
        <p:txBody>
          <a:bodyPr vert="horz" wrap="none" lIns="0" tIns="0" rIns="0" bIns="0" rtlCol="0">
            <a:normAutofit/>
          </a:bodyPr>
          <a:lstStyle>
            <a:lvl1pPr algn="r">
              <a:defRPr lang="de-DE" sz="2400" b="1" dirty="0">
                <a:solidFill>
                  <a:schemeClr val="tx2"/>
                </a:solidFill>
              </a:defRPr>
            </a:lvl1pPr>
          </a:lstStyle>
          <a:p>
            <a:pPr lvl="0">
              <a:spcBef>
                <a:spcPts val="0"/>
              </a:spcBef>
            </a:pPr>
            <a:r>
              <a:rPr lang="de-DE" dirty="0"/>
              <a:t>0x</a:t>
            </a:r>
          </a:p>
        </p:txBody>
      </p:sp>
      <p:sp>
        <p:nvSpPr>
          <p:cNvPr id="13" name="Date Placeholder 12">
            <a:extLst>
              <a:ext uri="{FF2B5EF4-FFF2-40B4-BE49-F238E27FC236}">
                <a16:creationId xmlns:a16="http://schemas.microsoft.com/office/drawing/2014/main" id="{D3A8E554-610E-ED51-EC6E-2FC32243D4A2}"/>
              </a:ext>
            </a:extLst>
          </p:cNvPr>
          <p:cNvSpPr>
            <a:spLocks noGrp="1"/>
          </p:cNvSpPr>
          <p:nvPr>
            <p:ph type="dt" sz="half" idx="36"/>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18" name="Footer Placeholder 17">
            <a:extLst>
              <a:ext uri="{FF2B5EF4-FFF2-40B4-BE49-F238E27FC236}">
                <a16:creationId xmlns:a16="http://schemas.microsoft.com/office/drawing/2014/main" id="{9BFC3022-C813-4A4B-8BBB-04ABD482D773}"/>
              </a:ext>
            </a:extLst>
          </p:cNvPr>
          <p:cNvSpPr>
            <a:spLocks noGrp="1"/>
          </p:cNvSpPr>
          <p:nvPr>
            <p:ph type="ftr" sz="quarter" idx="37"/>
          </p:nvPr>
        </p:nvSpPr>
        <p:spPr/>
        <p:txBody>
          <a:bodyPr/>
          <a:lstStyle/>
          <a:p>
            <a:pPr>
              <a:spcBef>
                <a:spcPts val="1000"/>
              </a:spcBef>
              <a:buFont typeface="Arial" panose="020B0604020202020204" pitchFamily="34" charset="0"/>
              <a:buNone/>
            </a:pPr>
            <a:r>
              <a:rPr lang="en-US"/>
              <a:t>Presentation Title | Author | Date</a:t>
            </a:r>
          </a:p>
        </p:txBody>
      </p:sp>
      <p:sp>
        <p:nvSpPr>
          <p:cNvPr id="19" name="Slide Number Placeholder 18">
            <a:extLst>
              <a:ext uri="{FF2B5EF4-FFF2-40B4-BE49-F238E27FC236}">
                <a16:creationId xmlns:a16="http://schemas.microsoft.com/office/drawing/2014/main" id="{AE448402-C879-6591-3855-645E636D6FAF}"/>
              </a:ext>
            </a:extLst>
          </p:cNvPr>
          <p:cNvSpPr>
            <a:spLocks noGrp="1"/>
          </p:cNvSpPr>
          <p:nvPr>
            <p:ph type="sldNum" sz="quarter" idx="38"/>
          </p:nvPr>
        </p:nvSpPr>
        <p:spPr/>
        <p:txBody>
          <a:bodyPr/>
          <a:lstStyle/>
          <a:p>
            <a:pPr algn="r"/>
            <a:fld id="{5D9A5160-6218-4E5A-B9E6-B93E3DAE377C}" type="slidenum">
              <a:rPr lang="en-US" smtClean="0"/>
              <a:pPr algn="r"/>
              <a:t>‹#›</a:t>
            </a:fld>
            <a:endParaRPr lang="en-US"/>
          </a:p>
        </p:txBody>
      </p:sp>
      <p:sp>
        <p:nvSpPr>
          <p:cNvPr id="2" name="Title Placeholder 4">
            <a:extLst>
              <a:ext uri="{FF2B5EF4-FFF2-40B4-BE49-F238E27FC236}">
                <a16:creationId xmlns:a16="http://schemas.microsoft.com/office/drawing/2014/main" id="{58A80D78-DE60-96EF-D118-992F247BC2BB}"/>
              </a:ext>
            </a:extLst>
          </p:cNvPr>
          <p:cNvSpPr>
            <a:spLocks noGrp="1"/>
          </p:cNvSpPr>
          <p:nvPr>
            <p:ph type="title" hasCustomPrompt="1"/>
          </p:nvPr>
        </p:nvSpPr>
        <p:spPr>
          <a:xfrm>
            <a:off x="551384" y="549274"/>
            <a:ext cx="11090938" cy="930372"/>
          </a:xfrm>
          <a:prstGeom prst="rect">
            <a:avLst/>
          </a:prstGeom>
        </p:spPr>
        <p:txBody>
          <a:bodyPr vert="horz" lIns="0" tIns="0" rIns="0" bIns="126000" rtlCol="0" anchor="b" anchorCtr="0">
            <a:noAutofit/>
          </a:bodyPr>
          <a:lstStyle/>
          <a:p>
            <a:pPr lvl="0"/>
            <a:r>
              <a:rPr lang="en-GB" dirty="0"/>
              <a:t>Agenda</a:t>
            </a:r>
            <a:endParaRPr lang="de-DE" dirty="0"/>
          </a:p>
        </p:txBody>
      </p:sp>
    </p:spTree>
    <p:extLst>
      <p:ext uri="{BB962C8B-B14F-4D97-AF65-F5344CB8AC3E}">
        <p14:creationId xmlns:p14="http://schemas.microsoft.com/office/powerpoint/2010/main" val="3262617353"/>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A65D5B6-99D5-A656-18EB-125B9A4CC27A}"/>
              </a:ext>
            </a:extLst>
          </p:cNvPr>
          <p:cNvSpPr/>
          <p:nvPr userDrawn="1"/>
        </p:nvSpPr>
        <p:spPr>
          <a:xfrm>
            <a:off x="5159374" y="4257063"/>
            <a:ext cx="7032625" cy="180000"/>
          </a:xfrm>
          <a:prstGeom prst="rect">
            <a:avLst/>
          </a:prstGeom>
          <a:gradFill>
            <a:gsLst>
              <a:gs pos="99000">
                <a:srgbClr val="00D5D0"/>
              </a:gs>
              <a:gs pos="0">
                <a:schemeClr val="accent3"/>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FFFFFF"/>
              </a:solidFill>
              <a:effectLst/>
              <a:uLnTx/>
              <a:uFillTx/>
              <a:latin typeface="Ubuntu"/>
              <a:ea typeface="+mn-ea"/>
              <a:cs typeface="+mn-cs"/>
            </a:endParaRPr>
          </a:p>
        </p:txBody>
      </p:sp>
      <p:sp>
        <p:nvSpPr>
          <p:cNvPr id="8" name="Text Placeholder 8">
            <a:extLst>
              <a:ext uri="{FF2B5EF4-FFF2-40B4-BE49-F238E27FC236}">
                <a16:creationId xmlns:a16="http://schemas.microsoft.com/office/drawing/2014/main" id="{E2576D65-BA9A-4C38-D195-558BDD9AFD0E}"/>
              </a:ext>
            </a:extLst>
          </p:cNvPr>
          <p:cNvSpPr>
            <a:spLocks noGrp="1"/>
          </p:cNvSpPr>
          <p:nvPr>
            <p:ph type="body" sz="quarter" idx="19" hasCustomPrompt="1"/>
          </p:nvPr>
        </p:nvSpPr>
        <p:spPr>
          <a:xfrm>
            <a:off x="0" y="0"/>
            <a:ext cx="4657725" cy="6858000"/>
          </a:xfrm>
          <a:prstGeom prst="rect">
            <a:avLst/>
          </a:prstGeom>
        </p:spPr>
        <p:txBody>
          <a:bodyPr wrap="none" lIns="0" tIns="972000" rIns="0" bIns="0" anchor="t" anchorCtr="0">
            <a:noAutofit/>
          </a:bodyPr>
          <a:lstStyle>
            <a:lvl1pPr algn="r">
              <a:defRPr sz="40000" spc="-300">
                <a:solidFill>
                  <a:schemeClr val="accent3"/>
                </a:solidFill>
              </a:defRPr>
            </a:lvl1pPr>
          </a:lstStyle>
          <a:p>
            <a:pPr lvl="0"/>
            <a:r>
              <a:rPr lang="en-GB" dirty="0"/>
              <a:t>01</a:t>
            </a:r>
            <a:endParaRPr lang="en-PL" dirty="0"/>
          </a:p>
        </p:txBody>
      </p:sp>
      <p:sp>
        <p:nvSpPr>
          <p:cNvPr id="2" name="Date Placeholder 1">
            <a:extLst>
              <a:ext uri="{FF2B5EF4-FFF2-40B4-BE49-F238E27FC236}">
                <a16:creationId xmlns:a16="http://schemas.microsoft.com/office/drawing/2014/main" id="{D888E175-7057-3F5C-3D05-E1A6DF23539C}"/>
              </a:ext>
            </a:extLst>
          </p:cNvPr>
          <p:cNvSpPr>
            <a:spLocks noGrp="1"/>
          </p:cNvSpPr>
          <p:nvPr>
            <p:ph type="dt" sz="half" idx="20"/>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5" name="Footer Placeholder 4">
            <a:extLst>
              <a:ext uri="{FF2B5EF4-FFF2-40B4-BE49-F238E27FC236}">
                <a16:creationId xmlns:a16="http://schemas.microsoft.com/office/drawing/2014/main" id="{87B29DCD-1860-BCB3-12D3-011B4B8885BF}"/>
              </a:ext>
            </a:extLst>
          </p:cNvPr>
          <p:cNvSpPr>
            <a:spLocks noGrp="1"/>
          </p:cNvSpPr>
          <p:nvPr>
            <p:ph type="ftr" sz="quarter" idx="21"/>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5673F8B8-3459-331B-8856-F82064558CD0}"/>
              </a:ext>
            </a:extLst>
          </p:cNvPr>
          <p:cNvSpPr>
            <a:spLocks noGrp="1"/>
          </p:cNvSpPr>
          <p:nvPr>
            <p:ph type="sldNum" sz="quarter" idx="22"/>
          </p:nvPr>
        </p:nvSpPr>
        <p:spPr/>
        <p:txBody>
          <a:bodyPr/>
          <a:lstStyle/>
          <a:p>
            <a:pPr algn="r"/>
            <a:fld id="{5D9A5160-6218-4E5A-B9E6-B93E3DAE377C}" type="slidenum">
              <a:rPr lang="en-US" smtClean="0"/>
              <a:pPr algn="r"/>
              <a:t>‹#›</a:t>
            </a:fld>
            <a:endParaRPr lang="en-US"/>
          </a:p>
        </p:txBody>
      </p:sp>
      <p:sp>
        <p:nvSpPr>
          <p:cNvPr id="3" name="Title 5">
            <a:extLst>
              <a:ext uri="{FF2B5EF4-FFF2-40B4-BE49-F238E27FC236}">
                <a16:creationId xmlns:a16="http://schemas.microsoft.com/office/drawing/2014/main" id="{885E1F23-EFE4-7E35-0F49-E02F15D0B1FD}"/>
              </a:ext>
            </a:extLst>
          </p:cNvPr>
          <p:cNvSpPr>
            <a:spLocks noGrp="1"/>
          </p:cNvSpPr>
          <p:nvPr>
            <p:ph type="title" hasCustomPrompt="1"/>
          </p:nvPr>
        </p:nvSpPr>
        <p:spPr>
          <a:xfrm>
            <a:off x="5159374" y="4658810"/>
            <a:ext cx="6487665" cy="1672542"/>
          </a:xfrm>
        </p:spPr>
        <p:txBody>
          <a:bodyPr vert="horz" lIns="0" tIns="0" rIns="0" bIns="0" rtlCol="0" anchor="t">
            <a:noAutofit/>
          </a:bodyPr>
          <a:lstStyle>
            <a:lvl1pPr>
              <a:spcBef>
                <a:spcPts val="0"/>
              </a:spcBef>
              <a:defRPr lang="en-US" sz="4800">
                <a:solidFill>
                  <a:schemeClr val="tx1"/>
                </a:solidFill>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Tree>
    <p:extLst>
      <p:ext uri="{BB962C8B-B14F-4D97-AF65-F5344CB8AC3E}">
        <p14:creationId xmlns:p14="http://schemas.microsoft.com/office/powerpoint/2010/main" val="4113111074"/>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Divider Photo 1">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8AD156C1-F91F-57E6-BFA6-A0059404D21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7" name="Text Placeholder 8">
            <a:extLst>
              <a:ext uri="{FF2B5EF4-FFF2-40B4-BE49-F238E27FC236}">
                <a16:creationId xmlns:a16="http://schemas.microsoft.com/office/drawing/2014/main" id="{516D0E3A-0719-64AB-54D1-64F80BE164A7}"/>
              </a:ext>
            </a:extLst>
          </p:cNvPr>
          <p:cNvSpPr>
            <a:spLocks noGrp="1"/>
          </p:cNvSpPr>
          <p:nvPr>
            <p:ph type="body" sz="quarter" idx="19" hasCustomPrompt="1"/>
          </p:nvPr>
        </p:nvSpPr>
        <p:spPr>
          <a:xfrm>
            <a:off x="0" y="0"/>
            <a:ext cx="4657725" cy="6858000"/>
          </a:xfrm>
          <a:prstGeom prst="rect">
            <a:avLst/>
          </a:prstGeom>
        </p:spPr>
        <p:txBody>
          <a:bodyPr wrap="none" lIns="0" tIns="972000" rIns="0" bIns="0" anchor="t" anchorCtr="0">
            <a:noAutofit/>
          </a:bodyPr>
          <a:lstStyle>
            <a:lvl1pPr algn="r">
              <a:defRPr sz="40000" spc="-300">
                <a:solidFill>
                  <a:schemeClr val="tx1"/>
                </a:solidFill>
              </a:defRPr>
            </a:lvl1pPr>
          </a:lstStyle>
          <a:p>
            <a:pPr lvl="0"/>
            <a:r>
              <a:rPr lang="en-GB" dirty="0"/>
              <a:t>01</a:t>
            </a:r>
            <a:endParaRPr lang="en-PL" dirty="0"/>
          </a:p>
        </p:txBody>
      </p:sp>
      <p:sp>
        <p:nvSpPr>
          <p:cNvPr id="16" name="Date Placeholder 15">
            <a:extLst>
              <a:ext uri="{FF2B5EF4-FFF2-40B4-BE49-F238E27FC236}">
                <a16:creationId xmlns:a16="http://schemas.microsoft.com/office/drawing/2014/main" id="{49CD99F0-AA6A-8A74-80DA-FCF12D30E56D}"/>
              </a:ext>
            </a:extLst>
          </p:cNvPr>
          <p:cNvSpPr>
            <a:spLocks noGrp="1"/>
          </p:cNvSpPr>
          <p:nvPr>
            <p:ph type="dt" sz="half" idx="20"/>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7" name="Footer Placeholder 16">
            <a:extLst>
              <a:ext uri="{FF2B5EF4-FFF2-40B4-BE49-F238E27FC236}">
                <a16:creationId xmlns:a16="http://schemas.microsoft.com/office/drawing/2014/main" id="{F17F6240-FF3A-51A1-CB87-F17DD5B550AC}"/>
              </a:ext>
            </a:extLst>
          </p:cNvPr>
          <p:cNvSpPr>
            <a:spLocks noGrp="1"/>
          </p:cNvSpPr>
          <p:nvPr>
            <p:ph type="ftr" sz="quarter" idx="21"/>
          </p:nvPr>
        </p:nvSpPr>
        <p:spPr/>
        <p:txBody>
          <a:bodyPr/>
          <a:lstStyle/>
          <a:p>
            <a:pPr>
              <a:spcBef>
                <a:spcPts val="1000"/>
              </a:spcBef>
              <a:buFont typeface="Arial" panose="020B0604020202020204" pitchFamily="34" charset="0"/>
              <a:buNone/>
            </a:pPr>
            <a:r>
              <a:rPr lang="en-US"/>
              <a:t>Presentation Title | Author | Date</a:t>
            </a:r>
          </a:p>
        </p:txBody>
      </p:sp>
      <p:sp>
        <p:nvSpPr>
          <p:cNvPr id="18" name="Slide Number Placeholder 17">
            <a:extLst>
              <a:ext uri="{FF2B5EF4-FFF2-40B4-BE49-F238E27FC236}">
                <a16:creationId xmlns:a16="http://schemas.microsoft.com/office/drawing/2014/main" id="{325C9A5C-680C-6EA0-3B81-433A858DD497}"/>
              </a:ext>
            </a:extLst>
          </p:cNvPr>
          <p:cNvSpPr>
            <a:spLocks noGrp="1"/>
          </p:cNvSpPr>
          <p:nvPr>
            <p:ph type="sldNum" sz="quarter" idx="22"/>
          </p:nvPr>
        </p:nvSpPr>
        <p:spPr/>
        <p:txBody>
          <a:bodyPr/>
          <a:lstStyle/>
          <a:p>
            <a:pPr algn="r"/>
            <a:fld id="{5D9A5160-6218-4E5A-B9E6-B93E3DAE377C}" type="slidenum">
              <a:rPr lang="en-US" smtClean="0"/>
              <a:pPr algn="r"/>
              <a:t>‹#›</a:t>
            </a:fld>
            <a:endParaRPr lang="en-US"/>
          </a:p>
        </p:txBody>
      </p:sp>
      <p:sp>
        <p:nvSpPr>
          <p:cNvPr id="4" name="Title 5">
            <a:extLst>
              <a:ext uri="{FF2B5EF4-FFF2-40B4-BE49-F238E27FC236}">
                <a16:creationId xmlns:a16="http://schemas.microsoft.com/office/drawing/2014/main" id="{E5F80359-918C-7AFB-2EA7-23FDF6AB202A}"/>
              </a:ext>
            </a:extLst>
          </p:cNvPr>
          <p:cNvSpPr>
            <a:spLocks noGrp="1"/>
          </p:cNvSpPr>
          <p:nvPr>
            <p:ph type="title" hasCustomPrompt="1"/>
          </p:nvPr>
        </p:nvSpPr>
        <p:spPr>
          <a:xfrm>
            <a:off x="5159374" y="4658810"/>
            <a:ext cx="6487665" cy="1672542"/>
          </a:xfrm>
        </p:spPr>
        <p:txBody>
          <a:bodyPr vert="horz" lIns="0" tIns="0" rIns="0" bIns="0" rtlCol="0" anchor="t">
            <a:noAutofit/>
          </a:bodyPr>
          <a:lstStyle>
            <a:lvl1pPr>
              <a:spcBef>
                <a:spcPts val="0"/>
              </a:spcBef>
              <a:defRPr lang="en-US" sz="4800">
                <a:solidFill>
                  <a:schemeClr val="tx1"/>
                </a:solidFill>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
        <p:nvSpPr>
          <p:cNvPr id="6" name="Gradient Placeholder 5">
            <a:extLst>
              <a:ext uri="{FF2B5EF4-FFF2-40B4-BE49-F238E27FC236}">
                <a16:creationId xmlns:a16="http://schemas.microsoft.com/office/drawing/2014/main" id="{A495C13D-43B0-F211-D4C3-5938F144C6C6}"/>
              </a:ext>
            </a:extLst>
          </p:cNvPr>
          <p:cNvSpPr>
            <a:spLocks noGrp="1"/>
          </p:cNvSpPr>
          <p:nvPr>
            <p:ph type="body" sz="quarter" idx="28" hasCustomPrompt="1"/>
          </p:nvPr>
        </p:nvSpPr>
        <p:spPr>
          <a:xfrm>
            <a:off x="5159374" y="4257063"/>
            <a:ext cx="7032625" cy="180000"/>
          </a:xfr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a:defRPr kumimoji="0" lang="en-US" sz="700" b="0" i="0" u="none" strike="noStrike" kern="0" cap="none" spc="0" normalizeH="0" baseline="0" dirty="0" smtClean="0">
                <a:ln>
                  <a:noFill/>
                </a:ln>
                <a:solidFill>
                  <a:schemeClr val="tx2"/>
                </a:solidFill>
                <a:effectLst/>
                <a:uLnTx/>
                <a:uFillTx/>
                <a:latin typeface="Ubuntu"/>
              </a:defRPr>
            </a:lvl1pPr>
          </a:lstStyle>
          <a:p>
            <a:pPr lvl="0" algn="ctr">
              <a:spcBef>
                <a:spcPts val="0"/>
              </a:spcBef>
              <a:buFontTx/>
            </a:pPr>
            <a:r>
              <a:rPr lang="en-US" dirty="0"/>
              <a:t>Gradient in placeholder</a:t>
            </a:r>
          </a:p>
        </p:txBody>
      </p:sp>
      <p:sp>
        <p:nvSpPr>
          <p:cNvPr id="5" name="Logo Placeholder 7">
            <a:extLst>
              <a:ext uri="{FF2B5EF4-FFF2-40B4-BE49-F238E27FC236}">
                <a16:creationId xmlns:a16="http://schemas.microsoft.com/office/drawing/2014/main" id="{0B3C3CBD-E738-C78E-0E05-CABF012E6391}"/>
              </a:ext>
            </a:extLst>
          </p:cNvPr>
          <p:cNvSpPr>
            <a:spLocks noGrp="1"/>
          </p:cNvSpPr>
          <p:nvPr>
            <p:ph type="body" sz="quarter" idx="40" hasCustomPrompt="1"/>
          </p:nvPr>
        </p:nvSpPr>
        <p:spPr>
          <a:xfrm>
            <a:off x="11765626" y="128961"/>
            <a:ext cx="269046" cy="335806"/>
          </a:xfrm>
          <a:blipFill>
            <a:blip>
              <a:extLst>
                <a:ext uri="{96DAC541-7B7A-43D3-8B79-37D633B846F1}">
                  <asvg:svgBlip xmlns:asvg="http://schemas.microsoft.com/office/drawing/2016/SVG/main" r:embed="rId2"/>
                </a:ext>
              </a:extLst>
            </a:blip>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1269915179"/>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BB1339-F341-E41B-4A76-E0462FDC1FEA}"/>
              </a:ext>
            </a:extLst>
          </p:cNvPr>
          <p:cNvSpPr/>
          <p:nvPr userDrawn="1"/>
        </p:nvSpPr>
        <p:spPr>
          <a:xfrm rot="16200000">
            <a:off x="-50850" y="3339001"/>
            <a:ext cx="6857998" cy="180000"/>
          </a:xfrm>
          <a:prstGeom prst="rect">
            <a:avLst/>
          </a:prstGeo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PL" sz="1400" b="0" i="0" u="none" strike="noStrike" kern="0" cap="none" spc="0" normalizeH="0" baseline="0" noProof="0" err="1">
              <a:ln>
                <a:noFill/>
              </a:ln>
              <a:solidFill>
                <a:srgbClr val="000000"/>
              </a:solidFill>
              <a:effectLst/>
              <a:uLnTx/>
              <a:uFillTx/>
              <a:latin typeface="Ubuntu"/>
              <a:ea typeface="+mn-ea"/>
              <a:cs typeface="+mn-cs"/>
            </a:endParaRPr>
          </a:p>
        </p:txBody>
      </p:sp>
      <p:sp>
        <p:nvSpPr>
          <p:cNvPr id="3" name="Date Placeholder 2">
            <a:extLst>
              <a:ext uri="{FF2B5EF4-FFF2-40B4-BE49-F238E27FC236}">
                <a16:creationId xmlns:a16="http://schemas.microsoft.com/office/drawing/2014/main" id="{8811E274-2B57-BD57-2F68-DBB426EFCE65}"/>
              </a:ext>
            </a:extLst>
          </p:cNvPr>
          <p:cNvSpPr>
            <a:spLocks noGrp="1"/>
          </p:cNvSpPr>
          <p:nvPr>
            <p:ph type="dt" sz="half" idx="19"/>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09CE6D32-8A75-0D6E-E71F-DAACF84605EC}"/>
              </a:ext>
            </a:extLst>
          </p:cNvPr>
          <p:cNvSpPr>
            <a:spLocks noGrp="1"/>
          </p:cNvSpPr>
          <p:nvPr>
            <p:ph type="ftr" sz="quarter" idx="20"/>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0977DCB7-EB08-EC5A-73FF-FB5F850C5C25}"/>
              </a:ext>
            </a:extLst>
          </p:cNvPr>
          <p:cNvSpPr>
            <a:spLocks noGrp="1"/>
          </p:cNvSpPr>
          <p:nvPr>
            <p:ph type="sldNum" sz="quarter" idx="21"/>
          </p:nvPr>
        </p:nvSpPr>
        <p:spPr/>
        <p:txBody>
          <a:bodyPr/>
          <a:lstStyle/>
          <a:p>
            <a:pPr algn="r"/>
            <a:fld id="{5D9A5160-6218-4E5A-B9E6-B93E3DAE377C}" type="slidenum">
              <a:rPr lang="en-US" smtClean="0"/>
              <a:pPr algn="r"/>
              <a:t>‹#›</a:t>
            </a:fld>
            <a:endParaRPr lang="en-US"/>
          </a:p>
        </p:txBody>
      </p:sp>
      <p:sp>
        <p:nvSpPr>
          <p:cNvPr id="9" name="Text Placeholder 4">
            <a:extLst>
              <a:ext uri="{FF2B5EF4-FFF2-40B4-BE49-F238E27FC236}">
                <a16:creationId xmlns:a16="http://schemas.microsoft.com/office/drawing/2014/main" id="{B4666C08-BC72-FDBE-1461-F2EECABF4D42}"/>
              </a:ext>
            </a:extLst>
          </p:cNvPr>
          <p:cNvSpPr>
            <a:spLocks noGrp="1"/>
          </p:cNvSpPr>
          <p:nvPr>
            <p:ph type="body" sz="quarter" idx="23" hasCustomPrompt="1"/>
          </p:nvPr>
        </p:nvSpPr>
        <p:spPr>
          <a:xfrm>
            <a:off x="-433" y="0"/>
            <a:ext cx="2736304" cy="2924175"/>
          </a:xfrm>
        </p:spPr>
        <p:txBody>
          <a:bodyPr vert="vert270" wrap="none" lIns="0" tIns="0" rIns="0" bIns="0" rtlCol="0" anchor="t" anchorCtr="0">
            <a:noAutofit/>
          </a:bodyPr>
          <a:lstStyle>
            <a:lvl1pPr>
              <a:defRPr lang="en-US" sz="16600" b="0" cap="none" spc="0" baseline="0" dirty="0" smtClean="0"/>
            </a:lvl1pPr>
          </a:lstStyle>
          <a:p>
            <a:pPr lvl="0">
              <a:spcBef>
                <a:spcPts val="0"/>
              </a:spcBef>
            </a:pPr>
            <a:r>
              <a:rPr lang="en-US" dirty="0"/>
              <a:t>01</a:t>
            </a:r>
          </a:p>
        </p:txBody>
      </p:sp>
      <p:sp>
        <p:nvSpPr>
          <p:cNvPr id="11" name="Title 5">
            <a:extLst>
              <a:ext uri="{FF2B5EF4-FFF2-40B4-BE49-F238E27FC236}">
                <a16:creationId xmlns:a16="http://schemas.microsoft.com/office/drawing/2014/main" id="{0B6F8127-33BC-B324-58CF-854CD4CB9479}"/>
              </a:ext>
            </a:extLst>
          </p:cNvPr>
          <p:cNvSpPr>
            <a:spLocks noGrp="1"/>
          </p:cNvSpPr>
          <p:nvPr>
            <p:ph type="title" hasCustomPrompt="1"/>
          </p:nvPr>
        </p:nvSpPr>
        <p:spPr>
          <a:xfrm>
            <a:off x="4253696" y="1510496"/>
            <a:ext cx="7393343" cy="2887883"/>
          </a:xfrm>
        </p:spPr>
        <p:txBody>
          <a:bodyPr vert="horz" lIns="0" tIns="0" rIns="0" bIns="0" rtlCol="0" anchor="t">
            <a:noAutofit/>
          </a:bodyPr>
          <a:lstStyle>
            <a:lvl1pPr>
              <a:spcBef>
                <a:spcPts val="0"/>
              </a:spcBef>
              <a:defRPr lang="en-US" sz="5400">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Tree>
    <p:extLst>
      <p:ext uri="{BB962C8B-B14F-4D97-AF65-F5344CB8AC3E}">
        <p14:creationId xmlns:p14="http://schemas.microsoft.com/office/powerpoint/2010/main" val="2716833183"/>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ivider Photo 2">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8AD156C1-F91F-57E6-BFA6-A0059404D21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4" name="Date Placeholder 3">
            <a:extLst>
              <a:ext uri="{FF2B5EF4-FFF2-40B4-BE49-F238E27FC236}">
                <a16:creationId xmlns:a16="http://schemas.microsoft.com/office/drawing/2014/main" id="{56929497-8122-9A44-6DDD-AD4C0F8B2084}"/>
              </a:ext>
            </a:extLst>
          </p:cNvPr>
          <p:cNvSpPr>
            <a:spLocks noGrp="1"/>
          </p:cNvSpPr>
          <p:nvPr>
            <p:ph type="dt" sz="half" idx="19"/>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4" name="Slide Number Placeholder 13">
            <a:extLst>
              <a:ext uri="{FF2B5EF4-FFF2-40B4-BE49-F238E27FC236}">
                <a16:creationId xmlns:a16="http://schemas.microsoft.com/office/drawing/2014/main" id="{715D5173-A014-ABE6-88BB-A9337A5DDDB5}"/>
              </a:ext>
            </a:extLst>
          </p:cNvPr>
          <p:cNvSpPr>
            <a:spLocks noGrp="1"/>
          </p:cNvSpPr>
          <p:nvPr>
            <p:ph type="sldNum" sz="quarter" idx="21"/>
          </p:nvPr>
        </p:nvSpPr>
        <p:spPr/>
        <p:txBody>
          <a:bodyPr/>
          <a:lstStyle/>
          <a:p>
            <a:pPr algn="r"/>
            <a:fld id="{5D9A5160-6218-4E5A-B9E6-B93E3DAE377C}" type="slidenum">
              <a:rPr lang="en-US" smtClean="0"/>
              <a:pPr algn="r"/>
              <a:t>‹#›</a:t>
            </a:fld>
            <a:endParaRPr lang="en-US"/>
          </a:p>
        </p:txBody>
      </p:sp>
      <p:sp>
        <p:nvSpPr>
          <p:cNvPr id="5" name="Text Placeholder 4">
            <a:extLst>
              <a:ext uri="{FF2B5EF4-FFF2-40B4-BE49-F238E27FC236}">
                <a16:creationId xmlns:a16="http://schemas.microsoft.com/office/drawing/2014/main" id="{13682657-FA28-8301-9AF3-F2AE614DCDE3}"/>
              </a:ext>
            </a:extLst>
          </p:cNvPr>
          <p:cNvSpPr>
            <a:spLocks noGrp="1"/>
          </p:cNvSpPr>
          <p:nvPr>
            <p:ph type="body" sz="quarter" idx="22" hasCustomPrompt="1"/>
          </p:nvPr>
        </p:nvSpPr>
        <p:spPr>
          <a:xfrm>
            <a:off x="-433" y="0"/>
            <a:ext cx="2736304" cy="2924175"/>
          </a:xfrm>
        </p:spPr>
        <p:txBody>
          <a:bodyPr vert="vert270" wrap="none" lIns="0" tIns="0" rIns="0" bIns="0" rtlCol="0" anchor="t" anchorCtr="0">
            <a:noAutofit/>
          </a:bodyPr>
          <a:lstStyle>
            <a:lvl1pPr>
              <a:defRPr lang="en-US" sz="16600" b="0" cap="none" spc="0" baseline="0" dirty="0" smtClean="0">
                <a:solidFill>
                  <a:schemeClr val="tx1"/>
                </a:solidFill>
              </a:defRPr>
            </a:lvl1pPr>
          </a:lstStyle>
          <a:p>
            <a:pPr lvl="0">
              <a:spcBef>
                <a:spcPts val="0"/>
              </a:spcBef>
            </a:pPr>
            <a:r>
              <a:rPr lang="en-US" dirty="0"/>
              <a:t>01</a:t>
            </a:r>
          </a:p>
        </p:txBody>
      </p:sp>
      <p:sp>
        <p:nvSpPr>
          <p:cNvPr id="9" name="Title 5">
            <a:extLst>
              <a:ext uri="{FF2B5EF4-FFF2-40B4-BE49-F238E27FC236}">
                <a16:creationId xmlns:a16="http://schemas.microsoft.com/office/drawing/2014/main" id="{1861857D-180D-4FE5-399B-DE08A8B1548C}"/>
              </a:ext>
            </a:extLst>
          </p:cNvPr>
          <p:cNvSpPr>
            <a:spLocks noGrp="1"/>
          </p:cNvSpPr>
          <p:nvPr>
            <p:ph type="title" hasCustomPrompt="1"/>
          </p:nvPr>
        </p:nvSpPr>
        <p:spPr>
          <a:xfrm>
            <a:off x="4253696" y="1510496"/>
            <a:ext cx="7393343" cy="2887883"/>
          </a:xfrm>
        </p:spPr>
        <p:txBody>
          <a:bodyPr vert="horz" lIns="0" tIns="0" rIns="0" bIns="0" rtlCol="0" anchor="t">
            <a:noAutofit/>
          </a:bodyPr>
          <a:lstStyle>
            <a:lvl1pPr>
              <a:spcBef>
                <a:spcPts val="0"/>
              </a:spcBef>
              <a:defRPr lang="en-US" sz="5400">
                <a:solidFill>
                  <a:schemeClr val="tx1"/>
                </a:solidFill>
                <a:latin typeface="+mn-lt"/>
                <a:ea typeface="+mn-ea"/>
                <a:cs typeface="+mn-cs"/>
              </a:defRPr>
            </a:lvl1pPr>
          </a:lstStyle>
          <a:p>
            <a:pPr lvl="0">
              <a:lnSpc>
                <a:spcPct val="100000"/>
              </a:lnSpc>
              <a:spcBef>
                <a:spcPts val="1800"/>
              </a:spcBef>
              <a:buFont typeface="Arial" panose="020B0604020202020204" pitchFamily="34" charset="0"/>
            </a:pPr>
            <a:r>
              <a:rPr lang="en-US" dirty="0"/>
              <a:t>Click to add title</a:t>
            </a:r>
          </a:p>
        </p:txBody>
      </p:sp>
      <p:sp>
        <p:nvSpPr>
          <p:cNvPr id="7" name="Gradient Placeholder 5">
            <a:extLst>
              <a:ext uri="{FF2B5EF4-FFF2-40B4-BE49-F238E27FC236}">
                <a16:creationId xmlns:a16="http://schemas.microsoft.com/office/drawing/2014/main" id="{0571978A-A079-2CFE-0A83-D7D525496E16}"/>
              </a:ext>
            </a:extLst>
          </p:cNvPr>
          <p:cNvSpPr>
            <a:spLocks noGrp="1"/>
          </p:cNvSpPr>
          <p:nvPr>
            <p:ph type="body" sz="quarter" idx="28" hasCustomPrompt="1"/>
          </p:nvPr>
        </p:nvSpPr>
        <p:spPr>
          <a:xfrm rot="16200000">
            <a:off x="-50850" y="3339001"/>
            <a:ext cx="6857998" cy="180000"/>
          </a:xfrm>
          <a:gradFill>
            <a:gsLst>
              <a:gs pos="99000">
                <a:srgbClr val="00D5D0"/>
              </a:gs>
              <a:gs pos="0">
                <a:srgbClr val="121A38"/>
              </a:gs>
              <a:gs pos="30000">
                <a:srgbClr val="0058AB"/>
              </a:gs>
              <a:gs pos="70000">
                <a:srgbClr val="1DB7F3"/>
              </a:gs>
            </a:gsLst>
            <a:lin ang="0" scaled="0"/>
          </a:gradFill>
          <a:ln w="9525"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a:defRPr kumimoji="0" lang="en-US" sz="700" b="0" i="0" u="none" strike="noStrike" kern="0" cap="none" spc="0" normalizeH="0" baseline="0" dirty="0" smtClean="0">
                <a:ln>
                  <a:noFill/>
                </a:ln>
                <a:solidFill>
                  <a:schemeClr val="accent2"/>
                </a:solidFill>
                <a:effectLst/>
                <a:uLnTx/>
                <a:uFillTx/>
                <a:latin typeface="Ubuntu"/>
              </a:defRPr>
            </a:lvl1pPr>
          </a:lstStyle>
          <a:p>
            <a:pPr lvl="0" algn="ctr">
              <a:spcBef>
                <a:spcPts val="0"/>
              </a:spcBef>
              <a:buFontTx/>
            </a:pPr>
            <a:r>
              <a:rPr lang="en-US" dirty="0"/>
              <a:t>Gradient in placeholder</a:t>
            </a:r>
          </a:p>
        </p:txBody>
      </p:sp>
      <p:sp>
        <p:nvSpPr>
          <p:cNvPr id="6" name="Footer Placeholder 5">
            <a:extLst>
              <a:ext uri="{FF2B5EF4-FFF2-40B4-BE49-F238E27FC236}">
                <a16:creationId xmlns:a16="http://schemas.microsoft.com/office/drawing/2014/main" id="{F00853BC-BEFF-4053-AD58-C0C6CB7301CA}"/>
              </a:ext>
            </a:extLst>
          </p:cNvPr>
          <p:cNvSpPr>
            <a:spLocks noGrp="1"/>
          </p:cNvSpPr>
          <p:nvPr>
            <p:ph type="ftr" sz="quarter" idx="20"/>
          </p:nvPr>
        </p:nvSpPr>
        <p:spPr/>
        <p:txBody>
          <a:bodyPr/>
          <a:lstStyle/>
          <a:p>
            <a:pPr>
              <a:spcBef>
                <a:spcPts val="1000"/>
              </a:spcBef>
              <a:buFont typeface="Arial" panose="020B0604020202020204" pitchFamily="34" charset="0"/>
              <a:buNone/>
            </a:pPr>
            <a:r>
              <a:rPr lang="en-US"/>
              <a:t>Presentation Title | Author | Date</a:t>
            </a:r>
          </a:p>
        </p:txBody>
      </p:sp>
      <p:sp>
        <p:nvSpPr>
          <p:cNvPr id="3" name="Logo Placeholder 7">
            <a:extLst>
              <a:ext uri="{FF2B5EF4-FFF2-40B4-BE49-F238E27FC236}">
                <a16:creationId xmlns:a16="http://schemas.microsoft.com/office/drawing/2014/main" id="{DCFC13AE-0F74-A4CB-F711-D9650A2D5CC3}"/>
              </a:ext>
            </a:extLst>
          </p:cNvPr>
          <p:cNvSpPr>
            <a:spLocks noGrp="1"/>
          </p:cNvSpPr>
          <p:nvPr>
            <p:ph type="body" sz="quarter" idx="40" hasCustomPrompt="1"/>
          </p:nvPr>
        </p:nvSpPr>
        <p:spPr>
          <a:xfrm>
            <a:off x="11765626" y="128961"/>
            <a:ext cx="269046" cy="335806"/>
          </a:xfrm>
          <a:blipFill>
            <a:blip>
              <a:extLst>
                <a:ext uri="{96DAC541-7B7A-43D3-8B79-37D633B846F1}">
                  <asvg:svgBlip xmlns:asvg="http://schemas.microsoft.com/office/drawing/2016/SVG/main" r:embed="rId2"/>
                </a:ext>
              </a:extLst>
            </a:blip>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3145411260"/>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D05BE089-2489-3604-1BFA-99F26E2657A3}"/>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27DD8718-6D0F-15C6-4CBD-55C472C3C492}"/>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A98A8975-BB8E-4570-BA8F-A91834025269}"/>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035933418"/>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350D4F91-45C7-417B-8E2B-E8F582B53B82}"/>
              </a:ext>
            </a:extLst>
          </p:cNvPr>
          <p:cNvSpPr>
            <a:spLocks noGrp="1"/>
          </p:cNvSpPr>
          <p:nvPr>
            <p:ph type="title"/>
          </p:nvPr>
        </p:nvSpPr>
        <p:spPr/>
        <p:txBody>
          <a:bodyPr/>
          <a:lstStyle/>
          <a:p>
            <a:r>
              <a:rPr lang="en-US"/>
              <a:t>Click to edit Master title style</a:t>
            </a:r>
          </a:p>
        </p:txBody>
      </p:sp>
      <p:sp>
        <p:nvSpPr>
          <p:cNvPr id="2" name="Date Placeholder 1">
            <a:extLst>
              <a:ext uri="{FF2B5EF4-FFF2-40B4-BE49-F238E27FC236}">
                <a16:creationId xmlns:a16="http://schemas.microsoft.com/office/drawing/2014/main" id="{2833D816-5C9E-2A40-9E78-51ECB313D899}"/>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3" name="Footer Placeholder 2">
            <a:extLst>
              <a:ext uri="{FF2B5EF4-FFF2-40B4-BE49-F238E27FC236}">
                <a16:creationId xmlns:a16="http://schemas.microsoft.com/office/drawing/2014/main" id="{794E6C65-0D28-CB57-A2B5-21758711DFE7}"/>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17755223-45C2-7E94-C304-676F000A4EE4}"/>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462140491"/>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Title Only Chapterbox">
    <p:spTree>
      <p:nvGrpSpPr>
        <p:cNvPr id="1" name=""/>
        <p:cNvGrpSpPr/>
        <p:nvPr/>
      </p:nvGrpSpPr>
      <p:grpSpPr>
        <a:xfrm>
          <a:off x="0" y="0"/>
          <a:ext cx="0" cy="0"/>
          <a:chOff x="0" y="0"/>
          <a:chExt cx="0" cy="0"/>
        </a:xfrm>
      </p:grpSpPr>
      <p:sp>
        <p:nvSpPr>
          <p:cNvPr id="10" name="Date Placeholder 9">
            <a:extLst>
              <a:ext uri="{FF2B5EF4-FFF2-40B4-BE49-F238E27FC236}">
                <a16:creationId xmlns:a16="http://schemas.microsoft.com/office/drawing/2014/main" id="{E6C6CF10-71F7-EE78-C2BD-6C8E84F961BE}"/>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11" name="Footer Placeholder 10">
            <a:extLst>
              <a:ext uri="{FF2B5EF4-FFF2-40B4-BE49-F238E27FC236}">
                <a16:creationId xmlns:a16="http://schemas.microsoft.com/office/drawing/2014/main" id="{089A870A-6E3E-31EB-C34E-7847CE40D3BF}"/>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69B47629-0F7D-C086-6180-6C8A8A265B4A}"/>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
        <p:nvSpPr>
          <p:cNvPr id="3" name="Chapter Placeholder 2">
            <a:extLst>
              <a:ext uri="{FF2B5EF4-FFF2-40B4-BE49-F238E27FC236}">
                <a16:creationId xmlns:a16="http://schemas.microsoft.com/office/drawing/2014/main" id="{23CF6BB0-AE4E-8C5D-62B2-A2216E42A57E}"/>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2" name="Title Placeholder 4">
            <a:extLst>
              <a:ext uri="{FF2B5EF4-FFF2-40B4-BE49-F238E27FC236}">
                <a16:creationId xmlns:a16="http://schemas.microsoft.com/office/drawing/2014/main" id="{8616DD99-E5DF-50D2-33AF-495DCBE920C3}"/>
              </a:ext>
            </a:extLst>
          </p:cNvPr>
          <p:cNvSpPr>
            <a:spLocks noGrp="1"/>
          </p:cNvSpPr>
          <p:nvPr>
            <p:ph type="title"/>
          </p:nvPr>
        </p:nvSpPr>
        <p:spPr>
          <a:xfrm>
            <a:off x="551384" y="549274"/>
            <a:ext cx="11090938" cy="930372"/>
          </a:xfrm>
          <a:prstGeom prst="rect">
            <a:avLst/>
          </a:prstGeom>
        </p:spPr>
        <p:txBody>
          <a:bodyPr vert="horz" lIns="0" tIns="0" rIns="0" bIns="126000" rtlCol="0" anchor="b" anchorCtr="0">
            <a:noAutofit/>
          </a:bodyPr>
          <a:lstStyle/>
          <a:p>
            <a:pPr lvl="0"/>
            <a:r>
              <a:rPr lang="en-US"/>
              <a:t>Click to edit Master title style</a:t>
            </a:r>
            <a:endParaRPr lang="de-DE" dirty="0"/>
          </a:p>
        </p:txBody>
      </p:sp>
    </p:spTree>
    <p:extLst>
      <p:ext uri="{BB962C8B-B14F-4D97-AF65-F5344CB8AC3E}">
        <p14:creationId xmlns:p14="http://schemas.microsoft.com/office/powerpoint/2010/main" val="63782010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11" name="Text Placeholder 9">
            <a:extLst>
              <a:ext uri="{FF2B5EF4-FFF2-40B4-BE49-F238E27FC236}">
                <a16:creationId xmlns:a16="http://schemas.microsoft.com/office/drawing/2014/main" id="{0D6E650F-BA4C-6AA4-9148-F570EFB99F38}"/>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tx2"/>
                </a:solidFill>
              </a:defRPr>
            </a:lvl1pPr>
          </a:lstStyle>
          <a:p>
            <a:pPr lvl="0"/>
            <a:r>
              <a:rPr lang="en-US"/>
              <a:t>Click to edit Master text styles</a:t>
            </a:r>
          </a:p>
        </p:txBody>
      </p:sp>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5" name="Title 4">
            <a:extLst>
              <a:ext uri="{FF2B5EF4-FFF2-40B4-BE49-F238E27FC236}">
                <a16:creationId xmlns:a16="http://schemas.microsoft.com/office/drawing/2014/main" id="{F51FE388-96EB-60B4-BDE5-75205588111D}"/>
              </a:ext>
            </a:extLst>
          </p:cNvPr>
          <p:cNvSpPr>
            <a:spLocks noGrp="1"/>
          </p:cNvSpPr>
          <p:nvPr>
            <p:ph type="title"/>
          </p:nvPr>
        </p:nvSpPr>
        <p:spPr/>
        <p:txBody>
          <a:bodyPr/>
          <a:lstStyle/>
          <a:p>
            <a:r>
              <a:rPr lang="en-US"/>
              <a:t>Click to edit Master title style</a:t>
            </a:r>
            <a:endParaRPr lang="en-US" dirty="0"/>
          </a:p>
        </p:txBody>
      </p:sp>
      <p:sp>
        <p:nvSpPr>
          <p:cNvPr id="6" name="Content Placeholder 5">
            <a:extLst>
              <a:ext uri="{FF2B5EF4-FFF2-40B4-BE49-F238E27FC236}">
                <a16:creationId xmlns:a16="http://schemas.microsoft.com/office/drawing/2014/main" id="{B1642B4B-22B4-952E-DD1B-30B2523729DC}"/>
              </a:ext>
            </a:extLst>
          </p:cNvPr>
          <p:cNvSpPr>
            <a:spLocks noGrp="1"/>
          </p:cNvSpPr>
          <p:nvPr>
            <p:ph sz="quarter" idx="31"/>
          </p:nvPr>
        </p:nvSpPr>
        <p:spPr>
          <a:xfrm>
            <a:off x="551384" y="2132856"/>
            <a:ext cx="1109093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15181590"/>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Content 1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54880E18-9261-E63B-CB03-844BADE7AE64}"/>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tx2"/>
                </a:solidFill>
              </a:defRPr>
            </a:lvl1pPr>
          </a:lstStyle>
          <a:p>
            <a:pPr lvl="0"/>
            <a:r>
              <a:rPr lang="en-US"/>
              <a:t>Click to edit Master text styles</a:t>
            </a:r>
          </a:p>
        </p:txBody>
      </p:sp>
      <p:sp>
        <p:nvSpPr>
          <p:cNvPr id="8" name="Title 4">
            <a:extLst>
              <a:ext uri="{FF2B5EF4-FFF2-40B4-BE49-F238E27FC236}">
                <a16:creationId xmlns:a16="http://schemas.microsoft.com/office/drawing/2014/main" id="{019E92FE-5A18-711B-5160-9AA65A58DEE3}"/>
              </a:ext>
            </a:extLst>
          </p:cNvPr>
          <p:cNvSpPr>
            <a:spLocks noGrp="1"/>
          </p:cNvSpPr>
          <p:nvPr>
            <p:ph type="title"/>
          </p:nvPr>
        </p:nvSpPr>
        <p:spPr>
          <a:xfrm>
            <a:off x="551384" y="549274"/>
            <a:ext cx="11090938" cy="930372"/>
          </a:xfrm>
        </p:spPr>
        <p:txBody>
          <a:bodyPr/>
          <a:lstStyle/>
          <a:p>
            <a:r>
              <a:rPr lang="en-US"/>
              <a:t>Click to edit Master title style</a:t>
            </a:r>
          </a:p>
        </p:txBody>
      </p:sp>
      <p:sp>
        <p:nvSpPr>
          <p:cNvPr id="10" name="Content Placeholder 5">
            <a:extLst>
              <a:ext uri="{FF2B5EF4-FFF2-40B4-BE49-F238E27FC236}">
                <a16:creationId xmlns:a16="http://schemas.microsoft.com/office/drawing/2014/main" id="{29DC02C4-69E4-1466-4B58-A9AE3DE4EE00}"/>
              </a:ext>
            </a:extLst>
          </p:cNvPr>
          <p:cNvSpPr>
            <a:spLocks noGrp="1"/>
          </p:cNvSpPr>
          <p:nvPr>
            <p:ph sz="quarter" idx="31"/>
          </p:nvPr>
        </p:nvSpPr>
        <p:spPr>
          <a:xfrm>
            <a:off x="551384" y="2132856"/>
            <a:ext cx="1109093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hapter Placeholder 2">
            <a:extLst>
              <a:ext uri="{FF2B5EF4-FFF2-40B4-BE49-F238E27FC236}">
                <a16:creationId xmlns:a16="http://schemas.microsoft.com/office/drawing/2014/main" id="{87F47C03-95E0-E83E-1625-0EE59F600C92}"/>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174199457"/>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5" name="Title 4">
            <a:extLst>
              <a:ext uri="{FF2B5EF4-FFF2-40B4-BE49-F238E27FC236}">
                <a16:creationId xmlns:a16="http://schemas.microsoft.com/office/drawing/2014/main" id="{F51FE388-96EB-60B4-BDE5-75205588111D}"/>
              </a:ext>
            </a:extLst>
          </p:cNvPr>
          <p:cNvSpPr>
            <a:spLocks noGrp="1"/>
          </p:cNvSpPr>
          <p:nvPr>
            <p:ph type="title"/>
          </p:nvPr>
        </p:nvSpPr>
        <p:spPr/>
        <p:txBody>
          <a:bodyPr/>
          <a:lstStyle/>
          <a:p>
            <a:r>
              <a:rPr lang="en-US"/>
              <a:t>Click to edit Master title style</a:t>
            </a:r>
          </a:p>
        </p:txBody>
      </p:sp>
      <p:sp>
        <p:nvSpPr>
          <p:cNvPr id="6" name="Text Placeholder 9">
            <a:extLst>
              <a:ext uri="{FF2B5EF4-FFF2-40B4-BE49-F238E27FC236}">
                <a16:creationId xmlns:a16="http://schemas.microsoft.com/office/drawing/2014/main" id="{D5413FD6-CC71-0BBC-BD58-8FB1021590FA}"/>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908213080"/>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itle Subtitle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2DCB00-3596-4BD8-9F35-38D8EA5CF694}"/>
              </a:ext>
            </a:extLst>
          </p:cNvPr>
          <p:cNvSpPr>
            <a:spLocks noGrp="1"/>
          </p:cNvSpPr>
          <p:nvPr>
            <p:ph type="dt" sz="half" idx="2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AA6CA9E0-8796-0651-659C-4AA35745A35A}"/>
              </a:ext>
            </a:extLst>
          </p:cNvPr>
          <p:cNvSpPr>
            <a:spLocks noGrp="1"/>
          </p:cNvSpPr>
          <p:nvPr>
            <p:ph type="ftr" sz="quarter" idx="29"/>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7C8C212F-0CAF-442A-97AB-25CC338803B1}"/>
              </a:ext>
            </a:extLst>
          </p:cNvPr>
          <p:cNvSpPr>
            <a:spLocks noGrp="1"/>
          </p:cNvSpPr>
          <p:nvPr>
            <p:ph type="sldNum" sz="quarter" idx="30"/>
          </p:nvPr>
        </p:nvSpPr>
        <p:spPr/>
        <p:txBody>
          <a:bodyPr/>
          <a:lstStyle/>
          <a:p>
            <a:pPr algn="r"/>
            <a:fld id="{5D9A5160-6218-4E5A-B9E6-B93E3DAE377C}" type="slidenum">
              <a:rPr lang="en-US" smtClean="0"/>
              <a:pPr algn="r"/>
              <a:t>‹#›</a:t>
            </a:fld>
            <a:endParaRPr lang="en-US"/>
          </a:p>
        </p:txBody>
      </p:sp>
      <p:sp>
        <p:nvSpPr>
          <p:cNvPr id="6" name="Text Placeholder 9">
            <a:extLst>
              <a:ext uri="{FF2B5EF4-FFF2-40B4-BE49-F238E27FC236}">
                <a16:creationId xmlns:a16="http://schemas.microsoft.com/office/drawing/2014/main" id="{25A263D2-B0DE-B389-B995-EAF85F8F772A}"/>
              </a:ext>
            </a:extLst>
          </p:cNvPr>
          <p:cNvSpPr>
            <a:spLocks noGrp="1"/>
          </p:cNvSpPr>
          <p:nvPr>
            <p:ph type="body" sz="quarter" idx="22"/>
          </p:nvPr>
        </p:nvSpPr>
        <p:spPr>
          <a:xfrm>
            <a:off x="550200" y="1634286"/>
            <a:ext cx="11090938" cy="307777"/>
          </a:xfrm>
          <a:prstGeom prst="rect">
            <a:avLst/>
          </a:prstGeom>
        </p:spPr>
        <p:txBody>
          <a:bodyPr vert="horz" lIns="0" tIns="0" rIns="0" bIns="0" rtlCol="0">
            <a:spAutoFit/>
          </a:bodyPr>
          <a:lstStyle>
            <a:lvl1pPr>
              <a:defRPr lang="en-US" sz="2000" b="1" smtClean="0">
                <a:solidFill>
                  <a:schemeClr val="tx2"/>
                </a:solidFill>
              </a:defRPr>
            </a:lvl1pPr>
          </a:lstStyle>
          <a:p>
            <a:pPr lvl="0"/>
            <a:r>
              <a:rPr lang="en-US"/>
              <a:t>Click to edit Master text styles</a:t>
            </a:r>
          </a:p>
        </p:txBody>
      </p:sp>
      <p:sp>
        <p:nvSpPr>
          <p:cNvPr id="8" name="Title 4">
            <a:extLst>
              <a:ext uri="{FF2B5EF4-FFF2-40B4-BE49-F238E27FC236}">
                <a16:creationId xmlns:a16="http://schemas.microsoft.com/office/drawing/2014/main" id="{E424A66F-C6AA-DB93-F283-9B8E0095FE3A}"/>
              </a:ext>
            </a:extLst>
          </p:cNvPr>
          <p:cNvSpPr>
            <a:spLocks noGrp="1"/>
          </p:cNvSpPr>
          <p:nvPr>
            <p:ph type="title"/>
          </p:nvPr>
        </p:nvSpPr>
        <p:spPr>
          <a:xfrm>
            <a:off x="551384" y="549274"/>
            <a:ext cx="11090938" cy="930372"/>
          </a:xfrm>
        </p:spPr>
        <p:txBody>
          <a:bodyPr/>
          <a:lstStyle/>
          <a:p>
            <a:r>
              <a:rPr lang="en-US"/>
              <a:t>Click to edit Master title style</a:t>
            </a:r>
          </a:p>
        </p:txBody>
      </p:sp>
      <p:sp>
        <p:nvSpPr>
          <p:cNvPr id="9" name="Chapter Placeholder 2">
            <a:extLst>
              <a:ext uri="{FF2B5EF4-FFF2-40B4-BE49-F238E27FC236}">
                <a16:creationId xmlns:a16="http://schemas.microsoft.com/office/drawing/2014/main" id="{4B67ACC0-0B24-726E-19DC-02446FF83EB2}"/>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3114361702"/>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Content 2">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77C5B2B-C975-C7B1-B844-1E018309B61A}"/>
              </a:ext>
            </a:extLst>
          </p:cNvPr>
          <p:cNvSpPr/>
          <p:nvPr userDrawn="1"/>
        </p:nvSpPr>
        <p:spPr>
          <a:xfrm rot="16200000" flipV="1">
            <a:off x="4793851" y="-540154"/>
            <a:ext cx="6857998" cy="7938307"/>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bg1"/>
              </a:solidFill>
            </a:endParaRPr>
          </a:p>
        </p:txBody>
      </p:sp>
      <p:grpSp>
        <p:nvGrpSpPr>
          <p:cNvPr id="14" name="Group 37">
            <a:extLst>
              <a:ext uri="{FF2B5EF4-FFF2-40B4-BE49-F238E27FC236}">
                <a16:creationId xmlns:a16="http://schemas.microsoft.com/office/drawing/2014/main" id="{C2BCEB8F-2E64-576C-BD81-D1EA1D1C485E}"/>
              </a:ext>
            </a:extLst>
          </p:cNvPr>
          <p:cNvGrpSpPr/>
          <p:nvPr userDrawn="1"/>
        </p:nvGrpSpPr>
        <p:grpSpPr>
          <a:xfrm>
            <a:off x="11770322" y="176700"/>
            <a:ext cx="260230" cy="240782"/>
            <a:chOff x="5481638" y="2859088"/>
            <a:chExt cx="1231900" cy="1139825"/>
          </a:xfrm>
          <a:solidFill>
            <a:schemeClr val="bg2"/>
          </a:solidFill>
        </p:grpSpPr>
        <p:sp>
          <p:nvSpPr>
            <p:cNvPr id="15" name="Freeform 320">
              <a:extLst>
                <a:ext uri="{FF2B5EF4-FFF2-40B4-BE49-F238E27FC236}">
                  <a16:creationId xmlns:a16="http://schemas.microsoft.com/office/drawing/2014/main" id="{D5CA2252-9D37-30A4-0693-791158A5345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16" name="Freeform 321">
              <a:extLst>
                <a:ext uri="{FF2B5EF4-FFF2-40B4-BE49-F238E27FC236}">
                  <a16:creationId xmlns:a16="http://schemas.microsoft.com/office/drawing/2014/main" id="{41A547D1-47C8-9981-46A6-D3C7D68EDC1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766145ED-D9CE-08CB-28E4-8A4A79A6FB2B}"/>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4" name="Footer Placeholder 3">
            <a:extLst>
              <a:ext uri="{FF2B5EF4-FFF2-40B4-BE49-F238E27FC236}">
                <a16:creationId xmlns:a16="http://schemas.microsoft.com/office/drawing/2014/main" id="{2D2C1A62-1994-E6C5-D27B-038BDFD0C15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FE33FDCA-05A6-1B47-853B-F56E9D56B728}"/>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17" name="Text Placeholder 10">
            <a:extLst>
              <a:ext uri="{FF2B5EF4-FFF2-40B4-BE49-F238E27FC236}">
                <a16:creationId xmlns:a16="http://schemas.microsoft.com/office/drawing/2014/main" id="{90464251-F267-6F64-58DE-3A8369AE008F}"/>
              </a:ext>
            </a:extLst>
          </p:cNvPr>
          <p:cNvSpPr>
            <a:spLocks noGrp="1"/>
          </p:cNvSpPr>
          <p:nvPr>
            <p:ph type="body" sz="quarter" idx="27"/>
          </p:nvPr>
        </p:nvSpPr>
        <p:spPr>
          <a:xfrm>
            <a:off x="4655841" y="1634285"/>
            <a:ext cx="698529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
        <p:nvSpPr>
          <p:cNvPr id="21" name="Content Placeholder 20">
            <a:extLst>
              <a:ext uri="{FF2B5EF4-FFF2-40B4-BE49-F238E27FC236}">
                <a16:creationId xmlns:a16="http://schemas.microsoft.com/office/drawing/2014/main" id="{E70BDE52-9B00-C2A8-F626-B256D02BD0F0}"/>
              </a:ext>
            </a:extLst>
          </p:cNvPr>
          <p:cNvSpPr>
            <a:spLocks noGrp="1"/>
          </p:cNvSpPr>
          <p:nvPr>
            <p:ph sz="quarter" idx="28"/>
          </p:nvPr>
        </p:nvSpPr>
        <p:spPr>
          <a:xfrm>
            <a:off x="4655841" y="2132856"/>
            <a:ext cx="69852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9">
            <a:extLst>
              <a:ext uri="{FF2B5EF4-FFF2-40B4-BE49-F238E27FC236}">
                <a16:creationId xmlns:a16="http://schemas.microsoft.com/office/drawing/2014/main" id="{11D06750-D717-3C72-A9E7-30B20496520E}"/>
              </a:ext>
            </a:extLst>
          </p:cNvPr>
          <p:cNvSpPr>
            <a:spLocks noGrp="1"/>
          </p:cNvSpPr>
          <p:nvPr>
            <p:ph type="body" sz="quarter" idx="22" hasCustomPrompt="1"/>
          </p:nvPr>
        </p:nvSpPr>
        <p:spPr>
          <a:xfrm>
            <a:off x="550200" y="1634286"/>
            <a:ext cx="3312368"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621CAE5D-3E25-1FC1-0588-6D3144862513}"/>
              </a:ext>
            </a:extLst>
          </p:cNvPr>
          <p:cNvSpPr>
            <a:spLocks noGrp="1"/>
          </p:cNvSpPr>
          <p:nvPr>
            <p:ph type="title"/>
          </p:nvPr>
        </p:nvSpPr>
        <p:spPr>
          <a:xfrm>
            <a:off x="551384" y="549274"/>
            <a:ext cx="3312368" cy="930372"/>
          </a:xfrm>
        </p:spPr>
        <p:txBody>
          <a:bodyPr/>
          <a:lstStyle/>
          <a:p>
            <a:r>
              <a:rPr lang="en-US"/>
              <a:t>Click to edit Master title style</a:t>
            </a:r>
            <a:endParaRPr lang="en-US" dirty="0"/>
          </a:p>
        </p:txBody>
      </p:sp>
      <p:sp>
        <p:nvSpPr>
          <p:cNvPr id="11" name="Content Placeholder 5">
            <a:extLst>
              <a:ext uri="{FF2B5EF4-FFF2-40B4-BE49-F238E27FC236}">
                <a16:creationId xmlns:a16="http://schemas.microsoft.com/office/drawing/2014/main" id="{929189C8-410E-9C4A-019C-9B1A47D8D2ED}"/>
              </a:ext>
            </a:extLst>
          </p:cNvPr>
          <p:cNvSpPr>
            <a:spLocks noGrp="1"/>
          </p:cNvSpPr>
          <p:nvPr>
            <p:ph sz="quarter" idx="31"/>
          </p:nvPr>
        </p:nvSpPr>
        <p:spPr>
          <a:xfrm>
            <a:off x="551384" y="2132856"/>
            <a:ext cx="33123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194783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Content 2 Chapterbox">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77C5B2B-C975-C7B1-B844-1E018309B61A}"/>
              </a:ext>
            </a:extLst>
          </p:cNvPr>
          <p:cNvSpPr/>
          <p:nvPr userDrawn="1"/>
        </p:nvSpPr>
        <p:spPr>
          <a:xfrm rot="16200000" flipV="1">
            <a:off x="4793851" y="-540154"/>
            <a:ext cx="6857998" cy="7938307"/>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bg1"/>
              </a:solidFill>
            </a:endParaRPr>
          </a:p>
        </p:txBody>
      </p:sp>
      <p:grpSp>
        <p:nvGrpSpPr>
          <p:cNvPr id="14" name="Group 37">
            <a:extLst>
              <a:ext uri="{FF2B5EF4-FFF2-40B4-BE49-F238E27FC236}">
                <a16:creationId xmlns:a16="http://schemas.microsoft.com/office/drawing/2014/main" id="{C2BCEB8F-2E64-576C-BD81-D1EA1D1C485E}"/>
              </a:ext>
            </a:extLst>
          </p:cNvPr>
          <p:cNvGrpSpPr/>
          <p:nvPr userDrawn="1"/>
        </p:nvGrpSpPr>
        <p:grpSpPr>
          <a:xfrm>
            <a:off x="11770322" y="176700"/>
            <a:ext cx="260230" cy="240782"/>
            <a:chOff x="5481638" y="2859088"/>
            <a:chExt cx="1231900" cy="1139825"/>
          </a:xfrm>
          <a:solidFill>
            <a:schemeClr val="bg2"/>
          </a:solidFill>
        </p:grpSpPr>
        <p:sp>
          <p:nvSpPr>
            <p:cNvPr id="15" name="Freeform 320">
              <a:extLst>
                <a:ext uri="{FF2B5EF4-FFF2-40B4-BE49-F238E27FC236}">
                  <a16:creationId xmlns:a16="http://schemas.microsoft.com/office/drawing/2014/main" id="{D5CA2252-9D37-30A4-0693-791158A53452}"/>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16" name="Freeform 321">
              <a:extLst>
                <a:ext uri="{FF2B5EF4-FFF2-40B4-BE49-F238E27FC236}">
                  <a16:creationId xmlns:a16="http://schemas.microsoft.com/office/drawing/2014/main" id="{41A547D1-47C8-9981-46A6-D3C7D68EDC1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766145ED-D9CE-08CB-28E4-8A4A79A6FB2B}"/>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2D2C1A62-1994-E6C5-D27B-038BDFD0C15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FE33FDCA-05A6-1B47-853B-F56E9D56B728}"/>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9" name="Content Placeholder 20">
            <a:extLst>
              <a:ext uri="{FF2B5EF4-FFF2-40B4-BE49-F238E27FC236}">
                <a16:creationId xmlns:a16="http://schemas.microsoft.com/office/drawing/2014/main" id="{8AF30424-EC22-815F-0364-A40BD8FB5A94}"/>
              </a:ext>
            </a:extLst>
          </p:cNvPr>
          <p:cNvSpPr>
            <a:spLocks noGrp="1"/>
          </p:cNvSpPr>
          <p:nvPr>
            <p:ph sz="quarter" idx="28"/>
          </p:nvPr>
        </p:nvSpPr>
        <p:spPr>
          <a:xfrm>
            <a:off x="4655841" y="2132856"/>
            <a:ext cx="69852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9">
            <a:extLst>
              <a:ext uri="{FF2B5EF4-FFF2-40B4-BE49-F238E27FC236}">
                <a16:creationId xmlns:a16="http://schemas.microsoft.com/office/drawing/2014/main" id="{3D8C5119-2E27-2F8D-2393-F11C985DEEFE}"/>
              </a:ext>
            </a:extLst>
          </p:cNvPr>
          <p:cNvSpPr>
            <a:spLocks noGrp="1"/>
          </p:cNvSpPr>
          <p:nvPr>
            <p:ph type="body" sz="quarter" idx="22" hasCustomPrompt="1"/>
          </p:nvPr>
        </p:nvSpPr>
        <p:spPr>
          <a:xfrm>
            <a:off x="550200" y="1634286"/>
            <a:ext cx="3312368"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3" name="Title 4">
            <a:extLst>
              <a:ext uri="{FF2B5EF4-FFF2-40B4-BE49-F238E27FC236}">
                <a16:creationId xmlns:a16="http://schemas.microsoft.com/office/drawing/2014/main" id="{AFA6B1A6-69A7-1CAE-0836-CA4C24413C3B}"/>
              </a:ext>
            </a:extLst>
          </p:cNvPr>
          <p:cNvSpPr>
            <a:spLocks noGrp="1"/>
          </p:cNvSpPr>
          <p:nvPr>
            <p:ph type="title"/>
          </p:nvPr>
        </p:nvSpPr>
        <p:spPr>
          <a:xfrm>
            <a:off x="551384" y="549274"/>
            <a:ext cx="3312368" cy="930372"/>
          </a:xfrm>
        </p:spPr>
        <p:txBody>
          <a:bodyPr/>
          <a:lstStyle/>
          <a:p>
            <a:r>
              <a:rPr lang="en-US"/>
              <a:t>Click to edit Master title style</a:t>
            </a:r>
            <a:endParaRPr lang="en-US" dirty="0"/>
          </a:p>
        </p:txBody>
      </p:sp>
      <p:sp>
        <p:nvSpPr>
          <p:cNvPr id="18" name="Content Placeholder 5">
            <a:extLst>
              <a:ext uri="{FF2B5EF4-FFF2-40B4-BE49-F238E27FC236}">
                <a16:creationId xmlns:a16="http://schemas.microsoft.com/office/drawing/2014/main" id="{98A4F07B-7612-308A-3654-BE7DBBF41070}"/>
              </a:ext>
            </a:extLst>
          </p:cNvPr>
          <p:cNvSpPr>
            <a:spLocks noGrp="1"/>
          </p:cNvSpPr>
          <p:nvPr>
            <p:ph sz="quarter" idx="31"/>
          </p:nvPr>
        </p:nvSpPr>
        <p:spPr>
          <a:xfrm>
            <a:off x="551384" y="2132856"/>
            <a:ext cx="33123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hapter Placeholder 2">
            <a:extLst>
              <a:ext uri="{FF2B5EF4-FFF2-40B4-BE49-F238E27FC236}">
                <a16:creationId xmlns:a16="http://schemas.microsoft.com/office/drawing/2014/main" id="{45C81183-EAF5-59AC-9312-889607D0BF65}"/>
              </a:ext>
            </a:extLst>
          </p:cNvPr>
          <p:cNvSpPr>
            <a:spLocks noGrp="1"/>
          </p:cNvSpPr>
          <p:nvPr>
            <p:ph type="body" sz="quarter" idx="13" hasCustomPrompt="1"/>
          </p:nvPr>
        </p:nvSpPr>
        <p:spPr>
          <a:xfrm>
            <a:off x="550863" y="266219"/>
            <a:ext cx="3311705" cy="151264"/>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20" name="Text Placeholder 10">
            <a:extLst>
              <a:ext uri="{FF2B5EF4-FFF2-40B4-BE49-F238E27FC236}">
                <a16:creationId xmlns:a16="http://schemas.microsoft.com/office/drawing/2014/main" id="{AF667FFB-A6CF-0DAC-F73F-F6AC39EE2761}"/>
              </a:ext>
            </a:extLst>
          </p:cNvPr>
          <p:cNvSpPr>
            <a:spLocks noGrp="1"/>
          </p:cNvSpPr>
          <p:nvPr>
            <p:ph type="body" sz="quarter" idx="27"/>
          </p:nvPr>
        </p:nvSpPr>
        <p:spPr>
          <a:xfrm>
            <a:off x="4655841" y="1634285"/>
            <a:ext cx="698529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563622943"/>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Content 3">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FDA5053-3D63-3C3B-F1E9-69CFF9FC43BA}"/>
              </a:ext>
            </a:extLst>
          </p:cNvPr>
          <p:cNvSpPr/>
          <p:nvPr userDrawn="1"/>
        </p:nvSpPr>
        <p:spPr>
          <a:xfrm rot="16200000" flipV="1">
            <a:off x="5715003" y="380999"/>
            <a:ext cx="6857998" cy="6096002"/>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C7484E95-42C9-8DB4-CE16-9F65A190121F}"/>
              </a:ext>
            </a:extLst>
          </p:cNvPr>
          <p:cNvGrpSpPr/>
          <p:nvPr userDrawn="1"/>
        </p:nvGrpSpPr>
        <p:grpSpPr>
          <a:xfrm>
            <a:off x="11770322" y="176700"/>
            <a:ext cx="260230" cy="240782"/>
            <a:chOff x="5481638" y="2859088"/>
            <a:chExt cx="1231900" cy="1139825"/>
          </a:xfrm>
          <a:solidFill>
            <a:schemeClr val="bg2"/>
          </a:solidFill>
        </p:grpSpPr>
        <p:sp>
          <p:nvSpPr>
            <p:cNvPr id="21" name="Freeform 320">
              <a:extLst>
                <a:ext uri="{FF2B5EF4-FFF2-40B4-BE49-F238E27FC236}">
                  <a16:creationId xmlns:a16="http://schemas.microsoft.com/office/drawing/2014/main" id="{1A559A5A-FF5B-C4A1-FBB9-17F04B2572FB}"/>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AA3487D1-995C-B436-2407-E724FC0582FA}"/>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4" name="Date Placeholder 3">
            <a:extLst>
              <a:ext uri="{FF2B5EF4-FFF2-40B4-BE49-F238E27FC236}">
                <a16:creationId xmlns:a16="http://schemas.microsoft.com/office/drawing/2014/main" id="{358A13D8-885F-6258-82CC-EE1A7ED60DB2}"/>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6" name="Footer Placeholder 5">
            <a:extLst>
              <a:ext uri="{FF2B5EF4-FFF2-40B4-BE49-F238E27FC236}">
                <a16:creationId xmlns:a16="http://schemas.microsoft.com/office/drawing/2014/main" id="{F3CB3B34-F920-D8B3-B36B-15435A286DB2}"/>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D2B44653-FCDA-83BF-7377-AD5F2E69077A}"/>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F94673B4-77FE-F1CB-0F2B-E9CA250FB2B6}"/>
              </a:ext>
            </a:extLst>
          </p:cNvPr>
          <p:cNvSpPr>
            <a:spLocks noGrp="1"/>
          </p:cNvSpPr>
          <p:nvPr>
            <p:ph type="body" sz="quarter" idx="22" hasCustomPrompt="1"/>
          </p:nvPr>
        </p:nvSpPr>
        <p:spPr>
          <a:xfrm>
            <a:off x="550200" y="1634286"/>
            <a:ext cx="5112568"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0" name="Title 4">
            <a:extLst>
              <a:ext uri="{FF2B5EF4-FFF2-40B4-BE49-F238E27FC236}">
                <a16:creationId xmlns:a16="http://schemas.microsoft.com/office/drawing/2014/main" id="{1E48061D-F3E5-383D-6B8F-2C827E9EE8FD}"/>
              </a:ext>
            </a:extLst>
          </p:cNvPr>
          <p:cNvSpPr>
            <a:spLocks noGrp="1"/>
          </p:cNvSpPr>
          <p:nvPr>
            <p:ph type="title"/>
          </p:nvPr>
        </p:nvSpPr>
        <p:spPr>
          <a:xfrm>
            <a:off x="551384" y="549274"/>
            <a:ext cx="5112568" cy="930372"/>
          </a:xfrm>
        </p:spPr>
        <p:txBody>
          <a:bodyPr/>
          <a:lstStyle/>
          <a:p>
            <a:r>
              <a:rPr lang="en-US"/>
              <a:t>Click to edit Master title style</a:t>
            </a:r>
            <a:endParaRPr lang="en-US" dirty="0"/>
          </a:p>
        </p:txBody>
      </p:sp>
      <p:sp>
        <p:nvSpPr>
          <p:cNvPr id="12" name="Content Placeholder 5">
            <a:extLst>
              <a:ext uri="{FF2B5EF4-FFF2-40B4-BE49-F238E27FC236}">
                <a16:creationId xmlns:a16="http://schemas.microsoft.com/office/drawing/2014/main" id="{626CD0FD-2710-377C-0AF5-3D235D7D2581}"/>
              </a:ext>
            </a:extLst>
          </p:cNvPr>
          <p:cNvSpPr>
            <a:spLocks noGrp="1"/>
          </p:cNvSpPr>
          <p:nvPr>
            <p:ph sz="quarter" idx="31"/>
          </p:nvPr>
        </p:nvSpPr>
        <p:spPr>
          <a:xfrm>
            <a:off x="551384" y="2132856"/>
            <a:ext cx="51125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0">
            <a:extLst>
              <a:ext uri="{FF2B5EF4-FFF2-40B4-BE49-F238E27FC236}">
                <a16:creationId xmlns:a16="http://schemas.microsoft.com/office/drawing/2014/main" id="{2B515CA7-8DCF-54B4-09AA-94A802519A74}"/>
              </a:ext>
            </a:extLst>
          </p:cNvPr>
          <p:cNvSpPr>
            <a:spLocks noGrp="1"/>
          </p:cNvSpPr>
          <p:nvPr>
            <p:ph sz="quarter" idx="28"/>
          </p:nvPr>
        </p:nvSpPr>
        <p:spPr>
          <a:xfrm>
            <a:off x="6491381" y="2132856"/>
            <a:ext cx="5149757"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0">
            <a:extLst>
              <a:ext uri="{FF2B5EF4-FFF2-40B4-BE49-F238E27FC236}">
                <a16:creationId xmlns:a16="http://schemas.microsoft.com/office/drawing/2014/main" id="{2ED5F6CF-D037-F768-2935-84A770471395}"/>
              </a:ext>
            </a:extLst>
          </p:cNvPr>
          <p:cNvSpPr>
            <a:spLocks noGrp="1"/>
          </p:cNvSpPr>
          <p:nvPr>
            <p:ph type="body" sz="quarter" idx="27"/>
          </p:nvPr>
        </p:nvSpPr>
        <p:spPr>
          <a:xfrm>
            <a:off x="6491381" y="1634285"/>
            <a:ext cx="514975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1848974978"/>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Content 3 Chapterbox">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FDA5053-3D63-3C3B-F1E9-69CFF9FC43BA}"/>
              </a:ext>
            </a:extLst>
          </p:cNvPr>
          <p:cNvSpPr/>
          <p:nvPr userDrawn="1"/>
        </p:nvSpPr>
        <p:spPr>
          <a:xfrm rot="16200000" flipV="1">
            <a:off x="5715003" y="381000"/>
            <a:ext cx="6857998" cy="6096002"/>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C7484E95-42C9-8DB4-CE16-9F65A190121F}"/>
              </a:ext>
            </a:extLst>
          </p:cNvPr>
          <p:cNvGrpSpPr/>
          <p:nvPr userDrawn="1"/>
        </p:nvGrpSpPr>
        <p:grpSpPr>
          <a:xfrm>
            <a:off x="11770322" y="176700"/>
            <a:ext cx="260230" cy="240782"/>
            <a:chOff x="5481638" y="2859088"/>
            <a:chExt cx="1231900" cy="1139825"/>
          </a:xfrm>
          <a:solidFill>
            <a:schemeClr val="bg2"/>
          </a:solidFill>
        </p:grpSpPr>
        <p:sp>
          <p:nvSpPr>
            <p:cNvPr id="21" name="Freeform 320">
              <a:extLst>
                <a:ext uri="{FF2B5EF4-FFF2-40B4-BE49-F238E27FC236}">
                  <a16:creationId xmlns:a16="http://schemas.microsoft.com/office/drawing/2014/main" id="{1A559A5A-FF5B-C4A1-FBB9-17F04B2572FB}"/>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AA3487D1-995C-B436-2407-E724FC0582FA}"/>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4" name="Date Placeholder 3">
            <a:extLst>
              <a:ext uri="{FF2B5EF4-FFF2-40B4-BE49-F238E27FC236}">
                <a16:creationId xmlns:a16="http://schemas.microsoft.com/office/drawing/2014/main" id="{358A13D8-885F-6258-82CC-EE1A7ED60DB2}"/>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6" name="Footer Placeholder 5">
            <a:extLst>
              <a:ext uri="{FF2B5EF4-FFF2-40B4-BE49-F238E27FC236}">
                <a16:creationId xmlns:a16="http://schemas.microsoft.com/office/drawing/2014/main" id="{F3CB3B34-F920-D8B3-B36B-15435A286DB2}"/>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D2B44653-FCDA-83BF-7377-AD5F2E69077A}"/>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B596F1C6-4A2C-32A4-F91B-7A46197FE40E}"/>
              </a:ext>
            </a:extLst>
          </p:cNvPr>
          <p:cNvSpPr>
            <a:spLocks noGrp="1"/>
          </p:cNvSpPr>
          <p:nvPr>
            <p:ph type="body" sz="quarter" idx="22" hasCustomPrompt="1"/>
          </p:nvPr>
        </p:nvSpPr>
        <p:spPr>
          <a:xfrm>
            <a:off x="550200" y="1634286"/>
            <a:ext cx="5112568"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2" name="Title 4">
            <a:extLst>
              <a:ext uri="{FF2B5EF4-FFF2-40B4-BE49-F238E27FC236}">
                <a16:creationId xmlns:a16="http://schemas.microsoft.com/office/drawing/2014/main" id="{028C5415-53AD-E669-9486-5FBA89A04F29}"/>
              </a:ext>
            </a:extLst>
          </p:cNvPr>
          <p:cNvSpPr>
            <a:spLocks noGrp="1"/>
          </p:cNvSpPr>
          <p:nvPr>
            <p:ph type="title"/>
          </p:nvPr>
        </p:nvSpPr>
        <p:spPr>
          <a:xfrm>
            <a:off x="551384" y="549274"/>
            <a:ext cx="5112568" cy="930372"/>
          </a:xfrm>
        </p:spPr>
        <p:txBody>
          <a:bodyPr/>
          <a:lstStyle/>
          <a:p>
            <a:r>
              <a:rPr lang="en-US"/>
              <a:t>Click to edit Master title style</a:t>
            </a:r>
            <a:endParaRPr lang="en-US" dirty="0"/>
          </a:p>
        </p:txBody>
      </p:sp>
      <p:sp>
        <p:nvSpPr>
          <p:cNvPr id="13" name="Content Placeholder 5">
            <a:extLst>
              <a:ext uri="{FF2B5EF4-FFF2-40B4-BE49-F238E27FC236}">
                <a16:creationId xmlns:a16="http://schemas.microsoft.com/office/drawing/2014/main" id="{1BEDBCBF-3BC8-AA4A-1F58-81530B90708A}"/>
              </a:ext>
            </a:extLst>
          </p:cNvPr>
          <p:cNvSpPr>
            <a:spLocks noGrp="1"/>
          </p:cNvSpPr>
          <p:nvPr>
            <p:ph sz="quarter" idx="31"/>
          </p:nvPr>
        </p:nvSpPr>
        <p:spPr>
          <a:xfrm>
            <a:off x="551384" y="2132856"/>
            <a:ext cx="51125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20">
            <a:extLst>
              <a:ext uri="{FF2B5EF4-FFF2-40B4-BE49-F238E27FC236}">
                <a16:creationId xmlns:a16="http://schemas.microsoft.com/office/drawing/2014/main" id="{1B7CBEC2-7246-C86B-4339-C14AFC3677BC}"/>
              </a:ext>
            </a:extLst>
          </p:cNvPr>
          <p:cNvSpPr>
            <a:spLocks noGrp="1"/>
          </p:cNvSpPr>
          <p:nvPr>
            <p:ph sz="quarter" idx="28"/>
          </p:nvPr>
        </p:nvSpPr>
        <p:spPr>
          <a:xfrm>
            <a:off x="6491381" y="2132856"/>
            <a:ext cx="5149757"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Chapter Placeholder 2">
            <a:extLst>
              <a:ext uri="{FF2B5EF4-FFF2-40B4-BE49-F238E27FC236}">
                <a16:creationId xmlns:a16="http://schemas.microsoft.com/office/drawing/2014/main" id="{81125B0F-654E-18D6-D135-80BD1EED9DED}"/>
              </a:ext>
            </a:extLst>
          </p:cNvPr>
          <p:cNvSpPr>
            <a:spLocks noGrp="1"/>
          </p:cNvSpPr>
          <p:nvPr>
            <p:ph type="body" sz="quarter" idx="13" hasCustomPrompt="1"/>
          </p:nvPr>
        </p:nvSpPr>
        <p:spPr>
          <a:xfrm>
            <a:off x="550863" y="266219"/>
            <a:ext cx="5111905"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8" name="Text Placeholder 10">
            <a:extLst>
              <a:ext uri="{FF2B5EF4-FFF2-40B4-BE49-F238E27FC236}">
                <a16:creationId xmlns:a16="http://schemas.microsoft.com/office/drawing/2014/main" id="{258EBFC3-CBC8-925F-B836-0EE26BFE8CF5}"/>
              </a:ext>
            </a:extLst>
          </p:cNvPr>
          <p:cNvSpPr>
            <a:spLocks noGrp="1"/>
          </p:cNvSpPr>
          <p:nvPr>
            <p:ph type="body" sz="quarter" idx="27"/>
          </p:nvPr>
        </p:nvSpPr>
        <p:spPr>
          <a:xfrm>
            <a:off x="6491381" y="1634285"/>
            <a:ext cx="514975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227642156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Content 4">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900C123-9D30-0EBC-5FF8-AB8833A92E04}"/>
              </a:ext>
            </a:extLst>
          </p:cNvPr>
          <p:cNvSpPr/>
          <p:nvPr userDrawn="1"/>
        </p:nvSpPr>
        <p:spPr>
          <a:xfrm rot="16200000" flipV="1">
            <a:off x="6640013" y="1306009"/>
            <a:ext cx="6857998" cy="4245983"/>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8" name="Group 37">
            <a:extLst>
              <a:ext uri="{FF2B5EF4-FFF2-40B4-BE49-F238E27FC236}">
                <a16:creationId xmlns:a16="http://schemas.microsoft.com/office/drawing/2014/main" id="{EAB09A99-143F-FC31-39FF-7DF7B4ACA5CF}"/>
              </a:ext>
            </a:extLst>
          </p:cNvPr>
          <p:cNvGrpSpPr/>
          <p:nvPr userDrawn="1"/>
        </p:nvGrpSpPr>
        <p:grpSpPr>
          <a:xfrm>
            <a:off x="11770322" y="176700"/>
            <a:ext cx="260230" cy="240782"/>
            <a:chOff x="5481638" y="2859088"/>
            <a:chExt cx="1231900" cy="1139825"/>
          </a:xfrm>
          <a:solidFill>
            <a:schemeClr val="bg2"/>
          </a:solidFill>
        </p:grpSpPr>
        <p:sp>
          <p:nvSpPr>
            <p:cNvPr id="19" name="Freeform 320">
              <a:extLst>
                <a:ext uri="{FF2B5EF4-FFF2-40B4-BE49-F238E27FC236}">
                  <a16:creationId xmlns:a16="http://schemas.microsoft.com/office/drawing/2014/main" id="{87F6F8F7-5BC0-8EDE-8130-67B046E555CF}"/>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0" name="Freeform 321">
              <a:extLst>
                <a:ext uri="{FF2B5EF4-FFF2-40B4-BE49-F238E27FC236}">
                  <a16:creationId xmlns:a16="http://schemas.microsoft.com/office/drawing/2014/main" id="{59BC8A90-2223-E3B3-3D95-0EBCFB812F2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545F7198-C878-E20D-1FB2-E42A8A78A28C}"/>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4" name="Footer Placeholder 3">
            <a:extLst>
              <a:ext uri="{FF2B5EF4-FFF2-40B4-BE49-F238E27FC236}">
                <a16:creationId xmlns:a16="http://schemas.microsoft.com/office/drawing/2014/main" id="{8F3B15C5-4190-C7AB-2CDF-2D3ACCBB15A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65F939E0-4FD6-2BB5-5421-0B506A62A78F}"/>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1ED26950-AB5A-C0D9-81A8-A04EA350762D}"/>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0" name="Title 4">
            <a:extLst>
              <a:ext uri="{FF2B5EF4-FFF2-40B4-BE49-F238E27FC236}">
                <a16:creationId xmlns:a16="http://schemas.microsoft.com/office/drawing/2014/main" id="{8EC1972F-9263-1D56-27E9-E603C2AABB72}"/>
              </a:ext>
            </a:extLst>
          </p:cNvPr>
          <p:cNvSpPr>
            <a:spLocks noGrp="1"/>
          </p:cNvSpPr>
          <p:nvPr>
            <p:ph type="title"/>
          </p:nvPr>
        </p:nvSpPr>
        <p:spPr>
          <a:xfrm>
            <a:off x="551384" y="549274"/>
            <a:ext cx="6984776" cy="930372"/>
          </a:xfrm>
        </p:spPr>
        <p:txBody>
          <a:bodyPr/>
          <a:lstStyle/>
          <a:p>
            <a:r>
              <a:rPr lang="en-US"/>
              <a:t>Click to edit Master title style</a:t>
            </a:r>
            <a:endParaRPr lang="en-US" dirty="0"/>
          </a:p>
        </p:txBody>
      </p:sp>
      <p:sp>
        <p:nvSpPr>
          <p:cNvPr id="13" name="Content Placeholder 5">
            <a:extLst>
              <a:ext uri="{FF2B5EF4-FFF2-40B4-BE49-F238E27FC236}">
                <a16:creationId xmlns:a16="http://schemas.microsoft.com/office/drawing/2014/main" id="{7FBCB093-A7B1-0D7A-1FAF-74CB36D79D0C}"/>
              </a:ext>
            </a:extLst>
          </p:cNvPr>
          <p:cNvSpPr>
            <a:spLocks noGrp="1"/>
          </p:cNvSpPr>
          <p:nvPr>
            <p:ph sz="quarter" idx="31"/>
          </p:nvPr>
        </p:nvSpPr>
        <p:spPr>
          <a:xfrm>
            <a:off x="551384" y="2132856"/>
            <a:ext cx="6984776"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0">
            <a:extLst>
              <a:ext uri="{FF2B5EF4-FFF2-40B4-BE49-F238E27FC236}">
                <a16:creationId xmlns:a16="http://schemas.microsoft.com/office/drawing/2014/main" id="{392BB9FB-913E-27BD-009B-3894E1694801}"/>
              </a:ext>
            </a:extLst>
          </p:cNvPr>
          <p:cNvSpPr>
            <a:spLocks noGrp="1"/>
          </p:cNvSpPr>
          <p:nvPr>
            <p:ph sz="quarter" idx="28"/>
          </p:nvPr>
        </p:nvSpPr>
        <p:spPr>
          <a:xfrm>
            <a:off x="8341401" y="2132856"/>
            <a:ext cx="3299737"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0">
            <a:extLst>
              <a:ext uri="{FF2B5EF4-FFF2-40B4-BE49-F238E27FC236}">
                <a16:creationId xmlns:a16="http://schemas.microsoft.com/office/drawing/2014/main" id="{A2B384BF-001B-7351-C51D-C08A1F393AB6}"/>
              </a:ext>
            </a:extLst>
          </p:cNvPr>
          <p:cNvSpPr>
            <a:spLocks noGrp="1"/>
          </p:cNvSpPr>
          <p:nvPr>
            <p:ph type="body" sz="quarter" idx="27" hasCustomPrompt="1"/>
          </p:nvPr>
        </p:nvSpPr>
        <p:spPr>
          <a:xfrm>
            <a:off x="8341401" y="1634285"/>
            <a:ext cx="329973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styles</a:t>
            </a:r>
          </a:p>
        </p:txBody>
      </p:sp>
    </p:spTree>
    <p:extLst>
      <p:ext uri="{BB962C8B-B14F-4D97-AF65-F5344CB8AC3E}">
        <p14:creationId xmlns:p14="http://schemas.microsoft.com/office/powerpoint/2010/main" val="2374748995"/>
      </p:ext>
    </p:extLst>
  </p:cSld>
  <p:clrMapOvr>
    <a:overrideClrMapping bg1="lt1" tx1="dk1" bg2="lt2" tx2="dk2" accent1="accent1" accent2="accent2" accent3="accent3" accent4="accent4" accent5="accent5" accent6="accent6" hlink="hlink" folHlink="folHlink"/>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Content 4 Chapterbox">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900C123-9D30-0EBC-5FF8-AB8833A92E04}"/>
              </a:ext>
            </a:extLst>
          </p:cNvPr>
          <p:cNvSpPr/>
          <p:nvPr userDrawn="1"/>
        </p:nvSpPr>
        <p:spPr>
          <a:xfrm rot="16200000" flipV="1">
            <a:off x="6640013" y="1306009"/>
            <a:ext cx="6857998" cy="4245983"/>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8" name="Group 37">
            <a:extLst>
              <a:ext uri="{FF2B5EF4-FFF2-40B4-BE49-F238E27FC236}">
                <a16:creationId xmlns:a16="http://schemas.microsoft.com/office/drawing/2014/main" id="{EAB09A99-143F-FC31-39FF-7DF7B4ACA5CF}"/>
              </a:ext>
            </a:extLst>
          </p:cNvPr>
          <p:cNvGrpSpPr/>
          <p:nvPr userDrawn="1"/>
        </p:nvGrpSpPr>
        <p:grpSpPr>
          <a:xfrm>
            <a:off x="11770322" y="176700"/>
            <a:ext cx="260230" cy="240782"/>
            <a:chOff x="5481638" y="2859088"/>
            <a:chExt cx="1231900" cy="1139825"/>
          </a:xfrm>
          <a:solidFill>
            <a:schemeClr val="bg2"/>
          </a:solidFill>
        </p:grpSpPr>
        <p:sp>
          <p:nvSpPr>
            <p:cNvPr id="19" name="Freeform 320">
              <a:extLst>
                <a:ext uri="{FF2B5EF4-FFF2-40B4-BE49-F238E27FC236}">
                  <a16:creationId xmlns:a16="http://schemas.microsoft.com/office/drawing/2014/main" id="{87F6F8F7-5BC0-8EDE-8130-67B046E555CF}"/>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0" name="Freeform 321">
              <a:extLst>
                <a:ext uri="{FF2B5EF4-FFF2-40B4-BE49-F238E27FC236}">
                  <a16:creationId xmlns:a16="http://schemas.microsoft.com/office/drawing/2014/main" id="{59BC8A90-2223-E3B3-3D95-0EBCFB812F23}"/>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545F7198-C878-E20D-1FB2-E42A8A78A28C}"/>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8F3B15C5-4190-C7AB-2CDF-2D3ACCBB15A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65F939E0-4FD6-2BB5-5421-0B506A62A78F}"/>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239C7379-C19E-9AE6-CB5B-2451CFFD4A17}"/>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3" name="Title 4">
            <a:extLst>
              <a:ext uri="{FF2B5EF4-FFF2-40B4-BE49-F238E27FC236}">
                <a16:creationId xmlns:a16="http://schemas.microsoft.com/office/drawing/2014/main" id="{21AAEB23-95CA-45A9-837B-CD7BF8DDE56C}"/>
              </a:ext>
            </a:extLst>
          </p:cNvPr>
          <p:cNvSpPr>
            <a:spLocks noGrp="1"/>
          </p:cNvSpPr>
          <p:nvPr>
            <p:ph type="title"/>
          </p:nvPr>
        </p:nvSpPr>
        <p:spPr>
          <a:xfrm>
            <a:off x="551384" y="549274"/>
            <a:ext cx="6984776" cy="930372"/>
          </a:xfrm>
        </p:spPr>
        <p:txBody>
          <a:bodyPr/>
          <a:lstStyle/>
          <a:p>
            <a:r>
              <a:rPr lang="en-US"/>
              <a:t>Click to edit Master title style</a:t>
            </a:r>
            <a:endParaRPr lang="en-US" dirty="0"/>
          </a:p>
        </p:txBody>
      </p:sp>
      <p:sp>
        <p:nvSpPr>
          <p:cNvPr id="14" name="Content Placeholder 5">
            <a:extLst>
              <a:ext uri="{FF2B5EF4-FFF2-40B4-BE49-F238E27FC236}">
                <a16:creationId xmlns:a16="http://schemas.microsoft.com/office/drawing/2014/main" id="{F9DB2775-E9C6-BBF6-4F21-AC89CB5A2445}"/>
              </a:ext>
            </a:extLst>
          </p:cNvPr>
          <p:cNvSpPr>
            <a:spLocks noGrp="1"/>
          </p:cNvSpPr>
          <p:nvPr>
            <p:ph sz="quarter" idx="31"/>
          </p:nvPr>
        </p:nvSpPr>
        <p:spPr>
          <a:xfrm>
            <a:off x="551384" y="2132856"/>
            <a:ext cx="6984776"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0">
            <a:extLst>
              <a:ext uri="{FF2B5EF4-FFF2-40B4-BE49-F238E27FC236}">
                <a16:creationId xmlns:a16="http://schemas.microsoft.com/office/drawing/2014/main" id="{C3ABAB46-458D-AA82-5E79-A54A7AF168E3}"/>
              </a:ext>
            </a:extLst>
          </p:cNvPr>
          <p:cNvSpPr>
            <a:spLocks noGrp="1"/>
          </p:cNvSpPr>
          <p:nvPr>
            <p:ph sz="quarter" idx="28"/>
          </p:nvPr>
        </p:nvSpPr>
        <p:spPr>
          <a:xfrm>
            <a:off x="8341401" y="2132856"/>
            <a:ext cx="3299737"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hapter Placeholder 2">
            <a:extLst>
              <a:ext uri="{FF2B5EF4-FFF2-40B4-BE49-F238E27FC236}">
                <a16:creationId xmlns:a16="http://schemas.microsoft.com/office/drawing/2014/main" id="{6A60C175-61A3-58D8-BABE-160BC93795DC}"/>
              </a:ext>
            </a:extLst>
          </p:cNvPr>
          <p:cNvSpPr>
            <a:spLocks noGrp="1"/>
          </p:cNvSpPr>
          <p:nvPr>
            <p:ph type="body" sz="quarter" idx="13" hasCustomPrompt="1"/>
          </p:nvPr>
        </p:nvSpPr>
        <p:spPr>
          <a:xfrm>
            <a:off x="550863" y="266219"/>
            <a:ext cx="6983870"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7" name="Text Placeholder 10">
            <a:extLst>
              <a:ext uri="{FF2B5EF4-FFF2-40B4-BE49-F238E27FC236}">
                <a16:creationId xmlns:a16="http://schemas.microsoft.com/office/drawing/2014/main" id="{6C357538-B7AF-C31E-63AB-4F5FF078BFCB}"/>
              </a:ext>
            </a:extLst>
          </p:cNvPr>
          <p:cNvSpPr>
            <a:spLocks noGrp="1"/>
          </p:cNvSpPr>
          <p:nvPr>
            <p:ph type="body" sz="quarter" idx="27" hasCustomPrompt="1"/>
          </p:nvPr>
        </p:nvSpPr>
        <p:spPr>
          <a:xfrm>
            <a:off x="8341401" y="1634285"/>
            <a:ext cx="3299738"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GB" dirty="0"/>
              <a:t>Click to edit Master styles</a:t>
            </a:r>
          </a:p>
        </p:txBody>
      </p:sp>
    </p:spTree>
    <p:extLst>
      <p:ext uri="{BB962C8B-B14F-4D97-AF65-F5344CB8AC3E}">
        <p14:creationId xmlns:p14="http://schemas.microsoft.com/office/powerpoint/2010/main" val="1979439522"/>
      </p:ext>
    </p:extLst>
  </p:cSld>
  <p:clrMapOvr>
    <a:overrideClrMapping bg1="lt1" tx1="dk1" bg2="lt2" tx2="dk2" accent1="accent1" accent2="accent2" accent3="accent3" accent4="accent4" accent5="accent5" accent6="accent6" hlink="hlink" folHlink="folHlink"/>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Content 5">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AEFDD5A-0E10-35E6-046E-79E61257DDF1}"/>
              </a:ext>
            </a:extLst>
          </p:cNvPr>
          <p:cNvSpPr/>
          <p:nvPr userDrawn="1"/>
        </p:nvSpPr>
        <p:spPr>
          <a:xfrm rot="16200000" flipV="1">
            <a:off x="7103001" y="1768998"/>
            <a:ext cx="6857998" cy="3320006"/>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AA1EA1F2-A678-B9A4-119A-DA3923B39A3A}"/>
              </a:ext>
            </a:extLst>
          </p:cNvPr>
          <p:cNvGrpSpPr/>
          <p:nvPr userDrawn="1"/>
        </p:nvGrpSpPr>
        <p:grpSpPr>
          <a:xfrm>
            <a:off x="11770322" y="176700"/>
            <a:ext cx="260230" cy="240782"/>
            <a:chOff x="5481638" y="2859088"/>
            <a:chExt cx="1231900" cy="1139825"/>
          </a:xfrm>
          <a:solidFill>
            <a:schemeClr val="bg2"/>
          </a:solidFill>
        </p:grpSpPr>
        <p:sp>
          <p:nvSpPr>
            <p:cNvPr id="21" name="Freeform 320">
              <a:extLst>
                <a:ext uri="{FF2B5EF4-FFF2-40B4-BE49-F238E27FC236}">
                  <a16:creationId xmlns:a16="http://schemas.microsoft.com/office/drawing/2014/main" id="{F2CAAAB8-8F85-36D6-90A3-F9EF7CA3A4F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5CFC2EFB-5E04-2EE5-FF07-1211D0C87D5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2" name="Date Placeholder 1">
            <a:extLst>
              <a:ext uri="{FF2B5EF4-FFF2-40B4-BE49-F238E27FC236}">
                <a16:creationId xmlns:a16="http://schemas.microsoft.com/office/drawing/2014/main" id="{2B8F9C6F-5E55-F6B7-39D2-CF5A9A6F84BD}"/>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endParaRPr lang="en-US" dirty="0"/>
          </a:p>
        </p:txBody>
      </p:sp>
      <p:sp>
        <p:nvSpPr>
          <p:cNvPr id="3" name="Footer Placeholder 2">
            <a:extLst>
              <a:ext uri="{FF2B5EF4-FFF2-40B4-BE49-F238E27FC236}">
                <a16:creationId xmlns:a16="http://schemas.microsoft.com/office/drawing/2014/main" id="{230850CD-89CD-C34B-151D-32B983A0A5B1}"/>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C3F4590F-315C-56B0-3B3E-63266FA764B6}"/>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1FD69EF5-DC55-0043-E707-9957A11A30E5}"/>
              </a:ext>
            </a:extLst>
          </p:cNvPr>
          <p:cNvSpPr>
            <a:spLocks noGrp="1"/>
          </p:cNvSpPr>
          <p:nvPr>
            <p:ph type="body" sz="quarter" idx="22" hasCustomPrompt="1"/>
          </p:nvPr>
        </p:nvSpPr>
        <p:spPr>
          <a:xfrm>
            <a:off x="550200" y="1634286"/>
            <a:ext cx="7920880"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7" name="Title 4">
            <a:extLst>
              <a:ext uri="{FF2B5EF4-FFF2-40B4-BE49-F238E27FC236}">
                <a16:creationId xmlns:a16="http://schemas.microsoft.com/office/drawing/2014/main" id="{C93203A2-28D5-E542-8692-E8BEA6720D63}"/>
              </a:ext>
            </a:extLst>
          </p:cNvPr>
          <p:cNvSpPr>
            <a:spLocks noGrp="1"/>
          </p:cNvSpPr>
          <p:nvPr>
            <p:ph type="title"/>
          </p:nvPr>
        </p:nvSpPr>
        <p:spPr>
          <a:xfrm>
            <a:off x="551384" y="549274"/>
            <a:ext cx="7920880" cy="930372"/>
          </a:xfrm>
        </p:spPr>
        <p:txBody>
          <a:bodyPr/>
          <a:lstStyle/>
          <a:p>
            <a:r>
              <a:rPr lang="en-US"/>
              <a:t>Click to edit Master title style</a:t>
            </a:r>
            <a:endParaRPr lang="en-US" dirty="0"/>
          </a:p>
        </p:txBody>
      </p:sp>
      <p:sp>
        <p:nvSpPr>
          <p:cNvPr id="9" name="Content Placeholder 5">
            <a:extLst>
              <a:ext uri="{FF2B5EF4-FFF2-40B4-BE49-F238E27FC236}">
                <a16:creationId xmlns:a16="http://schemas.microsoft.com/office/drawing/2014/main" id="{D5680A08-73A9-5D82-7781-A59825059862}"/>
              </a:ext>
            </a:extLst>
          </p:cNvPr>
          <p:cNvSpPr>
            <a:spLocks noGrp="1"/>
          </p:cNvSpPr>
          <p:nvPr>
            <p:ph sz="quarter" idx="31"/>
          </p:nvPr>
        </p:nvSpPr>
        <p:spPr>
          <a:xfrm>
            <a:off x="551384" y="2132856"/>
            <a:ext cx="7920880"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20">
            <a:extLst>
              <a:ext uri="{FF2B5EF4-FFF2-40B4-BE49-F238E27FC236}">
                <a16:creationId xmlns:a16="http://schemas.microsoft.com/office/drawing/2014/main" id="{2D43B5A9-14F0-DD78-070F-A995030041DA}"/>
              </a:ext>
            </a:extLst>
          </p:cNvPr>
          <p:cNvSpPr>
            <a:spLocks noGrp="1"/>
          </p:cNvSpPr>
          <p:nvPr>
            <p:ph sz="quarter" idx="28"/>
          </p:nvPr>
        </p:nvSpPr>
        <p:spPr>
          <a:xfrm>
            <a:off x="9264352" y="2132856"/>
            <a:ext cx="2376786"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0">
            <a:extLst>
              <a:ext uri="{FF2B5EF4-FFF2-40B4-BE49-F238E27FC236}">
                <a16:creationId xmlns:a16="http://schemas.microsoft.com/office/drawing/2014/main" id="{5F56F677-F5B9-1784-B704-0F0DD8F83E23}"/>
              </a:ext>
            </a:extLst>
          </p:cNvPr>
          <p:cNvSpPr>
            <a:spLocks noGrp="1"/>
          </p:cNvSpPr>
          <p:nvPr>
            <p:ph type="body" sz="quarter" idx="27"/>
          </p:nvPr>
        </p:nvSpPr>
        <p:spPr>
          <a:xfrm>
            <a:off x="9264351" y="1635328"/>
            <a:ext cx="2376787"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4253892388"/>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Content 5 Chapterbox">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AEFDD5A-0E10-35E6-046E-79E61257DDF1}"/>
              </a:ext>
            </a:extLst>
          </p:cNvPr>
          <p:cNvSpPr/>
          <p:nvPr userDrawn="1"/>
        </p:nvSpPr>
        <p:spPr>
          <a:xfrm rot="16200000" flipV="1">
            <a:off x="7103001" y="1768998"/>
            <a:ext cx="6857998" cy="3320006"/>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0" name="Group 37">
            <a:extLst>
              <a:ext uri="{FF2B5EF4-FFF2-40B4-BE49-F238E27FC236}">
                <a16:creationId xmlns:a16="http://schemas.microsoft.com/office/drawing/2014/main" id="{AA1EA1F2-A678-B9A4-119A-DA3923B39A3A}"/>
              </a:ext>
            </a:extLst>
          </p:cNvPr>
          <p:cNvGrpSpPr/>
          <p:nvPr userDrawn="1"/>
        </p:nvGrpSpPr>
        <p:grpSpPr>
          <a:xfrm>
            <a:off x="11770322" y="176700"/>
            <a:ext cx="260230" cy="240782"/>
            <a:chOff x="5481638" y="2859088"/>
            <a:chExt cx="1231900" cy="1139825"/>
          </a:xfrm>
          <a:solidFill>
            <a:schemeClr val="bg2"/>
          </a:solidFill>
        </p:grpSpPr>
        <p:sp>
          <p:nvSpPr>
            <p:cNvPr id="21" name="Freeform 320">
              <a:extLst>
                <a:ext uri="{FF2B5EF4-FFF2-40B4-BE49-F238E27FC236}">
                  <a16:creationId xmlns:a16="http://schemas.microsoft.com/office/drawing/2014/main" id="{F2CAAAB8-8F85-36D6-90A3-F9EF7CA3A4F1}"/>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2" name="Freeform 321">
              <a:extLst>
                <a:ext uri="{FF2B5EF4-FFF2-40B4-BE49-F238E27FC236}">
                  <a16:creationId xmlns:a16="http://schemas.microsoft.com/office/drawing/2014/main" id="{5CFC2EFB-5E04-2EE5-FF07-1211D0C87D5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2" name="Date Placeholder 1">
            <a:extLst>
              <a:ext uri="{FF2B5EF4-FFF2-40B4-BE49-F238E27FC236}">
                <a16:creationId xmlns:a16="http://schemas.microsoft.com/office/drawing/2014/main" id="{2B8F9C6F-5E55-F6B7-39D2-CF5A9A6F84BD}"/>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230850CD-89CD-C34B-151D-32B983A0A5B1}"/>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C3F4590F-315C-56B0-3B3E-63266FA764B6}"/>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77CB4701-5EA8-F228-EB41-0CFF2D895F32}"/>
              </a:ext>
            </a:extLst>
          </p:cNvPr>
          <p:cNvSpPr>
            <a:spLocks noGrp="1"/>
          </p:cNvSpPr>
          <p:nvPr>
            <p:ph type="body" sz="quarter" idx="22" hasCustomPrompt="1"/>
          </p:nvPr>
        </p:nvSpPr>
        <p:spPr>
          <a:xfrm>
            <a:off x="550200" y="1634286"/>
            <a:ext cx="7920880"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A5D329F4-F440-1971-934F-BB7E30406179}"/>
              </a:ext>
            </a:extLst>
          </p:cNvPr>
          <p:cNvSpPr>
            <a:spLocks noGrp="1"/>
          </p:cNvSpPr>
          <p:nvPr>
            <p:ph type="title"/>
          </p:nvPr>
        </p:nvSpPr>
        <p:spPr>
          <a:xfrm>
            <a:off x="551384" y="549274"/>
            <a:ext cx="7920880" cy="930372"/>
          </a:xfrm>
        </p:spPr>
        <p:txBody>
          <a:bodyPr/>
          <a:lstStyle/>
          <a:p>
            <a:r>
              <a:rPr lang="en-US"/>
              <a:t>Click to edit Master title style</a:t>
            </a:r>
            <a:endParaRPr lang="en-US" dirty="0"/>
          </a:p>
        </p:txBody>
      </p:sp>
      <p:sp>
        <p:nvSpPr>
          <p:cNvPr id="11" name="Content Placeholder 5">
            <a:extLst>
              <a:ext uri="{FF2B5EF4-FFF2-40B4-BE49-F238E27FC236}">
                <a16:creationId xmlns:a16="http://schemas.microsoft.com/office/drawing/2014/main" id="{C57AAAE3-15FB-8EBD-D80A-38D40EBDDEBF}"/>
              </a:ext>
            </a:extLst>
          </p:cNvPr>
          <p:cNvSpPr>
            <a:spLocks noGrp="1"/>
          </p:cNvSpPr>
          <p:nvPr>
            <p:ph sz="quarter" idx="31"/>
          </p:nvPr>
        </p:nvSpPr>
        <p:spPr>
          <a:xfrm>
            <a:off x="551384" y="2132856"/>
            <a:ext cx="7920880"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0">
            <a:extLst>
              <a:ext uri="{FF2B5EF4-FFF2-40B4-BE49-F238E27FC236}">
                <a16:creationId xmlns:a16="http://schemas.microsoft.com/office/drawing/2014/main" id="{D9F4F301-816D-BBA5-0D4F-7106C88BF450}"/>
              </a:ext>
            </a:extLst>
          </p:cNvPr>
          <p:cNvSpPr>
            <a:spLocks noGrp="1"/>
          </p:cNvSpPr>
          <p:nvPr>
            <p:ph sz="quarter" idx="28"/>
          </p:nvPr>
        </p:nvSpPr>
        <p:spPr>
          <a:xfrm>
            <a:off x="9264352" y="2132856"/>
            <a:ext cx="2376786"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hapter Placeholder 2">
            <a:extLst>
              <a:ext uri="{FF2B5EF4-FFF2-40B4-BE49-F238E27FC236}">
                <a16:creationId xmlns:a16="http://schemas.microsoft.com/office/drawing/2014/main" id="{E584A6CD-5C38-ABB3-1278-14FD6AFFF366}"/>
              </a:ext>
            </a:extLst>
          </p:cNvPr>
          <p:cNvSpPr>
            <a:spLocks noGrp="1"/>
          </p:cNvSpPr>
          <p:nvPr>
            <p:ph type="body" sz="quarter" idx="13" hasCustomPrompt="1"/>
          </p:nvPr>
        </p:nvSpPr>
        <p:spPr>
          <a:xfrm>
            <a:off x="550862" y="266219"/>
            <a:ext cx="7919853"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7" name="Text Placeholder 10">
            <a:extLst>
              <a:ext uri="{FF2B5EF4-FFF2-40B4-BE49-F238E27FC236}">
                <a16:creationId xmlns:a16="http://schemas.microsoft.com/office/drawing/2014/main" id="{3D4DF89C-E36B-311B-F8AD-FE3524EF4EF8}"/>
              </a:ext>
            </a:extLst>
          </p:cNvPr>
          <p:cNvSpPr>
            <a:spLocks noGrp="1"/>
          </p:cNvSpPr>
          <p:nvPr>
            <p:ph type="body" sz="quarter" idx="27"/>
          </p:nvPr>
        </p:nvSpPr>
        <p:spPr>
          <a:xfrm>
            <a:off x="9264351" y="1634285"/>
            <a:ext cx="2376787"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2330681801"/>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Content 6">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142192-00F6-71C9-9A77-489CD275D234}"/>
              </a:ext>
            </a:extLst>
          </p:cNvPr>
          <p:cNvSpPr/>
          <p:nvPr userDrawn="1"/>
        </p:nvSpPr>
        <p:spPr>
          <a:xfrm rot="16200000" flipV="1">
            <a:off x="7563095" y="2229091"/>
            <a:ext cx="6857998" cy="2399819"/>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5" name="Group 37">
            <a:extLst>
              <a:ext uri="{FF2B5EF4-FFF2-40B4-BE49-F238E27FC236}">
                <a16:creationId xmlns:a16="http://schemas.microsoft.com/office/drawing/2014/main" id="{3DFDE37E-5420-F85E-8E48-40542DA08033}"/>
              </a:ext>
            </a:extLst>
          </p:cNvPr>
          <p:cNvGrpSpPr/>
          <p:nvPr userDrawn="1"/>
        </p:nvGrpSpPr>
        <p:grpSpPr>
          <a:xfrm>
            <a:off x="11770322" y="176700"/>
            <a:ext cx="260230" cy="240782"/>
            <a:chOff x="5481638" y="2859088"/>
            <a:chExt cx="1231900" cy="1139825"/>
          </a:xfrm>
          <a:solidFill>
            <a:schemeClr val="bg2"/>
          </a:solidFill>
        </p:grpSpPr>
        <p:sp>
          <p:nvSpPr>
            <p:cNvPr id="26" name="Freeform 320">
              <a:extLst>
                <a:ext uri="{FF2B5EF4-FFF2-40B4-BE49-F238E27FC236}">
                  <a16:creationId xmlns:a16="http://schemas.microsoft.com/office/drawing/2014/main" id="{AD48A599-A45D-8D69-AEA6-662642AD9D9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7" name="Freeform 321">
              <a:extLst>
                <a:ext uri="{FF2B5EF4-FFF2-40B4-BE49-F238E27FC236}">
                  <a16:creationId xmlns:a16="http://schemas.microsoft.com/office/drawing/2014/main" id="{D65A51CC-4C31-51CB-14AC-6B1601AB8A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D5AE9DA6-521B-F449-72BF-F6B58357D1E2}"/>
              </a:ext>
            </a:extLst>
          </p:cNvPr>
          <p:cNvSpPr>
            <a:spLocks noGrp="1"/>
          </p:cNvSpPr>
          <p:nvPr>
            <p:ph type="dt" sz="half" idx="2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B8E5A5A4-4ABB-75D4-0347-730FFE4FE623}"/>
              </a:ext>
            </a:extLst>
          </p:cNvPr>
          <p:cNvSpPr>
            <a:spLocks noGrp="1"/>
          </p:cNvSpPr>
          <p:nvPr>
            <p:ph type="ftr" sz="quarter" idx="26"/>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1D8486EB-33DC-2A07-4FA3-E55575E4F077}"/>
              </a:ext>
            </a:extLst>
          </p:cNvPr>
          <p:cNvSpPr>
            <a:spLocks noGrp="1"/>
          </p:cNvSpPr>
          <p:nvPr>
            <p:ph type="sldNum" sz="quarter" idx="27"/>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F49FFE9F-318B-AD07-86E6-3D605204274E}"/>
              </a:ext>
            </a:extLst>
          </p:cNvPr>
          <p:cNvSpPr>
            <a:spLocks noGrp="1"/>
          </p:cNvSpPr>
          <p:nvPr>
            <p:ph type="body" sz="quarter" idx="22" hasCustomPrompt="1"/>
          </p:nvPr>
        </p:nvSpPr>
        <p:spPr>
          <a:xfrm>
            <a:off x="550200" y="1634286"/>
            <a:ext cx="8954190"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0" name="Title 4">
            <a:extLst>
              <a:ext uri="{FF2B5EF4-FFF2-40B4-BE49-F238E27FC236}">
                <a16:creationId xmlns:a16="http://schemas.microsoft.com/office/drawing/2014/main" id="{6B5BE04E-C718-08CB-4873-0698E24EE643}"/>
              </a:ext>
            </a:extLst>
          </p:cNvPr>
          <p:cNvSpPr>
            <a:spLocks noGrp="1"/>
          </p:cNvSpPr>
          <p:nvPr>
            <p:ph type="title"/>
          </p:nvPr>
        </p:nvSpPr>
        <p:spPr>
          <a:xfrm>
            <a:off x="551384" y="549274"/>
            <a:ext cx="8954190" cy="930372"/>
          </a:xfrm>
        </p:spPr>
        <p:txBody>
          <a:bodyPr/>
          <a:lstStyle/>
          <a:p>
            <a:r>
              <a:rPr lang="en-US"/>
              <a:t>Click to edit Master title style</a:t>
            </a:r>
            <a:endParaRPr lang="en-US" dirty="0"/>
          </a:p>
        </p:txBody>
      </p:sp>
      <p:sp>
        <p:nvSpPr>
          <p:cNvPr id="12" name="Content Placeholder 5">
            <a:extLst>
              <a:ext uri="{FF2B5EF4-FFF2-40B4-BE49-F238E27FC236}">
                <a16:creationId xmlns:a16="http://schemas.microsoft.com/office/drawing/2014/main" id="{2AE819EF-5661-07DD-8D8E-3816C9C948FA}"/>
              </a:ext>
            </a:extLst>
          </p:cNvPr>
          <p:cNvSpPr>
            <a:spLocks noGrp="1"/>
          </p:cNvSpPr>
          <p:nvPr>
            <p:ph sz="quarter" idx="31"/>
          </p:nvPr>
        </p:nvSpPr>
        <p:spPr>
          <a:xfrm>
            <a:off x="551384" y="2132856"/>
            <a:ext cx="8954190"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20">
            <a:extLst>
              <a:ext uri="{FF2B5EF4-FFF2-40B4-BE49-F238E27FC236}">
                <a16:creationId xmlns:a16="http://schemas.microsoft.com/office/drawing/2014/main" id="{6FD27327-DD4E-745F-BEE6-F2456262CD9F}"/>
              </a:ext>
            </a:extLst>
          </p:cNvPr>
          <p:cNvSpPr>
            <a:spLocks noGrp="1"/>
          </p:cNvSpPr>
          <p:nvPr>
            <p:ph sz="quarter" idx="28"/>
          </p:nvPr>
        </p:nvSpPr>
        <p:spPr>
          <a:xfrm>
            <a:off x="10056440" y="2132856"/>
            <a:ext cx="15846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0">
            <a:extLst>
              <a:ext uri="{FF2B5EF4-FFF2-40B4-BE49-F238E27FC236}">
                <a16:creationId xmlns:a16="http://schemas.microsoft.com/office/drawing/2014/main" id="{50CD247E-0744-79CF-8F93-524394145128}"/>
              </a:ext>
            </a:extLst>
          </p:cNvPr>
          <p:cNvSpPr>
            <a:spLocks noGrp="1"/>
          </p:cNvSpPr>
          <p:nvPr>
            <p:ph type="body" sz="quarter" idx="32"/>
          </p:nvPr>
        </p:nvSpPr>
        <p:spPr>
          <a:xfrm>
            <a:off x="10056439" y="1634286"/>
            <a:ext cx="1584699"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19400248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Content 6  Chapterbox">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142192-00F6-71C9-9A77-489CD275D234}"/>
              </a:ext>
            </a:extLst>
          </p:cNvPr>
          <p:cNvSpPr/>
          <p:nvPr userDrawn="1"/>
        </p:nvSpPr>
        <p:spPr>
          <a:xfrm rot="16200000" flipV="1">
            <a:off x="7563095" y="2229091"/>
            <a:ext cx="6857998" cy="2399819"/>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25" name="Group 37">
            <a:extLst>
              <a:ext uri="{FF2B5EF4-FFF2-40B4-BE49-F238E27FC236}">
                <a16:creationId xmlns:a16="http://schemas.microsoft.com/office/drawing/2014/main" id="{3DFDE37E-5420-F85E-8E48-40542DA08033}"/>
              </a:ext>
            </a:extLst>
          </p:cNvPr>
          <p:cNvGrpSpPr/>
          <p:nvPr userDrawn="1"/>
        </p:nvGrpSpPr>
        <p:grpSpPr>
          <a:xfrm>
            <a:off x="11770322" y="176700"/>
            <a:ext cx="260230" cy="240782"/>
            <a:chOff x="5481638" y="2859088"/>
            <a:chExt cx="1231900" cy="1139825"/>
          </a:xfrm>
          <a:solidFill>
            <a:schemeClr val="bg2"/>
          </a:solidFill>
        </p:grpSpPr>
        <p:sp>
          <p:nvSpPr>
            <p:cNvPr id="26" name="Freeform 320">
              <a:extLst>
                <a:ext uri="{FF2B5EF4-FFF2-40B4-BE49-F238E27FC236}">
                  <a16:creationId xmlns:a16="http://schemas.microsoft.com/office/drawing/2014/main" id="{AD48A599-A45D-8D69-AEA6-662642AD9D93}"/>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27" name="Freeform 321">
              <a:extLst>
                <a:ext uri="{FF2B5EF4-FFF2-40B4-BE49-F238E27FC236}">
                  <a16:creationId xmlns:a16="http://schemas.microsoft.com/office/drawing/2014/main" id="{D65A51CC-4C31-51CB-14AC-6B1601AB8ADE}"/>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3" name="Date Placeholder 2">
            <a:extLst>
              <a:ext uri="{FF2B5EF4-FFF2-40B4-BE49-F238E27FC236}">
                <a16:creationId xmlns:a16="http://schemas.microsoft.com/office/drawing/2014/main" id="{D5AE9DA6-521B-F449-72BF-F6B58357D1E2}"/>
              </a:ext>
            </a:extLst>
          </p:cNvPr>
          <p:cNvSpPr>
            <a:spLocks noGrp="1"/>
          </p:cNvSpPr>
          <p:nvPr>
            <p:ph type="dt" sz="half" idx="2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B8E5A5A4-4ABB-75D4-0347-730FFE4FE623}"/>
              </a:ext>
            </a:extLst>
          </p:cNvPr>
          <p:cNvSpPr>
            <a:spLocks noGrp="1"/>
          </p:cNvSpPr>
          <p:nvPr>
            <p:ph type="ftr" sz="quarter" idx="26"/>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1D8486EB-33DC-2A07-4FA3-E55575E4F077}"/>
              </a:ext>
            </a:extLst>
          </p:cNvPr>
          <p:cNvSpPr>
            <a:spLocks noGrp="1"/>
          </p:cNvSpPr>
          <p:nvPr>
            <p:ph type="sldNum" sz="quarter" idx="27"/>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73D4D2DE-857C-432B-542C-776B73D12295}"/>
              </a:ext>
            </a:extLst>
          </p:cNvPr>
          <p:cNvSpPr>
            <a:spLocks noGrp="1"/>
          </p:cNvSpPr>
          <p:nvPr>
            <p:ph type="body" sz="quarter" idx="22" hasCustomPrompt="1"/>
          </p:nvPr>
        </p:nvSpPr>
        <p:spPr>
          <a:xfrm>
            <a:off x="550200" y="1634286"/>
            <a:ext cx="8954190"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2" name="Title 4">
            <a:extLst>
              <a:ext uri="{FF2B5EF4-FFF2-40B4-BE49-F238E27FC236}">
                <a16:creationId xmlns:a16="http://schemas.microsoft.com/office/drawing/2014/main" id="{D58330D2-B44D-B4BF-A2E5-010DDD74BFE7}"/>
              </a:ext>
            </a:extLst>
          </p:cNvPr>
          <p:cNvSpPr>
            <a:spLocks noGrp="1"/>
          </p:cNvSpPr>
          <p:nvPr>
            <p:ph type="title"/>
          </p:nvPr>
        </p:nvSpPr>
        <p:spPr>
          <a:xfrm>
            <a:off x="551384" y="549274"/>
            <a:ext cx="8954190" cy="930372"/>
          </a:xfrm>
        </p:spPr>
        <p:txBody>
          <a:bodyPr/>
          <a:lstStyle/>
          <a:p>
            <a:r>
              <a:rPr lang="en-US"/>
              <a:t>Click to edit Master title style</a:t>
            </a:r>
            <a:endParaRPr lang="en-US" dirty="0"/>
          </a:p>
        </p:txBody>
      </p:sp>
      <p:sp>
        <p:nvSpPr>
          <p:cNvPr id="13" name="Content Placeholder 5">
            <a:extLst>
              <a:ext uri="{FF2B5EF4-FFF2-40B4-BE49-F238E27FC236}">
                <a16:creationId xmlns:a16="http://schemas.microsoft.com/office/drawing/2014/main" id="{BD895A44-21D8-7652-F6B3-A65F96845F49}"/>
              </a:ext>
            </a:extLst>
          </p:cNvPr>
          <p:cNvSpPr>
            <a:spLocks noGrp="1"/>
          </p:cNvSpPr>
          <p:nvPr>
            <p:ph sz="quarter" idx="31"/>
          </p:nvPr>
        </p:nvSpPr>
        <p:spPr>
          <a:xfrm>
            <a:off x="551384" y="2132856"/>
            <a:ext cx="8954190"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0">
            <a:extLst>
              <a:ext uri="{FF2B5EF4-FFF2-40B4-BE49-F238E27FC236}">
                <a16:creationId xmlns:a16="http://schemas.microsoft.com/office/drawing/2014/main" id="{B7B3AFE6-55A3-42D9-6DD3-DA26A44341E4}"/>
              </a:ext>
            </a:extLst>
          </p:cNvPr>
          <p:cNvSpPr>
            <a:spLocks noGrp="1"/>
          </p:cNvSpPr>
          <p:nvPr>
            <p:ph sz="quarter" idx="28"/>
          </p:nvPr>
        </p:nvSpPr>
        <p:spPr>
          <a:xfrm>
            <a:off x="10056440" y="2132856"/>
            <a:ext cx="1584698" cy="4207618"/>
          </a:xfrm>
        </p:spPr>
        <p:txBody>
          <a:bodyPr/>
          <a:lstStyle>
            <a:lvl1pPr>
              <a:defRPr>
                <a:solidFill>
                  <a:schemeClr val="bg1"/>
                </a:solidFill>
              </a:defRPr>
            </a:lvl1pPr>
            <a:lvl2pPr>
              <a:buClr>
                <a:schemeClr val="bg2"/>
              </a:buClr>
              <a:defRPr>
                <a:solidFill>
                  <a:schemeClr val="bg1"/>
                </a:solidFill>
              </a:defRPr>
            </a:lvl2pPr>
            <a:lvl3pPr>
              <a:buClr>
                <a:schemeClr val="bg2"/>
              </a:buClr>
              <a:defRPr>
                <a:solidFill>
                  <a:schemeClr val="bg1"/>
                </a:solidFill>
              </a:defRPr>
            </a:lvl3pPr>
            <a:lvl4pPr>
              <a:defRPr>
                <a:solidFill>
                  <a:schemeClr val="bg1"/>
                </a:solidFill>
              </a:defRPr>
            </a:lvl4pPr>
            <a:lvl5pPr>
              <a:buClr>
                <a:schemeClr val="bg2"/>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hapter Placeholder 2">
            <a:extLst>
              <a:ext uri="{FF2B5EF4-FFF2-40B4-BE49-F238E27FC236}">
                <a16:creationId xmlns:a16="http://schemas.microsoft.com/office/drawing/2014/main" id="{32B7BC2A-9784-4487-0ABA-5451BC0797E4}"/>
              </a:ext>
            </a:extLst>
          </p:cNvPr>
          <p:cNvSpPr>
            <a:spLocks noGrp="1"/>
          </p:cNvSpPr>
          <p:nvPr>
            <p:ph type="body" sz="quarter" idx="13" hasCustomPrompt="1"/>
          </p:nvPr>
        </p:nvSpPr>
        <p:spPr>
          <a:xfrm>
            <a:off x="550862" y="266219"/>
            <a:ext cx="8953029"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
        <p:nvSpPr>
          <p:cNvPr id="16" name="Text Placeholder 10">
            <a:extLst>
              <a:ext uri="{FF2B5EF4-FFF2-40B4-BE49-F238E27FC236}">
                <a16:creationId xmlns:a16="http://schemas.microsoft.com/office/drawing/2014/main" id="{5A4921A4-14DE-EAC1-42A7-044F67135397}"/>
              </a:ext>
            </a:extLst>
          </p:cNvPr>
          <p:cNvSpPr>
            <a:spLocks noGrp="1"/>
          </p:cNvSpPr>
          <p:nvPr>
            <p:ph type="body" sz="quarter" idx="32"/>
          </p:nvPr>
        </p:nvSpPr>
        <p:spPr>
          <a:xfrm>
            <a:off x="10056439" y="1635328"/>
            <a:ext cx="1584699" cy="307777"/>
          </a:xfrm>
          <a:prstGeom prst="rect">
            <a:avLst/>
          </a:prstGeom>
        </p:spPr>
        <p:txBody>
          <a:bodyPr vert="horz" wrap="square" lIns="0" tIns="0" rIns="0" bIns="0" rtlCol="0">
            <a:spAutoFit/>
          </a:bodyPr>
          <a:lstStyle>
            <a:lvl1pPr>
              <a:defRPr lang="en-US" sz="2000" b="1" smtClean="0">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1021023473"/>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7" name="Content Placeholder 17">
            <a:extLst>
              <a:ext uri="{FF2B5EF4-FFF2-40B4-BE49-F238E27FC236}">
                <a16:creationId xmlns:a16="http://schemas.microsoft.com/office/drawing/2014/main" id="{9419F9B9-A3F9-F338-CA95-2522ADFD9276}"/>
              </a:ext>
            </a:extLst>
          </p:cNvPr>
          <p:cNvSpPr>
            <a:spLocks noGrp="1"/>
          </p:cNvSpPr>
          <p:nvPr>
            <p:ph sz="quarter" idx="23"/>
          </p:nvPr>
        </p:nvSpPr>
        <p:spPr>
          <a:xfrm>
            <a:off x="6646863" y="1772816"/>
            <a:ext cx="4993753" cy="453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dirty="0"/>
          </a:p>
        </p:txBody>
      </p:sp>
      <p:sp>
        <p:nvSpPr>
          <p:cNvPr id="3" name="Date Placeholder 2">
            <a:extLst>
              <a:ext uri="{FF2B5EF4-FFF2-40B4-BE49-F238E27FC236}">
                <a16:creationId xmlns:a16="http://schemas.microsoft.com/office/drawing/2014/main" id="{885B9FD2-6048-2D15-B439-6975CB885DBE}"/>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043C87BC-20D2-3A31-20C8-5F67B34C654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0288BCF5-D034-A931-945B-6AA231F982A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itle 7">
            <a:extLst>
              <a:ext uri="{FF2B5EF4-FFF2-40B4-BE49-F238E27FC236}">
                <a16:creationId xmlns:a16="http://schemas.microsoft.com/office/drawing/2014/main" id="{0AB69793-A772-75BC-7546-86D4C99DA295}"/>
              </a:ext>
            </a:extLst>
          </p:cNvPr>
          <p:cNvSpPr>
            <a:spLocks noGrp="1"/>
          </p:cNvSpPr>
          <p:nvPr>
            <p:ph type="title"/>
          </p:nvPr>
        </p:nvSpPr>
        <p:spPr/>
        <p:txBody>
          <a:bodyPr/>
          <a:lstStyle/>
          <a:p>
            <a:r>
              <a:rPr lang="en-US"/>
              <a:t>Click to edit Master title style</a:t>
            </a:r>
          </a:p>
        </p:txBody>
      </p:sp>
      <p:sp>
        <p:nvSpPr>
          <p:cNvPr id="5" name="Text Placeholder 9">
            <a:extLst>
              <a:ext uri="{FF2B5EF4-FFF2-40B4-BE49-F238E27FC236}">
                <a16:creationId xmlns:a16="http://schemas.microsoft.com/office/drawing/2014/main" id="{3CDC2611-10F8-E402-48FE-760013A0A338}"/>
              </a:ext>
            </a:extLst>
          </p:cNvPr>
          <p:cNvSpPr>
            <a:spLocks noGrp="1"/>
          </p:cNvSpPr>
          <p:nvPr>
            <p:ph type="body" sz="quarter" idx="22" hasCustomPrompt="1"/>
          </p:nvPr>
        </p:nvSpPr>
        <p:spPr>
          <a:xfrm>
            <a:off x="550200" y="1634286"/>
            <a:ext cx="5545800"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Tree>
    <p:extLst>
      <p:ext uri="{BB962C8B-B14F-4D97-AF65-F5344CB8AC3E}">
        <p14:creationId xmlns:p14="http://schemas.microsoft.com/office/powerpoint/2010/main" val="243779824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Content 7 Chapterbox">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5B9FD2-6048-2D15-B439-6975CB885DBE}"/>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043C87BC-20D2-3A31-20C8-5F67B34C654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6" name="Slide Number Placeholder 5">
            <a:extLst>
              <a:ext uri="{FF2B5EF4-FFF2-40B4-BE49-F238E27FC236}">
                <a16:creationId xmlns:a16="http://schemas.microsoft.com/office/drawing/2014/main" id="{0288BCF5-D034-A931-945B-6AA231F982A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5" name="Content Placeholder 17">
            <a:extLst>
              <a:ext uri="{FF2B5EF4-FFF2-40B4-BE49-F238E27FC236}">
                <a16:creationId xmlns:a16="http://schemas.microsoft.com/office/drawing/2014/main" id="{2A1A29B9-2771-6C2E-7B5A-537C6A3853DB}"/>
              </a:ext>
            </a:extLst>
          </p:cNvPr>
          <p:cNvSpPr>
            <a:spLocks noGrp="1"/>
          </p:cNvSpPr>
          <p:nvPr>
            <p:ph sz="quarter" idx="23"/>
          </p:nvPr>
        </p:nvSpPr>
        <p:spPr>
          <a:xfrm>
            <a:off x="6646863" y="1772816"/>
            <a:ext cx="4993753" cy="453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dirty="0"/>
          </a:p>
        </p:txBody>
      </p:sp>
      <p:sp>
        <p:nvSpPr>
          <p:cNvPr id="10" name="Title 7">
            <a:extLst>
              <a:ext uri="{FF2B5EF4-FFF2-40B4-BE49-F238E27FC236}">
                <a16:creationId xmlns:a16="http://schemas.microsoft.com/office/drawing/2014/main" id="{52EA2223-D8E1-77DA-D101-DFCD3DC98210}"/>
              </a:ext>
            </a:extLst>
          </p:cNvPr>
          <p:cNvSpPr>
            <a:spLocks noGrp="1"/>
          </p:cNvSpPr>
          <p:nvPr>
            <p:ph type="title"/>
          </p:nvPr>
        </p:nvSpPr>
        <p:spPr>
          <a:xfrm>
            <a:off x="551384" y="549274"/>
            <a:ext cx="11090938" cy="930372"/>
          </a:xfrm>
        </p:spPr>
        <p:txBody>
          <a:bodyPr/>
          <a:lstStyle/>
          <a:p>
            <a:r>
              <a:rPr lang="en-US"/>
              <a:t>Click to edit Master title style</a:t>
            </a:r>
          </a:p>
        </p:txBody>
      </p:sp>
      <p:sp>
        <p:nvSpPr>
          <p:cNvPr id="11" name="Text Placeholder 9">
            <a:extLst>
              <a:ext uri="{FF2B5EF4-FFF2-40B4-BE49-F238E27FC236}">
                <a16:creationId xmlns:a16="http://schemas.microsoft.com/office/drawing/2014/main" id="{BC80BDE3-7543-F16D-453F-B5134E4E1B35}"/>
              </a:ext>
            </a:extLst>
          </p:cNvPr>
          <p:cNvSpPr>
            <a:spLocks noGrp="1"/>
          </p:cNvSpPr>
          <p:nvPr>
            <p:ph type="body" sz="quarter" idx="22" hasCustomPrompt="1"/>
          </p:nvPr>
        </p:nvSpPr>
        <p:spPr>
          <a:xfrm>
            <a:off x="550200" y="1634286"/>
            <a:ext cx="5545800"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2" name="Chapter Placeholder 2">
            <a:extLst>
              <a:ext uri="{FF2B5EF4-FFF2-40B4-BE49-F238E27FC236}">
                <a16:creationId xmlns:a16="http://schemas.microsoft.com/office/drawing/2014/main" id="{0AA21B56-8077-BFD8-789F-17BFDAAE3DB4}"/>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1356999407"/>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Content 3 Boxes">
    <p:spTree>
      <p:nvGrpSpPr>
        <p:cNvPr id="1" name=""/>
        <p:cNvGrpSpPr/>
        <p:nvPr/>
      </p:nvGrpSpPr>
      <p:grpSpPr>
        <a:xfrm>
          <a:off x="0" y="0"/>
          <a:ext cx="0" cy="0"/>
          <a:chOff x="0" y="0"/>
          <a:chExt cx="0" cy="0"/>
        </a:xfrm>
      </p:grpSpPr>
      <p:sp>
        <p:nvSpPr>
          <p:cNvPr id="16" name="Text Placeholder 9">
            <a:extLst>
              <a:ext uri="{FF2B5EF4-FFF2-40B4-BE49-F238E27FC236}">
                <a16:creationId xmlns:a16="http://schemas.microsoft.com/office/drawing/2014/main" id="{4075E3DD-DFAB-FD26-4572-504E4FADE53C}"/>
              </a:ext>
            </a:extLst>
          </p:cNvPr>
          <p:cNvSpPr>
            <a:spLocks noGrp="1"/>
          </p:cNvSpPr>
          <p:nvPr>
            <p:ph type="body" sz="quarter" idx="22"/>
          </p:nvPr>
        </p:nvSpPr>
        <p:spPr>
          <a:xfrm>
            <a:off x="550863" y="1628800"/>
            <a:ext cx="3546000" cy="615553"/>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17" name="Text Placeholder 9">
            <a:extLst>
              <a:ext uri="{FF2B5EF4-FFF2-40B4-BE49-F238E27FC236}">
                <a16:creationId xmlns:a16="http://schemas.microsoft.com/office/drawing/2014/main" id="{8E9CAB7D-9C7B-E2E2-9B30-A81C31152C20}"/>
              </a:ext>
            </a:extLst>
          </p:cNvPr>
          <p:cNvSpPr>
            <a:spLocks noGrp="1"/>
          </p:cNvSpPr>
          <p:nvPr>
            <p:ph type="body" sz="quarter" idx="35"/>
          </p:nvPr>
        </p:nvSpPr>
        <p:spPr>
          <a:xfrm>
            <a:off x="4324134" y="1628800"/>
            <a:ext cx="3546000" cy="615553"/>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23" name="Text Placeholder 9">
            <a:extLst>
              <a:ext uri="{FF2B5EF4-FFF2-40B4-BE49-F238E27FC236}">
                <a16:creationId xmlns:a16="http://schemas.microsoft.com/office/drawing/2014/main" id="{D6B28239-8A4A-2BC4-1B13-1201AC1B835B}"/>
              </a:ext>
            </a:extLst>
          </p:cNvPr>
          <p:cNvSpPr>
            <a:spLocks noGrp="1"/>
          </p:cNvSpPr>
          <p:nvPr>
            <p:ph type="body" sz="quarter" idx="36"/>
          </p:nvPr>
        </p:nvSpPr>
        <p:spPr>
          <a:xfrm>
            <a:off x="8097719" y="1628800"/>
            <a:ext cx="3509377" cy="615553"/>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24" name="Content Placeholder 2">
            <a:extLst>
              <a:ext uri="{FF2B5EF4-FFF2-40B4-BE49-F238E27FC236}">
                <a16:creationId xmlns:a16="http://schemas.microsoft.com/office/drawing/2014/main" id="{0228FE89-58D3-520A-49C5-58E95AF8757A}"/>
              </a:ext>
            </a:extLst>
          </p:cNvPr>
          <p:cNvSpPr>
            <a:spLocks noGrp="1"/>
          </p:cNvSpPr>
          <p:nvPr>
            <p:ph sz="quarter" idx="37"/>
          </p:nvPr>
        </p:nvSpPr>
        <p:spPr>
          <a:xfrm>
            <a:off x="550864" y="2471738"/>
            <a:ext cx="3544934"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5" name="Content Placeholder 2">
            <a:extLst>
              <a:ext uri="{FF2B5EF4-FFF2-40B4-BE49-F238E27FC236}">
                <a16:creationId xmlns:a16="http://schemas.microsoft.com/office/drawing/2014/main" id="{CBF39E6D-DB1F-781A-6BDD-7C107DD91974}"/>
              </a:ext>
            </a:extLst>
          </p:cNvPr>
          <p:cNvSpPr>
            <a:spLocks noGrp="1"/>
          </p:cNvSpPr>
          <p:nvPr>
            <p:ph sz="quarter" idx="43"/>
          </p:nvPr>
        </p:nvSpPr>
        <p:spPr>
          <a:xfrm>
            <a:off x="4322749" y="2471738"/>
            <a:ext cx="3544934"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6" name="Content Placeholder 2">
            <a:extLst>
              <a:ext uri="{FF2B5EF4-FFF2-40B4-BE49-F238E27FC236}">
                <a16:creationId xmlns:a16="http://schemas.microsoft.com/office/drawing/2014/main" id="{1CB95990-A777-8921-215A-C8A73F186031}"/>
              </a:ext>
            </a:extLst>
          </p:cNvPr>
          <p:cNvSpPr>
            <a:spLocks noGrp="1"/>
          </p:cNvSpPr>
          <p:nvPr>
            <p:ph sz="quarter" idx="44"/>
          </p:nvPr>
        </p:nvSpPr>
        <p:spPr>
          <a:xfrm>
            <a:off x="8062162" y="2471738"/>
            <a:ext cx="3544934"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 name="Date Placeholder 1">
            <a:extLst>
              <a:ext uri="{FF2B5EF4-FFF2-40B4-BE49-F238E27FC236}">
                <a16:creationId xmlns:a16="http://schemas.microsoft.com/office/drawing/2014/main" id="{0C75832D-4FE3-EA04-12B9-E1273FD483F9}"/>
              </a:ext>
            </a:extLst>
          </p:cNvPr>
          <p:cNvSpPr>
            <a:spLocks noGrp="1"/>
          </p:cNvSpPr>
          <p:nvPr>
            <p:ph type="dt" sz="half" idx="4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5B94528A-812C-C7DE-A787-ABF5508E4B6F}"/>
              </a:ext>
            </a:extLst>
          </p:cNvPr>
          <p:cNvSpPr>
            <a:spLocks noGrp="1"/>
          </p:cNvSpPr>
          <p:nvPr>
            <p:ph type="ftr" sz="quarter" idx="46"/>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29042902-22AE-CB28-435A-B90F5D3E43B3}"/>
              </a:ext>
            </a:extLst>
          </p:cNvPr>
          <p:cNvSpPr>
            <a:spLocks noGrp="1"/>
          </p:cNvSpPr>
          <p:nvPr>
            <p:ph type="sldNum" sz="quarter" idx="47"/>
          </p:nvPr>
        </p:nvSpPr>
        <p:spPr/>
        <p:txBody>
          <a:bodyPr/>
          <a:lstStyle/>
          <a:p>
            <a:pPr algn="r"/>
            <a:fld id="{5D9A5160-6218-4E5A-B9E6-B93E3DAE377C}" type="slidenum">
              <a:rPr lang="en-US" smtClean="0"/>
              <a:pPr algn="r"/>
              <a:t>‹#›</a:t>
            </a:fld>
            <a:endParaRPr lang="en-US"/>
          </a:p>
        </p:txBody>
      </p:sp>
      <p:sp>
        <p:nvSpPr>
          <p:cNvPr id="5" name="Title 4">
            <a:extLst>
              <a:ext uri="{FF2B5EF4-FFF2-40B4-BE49-F238E27FC236}">
                <a16:creationId xmlns:a16="http://schemas.microsoft.com/office/drawing/2014/main" id="{7D17B910-3BBD-74AE-2117-34ABBECEE37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922041036"/>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Content 3 Boxes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75832D-4FE3-EA04-12B9-E1273FD483F9}"/>
              </a:ext>
            </a:extLst>
          </p:cNvPr>
          <p:cNvSpPr>
            <a:spLocks noGrp="1"/>
          </p:cNvSpPr>
          <p:nvPr>
            <p:ph type="dt" sz="half" idx="4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5B94528A-812C-C7DE-A787-ABF5508E4B6F}"/>
              </a:ext>
            </a:extLst>
          </p:cNvPr>
          <p:cNvSpPr>
            <a:spLocks noGrp="1"/>
          </p:cNvSpPr>
          <p:nvPr>
            <p:ph type="ftr" sz="quarter" idx="46"/>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29042902-22AE-CB28-435A-B90F5D3E43B3}"/>
              </a:ext>
            </a:extLst>
          </p:cNvPr>
          <p:cNvSpPr>
            <a:spLocks noGrp="1"/>
          </p:cNvSpPr>
          <p:nvPr>
            <p:ph type="sldNum" sz="quarter" idx="47"/>
          </p:nvPr>
        </p:nvSpPr>
        <p:spPr/>
        <p:txBody>
          <a:bodyPr/>
          <a:lstStyle/>
          <a:p>
            <a:pPr algn="r"/>
            <a:fld id="{5D9A5160-6218-4E5A-B9E6-B93E3DAE377C}" type="slidenum">
              <a:rPr lang="en-US" smtClean="0"/>
              <a:pPr algn="r"/>
              <a:t>‹#›</a:t>
            </a:fld>
            <a:endParaRPr lang="en-US"/>
          </a:p>
        </p:txBody>
      </p:sp>
      <p:sp>
        <p:nvSpPr>
          <p:cNvPr id="5" name="Text Placeholder 9">
            <a:extLst>
              <a:ext uri="{FF2B5EF4-FFF2-40B4-BE49-F238E27FC236}">
                <a16:creationId xmlns:a16="http://schemas.microsoft.com/office/drawing/2014/main" id="{C00665E5-BDA3-E8BD-B7E9-82C2A9449AC5}"/>
              </a:ext>
            </a:extLst>
          </p:cNvPr>
          <p:cNvSpPr>
            <a:spLocks noGrp="1"/>
          </p:cNvSpPr>
          <p:nvPr>
            <p:ph type="body" sz="quarter" idx="22"/>
          </p:nvPr>
        </p:nvSpPr>
        <p:spPr>
          <a:xfrm>
            <a:off x="550863" y="1628800"/>
            <a:ext cx="3546000" cy="615553"/>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8" name="Text Placeholder 9">
            <a:extLst>
              <a:ext uri="{FF2B5EF4-FFF2-40B4-BE49-F238E27FC236}">
                <a16:creationId xmlns:a16="http://schemas.microsoft.com/office/drawing/2014/main" id="{5DCD0BDB-5B44-5F28-AE7C-A6DDA74FA4C6}"/>
              </a:ext>
            </a:extLst>
          </p:cNvPr>
          <p:cNvSpPr>
            <a:spLocks noGrp="1"/>
          </p:cNvSpPr>
          <p:nvPr>
            <p:ph type="body" sz="quarter" idx="35"/>
          </p:nvPr>
        </p:nvSpPr>
        <p:spPr>
          <a:xfrm>
            <a:off x="4324134" y="1628800"/>
            <a:ext cx="3546000" cy="615553"/>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9" name="Text Placeholder 9">
            <a:extLst>
              <a:ext uri="{FF2B5EF4-FFF2-40B4-BE49-F238E27FC236}">
                <a16:creationId xmlns:a16="http://schemas.microsoft.com/office/drawing/2014/main" id="{E5A9C862-F068-5FA8-B790-33B9E92B9717}"/>
              </a:ext>
            </a:extLst>
          </p:cNvPr>
          <p:cNvSpPr>
            <a:spLocks noGrp="1"/>
          </p:cNvSpPr>
          <p:nvPr>
            <p:ph type="body" sz="quarter" idx="36"/>
          </p:nvPr>
        </p:nvSpPr>
        <p:spPr>
          <a:xfrm>
            <a:off x="8097719" y="1628800"/>
            <a:ext cx="3509377" cy="615553"/>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10" name="Content Placeholder 2">
            <a:extLst>
              <a:ext uri="{FF2B5EF4-FFF2-40B4-BE49-F238E27FC236}">
                <a16:creationId xmlns:a16="http://schemas.microsoft.com/office/drawing/2014/main" id="{03D01268-B758-D427-140C-0987162EAFE5}"/>
              </a:ext>
            </a:extLst>
          </p:cNvPr>
          <p:cNvSpPr>
            <a:spLocks noGrp="1"/>
          </p:cNvSpPr>
          <p:nvPr>
            <p:ph sz="quarter" idx="37"/>
          </p:nvPr>
        </p:nvSpPr>
        <p:spPr>
          <a:xfrm>
            <a:off x="550864" y="2471738"/>
            <a:ext cx="3544934"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1" name="Content Placeholder 2">
            <a:extLst>
              <a:ext uri="{FF2B5EF4-FFF2-40B4-BE49-F238E27FC236}">
                <a16:creationId xmlns:a16="http://schemas.microsoft.com/office/drawing/2014/main" id="{4EAE12CE-6A8B-E8C1-80C3-2C87D81A22C3}"/>
              </a:ext>
            </a:extLst>
          </p:cNvPr>
          <p:cNvSpPr>
            <a:spLocks noGrp="1"/>
          </p:cNvSpPr>
          <p:nvPr>
            <p:ph sz="quarter" idx="43"/>
          </p:nvPr>
        </p:nvSpPr>
        <p:spPr>
          <a:xfrm>
            <a:off x="4322749" y="2471738"/>
            <a:ext cx="3544934"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2" name="Content Placeholder 2">
            <a:extLst>
              <a:ext uri="{FF2B5EF4-FFF2-40B4-BE49-F238E27FC236}">
                <a16:creationId xmlns:a16="http://schemas.microsoft.com/office/drawing/2014/main" id="{A1EE52F1-A13F-231A-A204-62146E8BB729}"/>
              </a:ext>
            </a:extLst>
          </p:cNvPr>
          <p:cNvSpPr>
            <a:spLocks noGrp="1"/>
          </p:cNvSpPr>
          <p:nvPr>
            <p:ph sz="quarter" idx="44"/>
          </p:nvPr>
        </p:nvSpPr>
        <p:spPr>
          <a:xfrm>
            <a:off x="8062162" y="2471738"/>
            <a:ext cx="3544934" cy="38623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3" name="Title 4">
            <a:extLst>
              <a:ext uri="{FF2B5EF4-FFF2-40B4-BE49-F238E27FC236}">
                <a16:creationId xmlns:a16="http://schemas.microsoft.com/office/drawing/2014/main" id="{A6EAC310-8D5D-2E10-9194-8635143AE73C}"/>
              </a:ext>
            </a:extLst>
          </p:cNvPr>
          <p:cNvSpPr>
            <a:spLocks noGrp="1"/>
          </p:cNvSpPr>
          <p:nvPr>
            <p:ph type="title"/>
          </p:nvPr>
        </p:nvSpPr>
        <p:spPr>
          <a:xfrm>
            <a:off x="551384" y="549274"/>
            <a:ext cx="11090938" cy="930372"/>
          </a:xfrm>
        </p:spPr>
        <p:txBody>
          <a:bodyPr/>
          <a:lstStyle/>
          <a:p>
            <a:r>
              <a:rPr lang="en-US"/>
              <a:t>Click to edit Master title style</a:t>
            </a:r>
          </a:p>
        </p:txBody>
      </p:sp>
      <p:sp>
        <p:nvSpPr>
          <p:cNvPr id="14" name="Chapter Placeholder 2">
            <a:extLst>
              <a:ext uri="{FF2B5EF4-FFF2-40B4-BE49-F238E27FC236}">
                <a16:creationId xmlns:a16="http://schemas.microsoft.com/office/drawing/2014/main" id="{0198E6F0-06BA-7AF7-87A6-64D7D7D3B402}"/>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283216616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5" name="Text Placeholder 9">
            <a:extLst>
              <a:ext uri="{FF2B5EF4-FFF2-40B4-BE49-F238E27FC236}">
                <a16:creationId xmlns:a16="http://schemas.microsoft.com/office/drawing/2014/main" id="{A0B15415-1D8C-B1CF-007F-AF25F5E8B5E0}"/>
              </a:ext>
            </a:extLst>
          </p:cNvPr>
          <p:cNvSpPr>
            <a:spLocks noGrp="1"/>
          </p:cNvSpPr>
          <p:nvPr>
            <p:ph type="body" sz="quarter" idx="22"/>
          </p:nvPr>
        </p:nvSpPr>
        <p:spPr>
          <a:xfrm>
            <a:off x="550864" y="1628800"/>
            <a:ext cx="5330138" cy="307777"/>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8" name="Content Placeholder 17">
            <a:extLst>
              <a:ext uri="{FF2B5EF4-FFF2-40B4-BE49-F238E27FC236}">
                <a16:creationId xmlns:a16="http://schemas.microsoft.com/office/drawing/2014/main" id="{88A06028-7957-3D06-79FE-33A3DA8C8299}"/>
              </a:ext>
            </a:extLst>
          </p:cNvPr>
          <p:cNvSpPr>
            <a:spLocks noGrp="1"/>
          </p:cNvSpPr>
          <p:nvPr>
            <p:ph sz="quarter" idx="23"/>
          </p:nvPr>
        </p:nvSpPr>
        <p:spPr>
          <a:xfrm>
            <a:off x="550862" y="2492896"/>
            <a:ext cx="5330138"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0" name="Text Placeholder 9">
            <a:extLst>
              <a:ext uri="{FF2B5EF4-FFF2-40B4-BE49-F238E27FC236}">
                <a16:creationId xmlns:a16="http://schemas.microsoft.com/office/drawing/2014/main" id="{DCC3AC80-AAB0-BD9C-DCE4-4B771F2625EE}"/>
              </a:ext>
            </a:extLst>
          </p:cNvPr>
          <p:cNvSpPr>
            <a:spLocks noGrp="1"/>
          </p:cNvSpPr>
          <p:nvPr>
            <p:ph type="body" sz="quarter" idx="24"/>
          </p:nvPr>
        </p:nvSpPr>
        <p:spPr>
          <a:xfrm>
            <a:off x="6310478" y="1628800"/>
            <a:ext cx="5330138" cy="307777"/>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11" name="Content Placeholder 17">
            <a:extLst>
              <a:ext uri="{FF2B5EF4-FFF2-40B4-BE49-F238E27FC236}">
                <a16:creationId xmlns:a16="http://schemas.microsoft.com/office/drawing/2014/main" id="{163C3FEF-254F-65E1-67F0-E654CC319296}"/>
              </a:ext>
            </a:extLst>
          </p:cNvPr>
          <p:cNvSpPr>
            <a:spLocks noGrp="1"/>
          </p:cNvSpPr>
          <p:nvPr>
            <p:ph sz="quarter" idx="25"/>
          </p:nvPr>
        </p:nvSpPr>
        <p:spPr>
          <a:xfrm>
            <a:off x="6310476" y="2492896"/>
            <a:ext cx="5330138"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2" name="Date Placeholder 1">
            <a:extLst>
              <a:ext uri="{FF2B5EF4-FFF2-40B4-BE49-F238E27FC236}">
                <a16:creationId xmlns:a16="http://schemas.microsoft.com/office/drawing/2014/main" id="{9E19822C-D354-F2FB-1C56-D296F7B12974}"/>
              </a:ext>
            </a:extLst>
          </p:cNvPr>
          <p:cNvSpPr>
            <a:spLocks noGrp="1"/>
          </p:cNvSpPr>
          <p:nvPr>
            <p:ph type="dt" sz="half" idx="26"/>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79AA8835-108D-EC01-28A9-036F9DC1ED24}"/>
              </a:ext>
            </a:extLst>
          </p:cNvPr>
          <p:cNvSpPr>
            <a:spLocks noGrp="1"/>
          </p:cNvSpPr>
          <p:nvPr>
            <p:ph type="ftr" sz="quarter" idx="27"/>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97F09F6A-36AF-74AE-86F3-4627D658998C}"/>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6" name="Title 5">
            <a:extLst>
              <a:ext uri="{FF2B5EF4-FFF2-40B4-BE49-F238E27FC236}">
                <a16:creationId xmlns:a16="http://schemas.microsoft.com/office/drawing/2014/main" id="{29DB7F80-D4E2-48A2-55A8-57B6588B83A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74674865"/>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Comparison Chapterbox">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19822C-D354-F2FB-1C56-D296F7B12974}"/>
              </a:ext>
            </a:extLst>
          </p:cNvPr>
          <p:cNvSpPr>
            <a:spLocks noGrp="1"/>
          </p:cNvSpPr>
          <p:nvPr>
            <p:ph type="dt" sz="half" idx="26"/>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3" name="Footer Placeholder 2">
            <a:extLst>
              <a:ext uri="{FF2B5EF4-FFF2-40B4-BE49-F238E27FC236}">
                <a16:creationId xmlns:a16="http://schemas.microsoft.com/office/drawing/2014/main" id="{79AA8835-108D-EC01-28A9-036F9DC1ED24}"/>
              </a:ext>
            </a:extLst>
          </p:cNvPr>
          <p:cNvSpPr>
            <a:spLocks noGrp="1"/>
          </p:cNvSpPr>
          <p:nvPr>
            <p:ph type="ftr" sz="quarter" idx="27"/>
          </p:nvPr>
        </p:nvSpPr>
        <p:spPr/>
        <p:txBody>
          <a:bodyPr/>
          <a:lstStyle/>
          <a:p>
            <a:pPr>
              <a:spcBef>
                <a:spcPts val="1000"/>
              </a:spcBef>
              <a:buFont typeface="Arial" panose="020B0604020202020204" pitchFamily="34" charset="0"/>
              <a:buNone/>
            </a:pPr>
            <a:r>
              <a:rPr lang="en-US"/>
              <a:t>Presentation Title | Author | Date</a:t>
            </a:r>
          </a:p>
        </p:txBody>
      </p:sp>
      <p:sp>
        <p:nvSpPr>
          <p:cNvPr id="4" name="Slide Number Placeholder 3">
            <a:extLst>
              <a:ext uri="{FF2B5EF4-FFF2-40B4-BE49-F238E27FC236}">
                <a16:creationId xmlns:a16="http://schemas.microsoft.com/office/drawing/2014/main" id="{97F09F6A-36AF-74AE-86F3-4627D658998C}"/>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7" name="Text Placeholder 9">
            <a:extLst>
              <a:ext uri="{FF2B5EF4-FFF2-40B4-BE49-F238E27FC236}">
                <a16:creationId xmlns:a16="http://schemas.microsoft.com/office/drawing/2014/main" id="{A9858FC9-E31E-22A5-20E6-DF65368E51BD}"/>
              </a:ext>
            </a:extLst>
          </p:cNvPr>
          <p:cNvSpPr>
            <a:spLocks noGrp="1"/>
          </p:cNvSpPr>
          <p:nvPr>
            <p:ph type="body" sz="quarter" idx="22"/>
          </p:nvPr>
        </p:nvSpPr>
        <p:spPr>
          <a:xfrm>
            <a:off x="550864" y="1628800"/>
            <a:ext cx="5330138" cy="307777"/>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12" name="Content Placeholder 17">
            <a:extLst>
              <a:ext uri="{FF2B5EF4-FFF2-40B4-BE49-F238E27FC236}">
                <a16:creationId xmlns:a16="http://schemas.microsoft.com/office/drawing/2014/main" id="{CCA19B0D-8B57-D85C-1011-1CAC62D2F0F3}"/>
              </a:ext>
            </a:extLst>
          </p:cNvPr>
          <p:cNvSpPr>
            <a:spLocks noGrp="1"/>
          </p:cNvSpPr>
          <p:nvPr>
            <p:ph sz="quarter" idx="23"/>
          </p:nvPr>
        </p:nvSpPr>
        <p:spPr>
          <a:xfrm>
            <a:off x="550862" y="2492896"/>
            <a:ext cx="5330138"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3" name="Text Placeholder 9">
            <a:extLst>
              <a:ext uri="{FF2B5EF4-FFF2-40B4-BE49-F238E27FC236}">
                <a16:creationId xmlns:a16="http://schemas.microsoft.com/office/drawing/2014/main" id="{CF6F8FCA-8DFE-AD50-412B-AE814DC29656}"/>
              </a:ext>
            </a:extLst>
          </p:cNvPr>
          <p:cNvSpPr>
            <a:spLocks noGrp="1"/>
          </p:cNvSpPr>
          <p:nvPr>
            <p:ph type="body" sz="quarter" idx="24"/>
          </p:nvPr>
        </p:nvSpPr>
        <p:spPr>
          <a:xfrm>
            <a:off x="6310478" y="1628800"/>
            <a:ext cx="5330138" cy="307777"/>
          </a:xfrm>
          <a:prstGeom prst="rect">
            <a:avLst/>
          </a:prstGeom>
        </p:spPr>
        <p:txBody>
          <a:bodyPr wrap="square">
            <a:spAutoFit/>
          </a:bodyPr>
          <a:lstStyle>
            <a:lvl1pPr>
              <a:defRPr sz="2000" b="1">
                <a:solidFill>
                  <a:schemeClr val="tx2"/>
                </a:solidFill>
                <a:latin typeface="+mn-lt"/>
              </a:defRPr>
            </a:lvl1pPr>
          </a:lstStyle>
          <a:p>
            <a:pPr lvl="0"/>
            <a:r>
              <a:rPr lang="en-US"/>
              <a:t>Click to edit Master text styles</a:t>
            </a:r>
          </a:p>
        </p:txBody>
      </p:sp>
      <p:sp>
        <p:nvSpPr>
          <p:cNvPr id="14" name="Content Placeholder 17">
            <a:extLst>
              <a:ext uri="{FF2B5EF4-FFF2-40B4-BE49-F238E27FC236}">
                <a16:creationId xmlns:a16="http://schemas.microsoft.com/office/drawing/2014/main" id="{343A3AFA-D7DE-39DF-996B-43D9E51B8BE2}"/>
              </a:ext>
            </a:extLst>
          </p:cNvPr>
          <p:cNvSpPr>
            <a:spLocks noGrp="1"/>
          </p:cNvSpPr>
          <p:nvPr>
            <p:ph sz="quarter" idx="25"/>
          </p:nvPr>
        </p:nvSpPr>
        <p:spPr>
          <a:xfrm>
            <a:off x="6310476" y="2492896"/>
            <a:ext cx="5330138" cy="385075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15" name="Title 5">
            <a:extLst>
              <a:ext uri="{FF2B5EF4-FFF2-40B4-BE49-F238E27FC236}">
                <a16:creationId xmlns:a16="http://schemas.microsoft.com/office/drawing/2014/main" id="{D9482294-3454-D856-0C2D-E66155DFBC45}"/>
              </a:ext>
            </a:extLst>
          </p:cNvPr>
          <p:cNvSpPr>
            <a:spLocks noGrp="1"/>
          </p:cNvSpPr>
          <p:nvPr>
            <p:ph type="title"/>
          </p:nvPr>
        </p:nvSpPr>
        <p:spPr>
          <a:xfrm>
            <a:off x="551384" y="549274"/>
            <a:ext cx="11090938" cy="930372"/>
          </a:xfrm>
        </p:spPr>
        <p:txBody>
          <a:bodyPr/>
          <a:lstStyle/>
          <a:p>
            <a:r>
              <a:rPr lang="en-US"/>
              <a:t>Click to edit Master title style</a:t>
            </a:r>
          </a:p>
        </p:txBody>
      </p:sp>
      <p:sp>
        <p:nvSpPr>
          <p:cNvPr id="16" name="Chapter Placeholder 2">
            <a:extLst>
              <a:ext uri="{FF2B5EF4-FFF2-40B4-BE49-F238E27FC236}">
                <a16:creationId xmlns:a16="http://schemas.microsoft.com/office/drawing/2014/main" id="{517FBB4B-5A68-7765-35D5-7BEE297C6AAB}"/>
              </a:ext>
            </a:extLst>
          </p:cNvPr>
          <p:cNvSpPr>
            <a:spLocks noGrp="1"/>
          </p:cNvSpPr>
          <p:nvPr>
            <p:ph type="body" sz="quarter" idx="13" hasCustomPrompt="1"/>
          </p:nvPr>
        </p:nvSpPr>
        <p:spPr>
          <a:xfrm>
            <a:off x="550863" y="266218"/>
            <a:ext cx="11089753" cy="161001"/>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2824491766"/>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Content Photo 1">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7943743" y="1"/>
            <a:ext cx="4248257"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46783FFD-9F48-C402-1C8B-428607819FB0}"/>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6AD5ECD-D6D3-FD2C-E095-2E1A79FDA02A}"/>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3781C8A-9DD0-4577-58C6-4DB8551B5B02}"/>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AE6646BC-32F6-9AC6-5DA3-6CA08C229501}"/>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16" name="Text Placeholder 9">
            <a:extLst>
              <a:ext uri="{FF2B5EF4-FFF2-40B4-BE49-F238E27FC236}">
                <a16:creationId xmlns:a16="http://schemas.microsoft.com/office/drawing/2014/main" id="{935FD019-48D6-983C-6B94-E0976FB8783C}"/>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17" name="Title 4">
            <a:extLst>
              <a:ext uri="{FF2B5EF4-FFF2-40B4-BE49-F238E27FC236}">
                <a16:creationId xmlns:a16="http://schemas.microsoft.com/office/drawing/2014/main" id="{FC4953BF-CA63-7307-BB05-264598E5B859}"/>
              </a:ext>
            </a:extLst>
          </p:cNvPr>
          <p:cNvSpPr>
            <a:spLocks noGrp="1"/>
          </p:cNvSpPr>
          <p:nvPr>
            <p:ph type="title"/>
          </p:nvPr>
        </p:nvSpPr>
        <p:spPr>
          <a:xfrm>
            <a:off x="551384" y="549274"/>
            <a:ext cx="6984776" cy="930372"/>
          </a:xfrm>
        </p:spPr>
        <p:txBody>
          <a:bodyPr/>
          <a:lstStyle/>
          <a:p>
            <a:r>
              <a:rPr lang="en-US"/>
              <a:t>Click to edit Master title style</a:t>
            </a:r>
            <a:endParaRPr lang="en-US" dirty="0"/>
          </a:p>
        </p:txBody>
      </p:sp>
      <p:sp>
        <p:nvSpPr>
          <p:cNvPr id="18" name="Content Placeholder 5">
            <a:extLst>
              <a:ext uri="{FF2B5EF4-FFF2-40B4-BE49-F238E27FC236}">
                <a16:creationId xmlns:a16="http://schemas.microsoft.com/office/drawing/2014/main" id="{AEC7E24F-95DB-9C78-60A3-E8139D06C8F3}"/>
              </a:ext>
            </a:extLst>
          </p:cNvPr>
          <p:cNvSpPr>
            <a:spLocks noGrp="1"/>
          </p:cNvSpPr>
          <p:nvPr>
            <p:ph sz="quarter" idx="31"/>
          </p:nvPr>
        </p:nvSpPr>
        <p:spPr>
          <a:xfrm>
            <a:off x="551384" y="2132856"/>
            <a:ext cx="6984776"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08839321"/>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ntent Photo 1 Chapterbox">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6C4F5EE7-6CA6-23D5-2788-911B0B2A43B3}"/>
              </a:ext>
            </a:extLst>
          </p:cNvPr>
          <p:cNvSpPr>
            <a:spLocks noGrp="1"/>
          </p:cNvSpPr>
          <p:nvPr>
            <p:ph type="pic" sz="quarter" idx="10" hasCustomPrompt="1"/>
          </p:nvPr>
        </p:nvSpPr>
        <p:spPr>
          <a:xfrm>
            <a:off x="7943743" y="1"/>
            <a:ext cx="4248257"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46783FFD-9F48-C402-1C8B-428607819FB0}"/>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6AD5ECD-D6D3-FD2C-E095-2E1A79FDA02A}"/>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3781C8A-9DD0-4577-58C6-4DB8551B5B02}"/>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4" name="Logo Placeholder 7">
            <a:extLst>
              <a:ext uri="{FF2B5EF4-FFF2-40B4-BE49-F238E27FC236}">
                <a16:creationId xmlns:a16="http://schemas.microsoft.com/office/drawing/2014/main" id="{3BF0ED60-C129-C9C6-4501-946318C0FF02}"/>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7" name="Text Placeholder 9">
            <a:extLst>
              <a:ext uri="{FF2B5EF4-FFF2-40B4-BE49-F238E27FC236}">
                <a16:creationId xmlns:a16="http://schemas.microsoft.com/office/drawing/2014/main" id="{B273940D-E1AD-EA8E-78DF-498922FA8A2F}"/>
              </a:ext>
            </a:extLst>
          </p:cNvPr>
          <p:cNvSpPr>
            <a:spLocks noGrp="1"/>
          </p:cNvSpPr>
          <p:nvPr>
            <p:ph type="body" sz="quarter" idx="22" hasCustomPrompt="1"/>
          </p:nvPr>
        </p:nvSpPr>
        <p:spPr>
          <a:xfrm>
            <a:off x="550200" y="1634286"/>
            <a:ext cx="6984776"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F3029A13-E493-A8ED-E3D0-507AF2339260}"/>
              </a:ext>
            </a:extLst>
          </p:cNvPr>
          <p:cNvSpPr>
            <a:spLocks noGrp="1"/>
          </p:cNvSpPr>
          <p:nvPr>
            <p:ph type="title"/>
          </p:nvPr>
        </p:nvSpPr>
        <p:spPr>
          <a:xfrm>
            <a:off x="551384" y="549274"/>
            <a:ext cx="6984776" cy="930372"/>
          </a:xfrm>
        </p:spPr>
        <p:txBody>
          <a:bodyPr/>
          <a:lstStyle/>
          <a:p>
            <a:r>
              <a:rPr lang="en-US"/>
              <a:t>Click to edit Master title style</a:t>
            </a:r>
            <a:endParaRPr lang="en-US" dirty="0"/>
          </a:p>
        </p:txBody>
      </p:sp>
      <p:sp>
        <p:nvSpPr>
          <p:cNvPr id="13" name="Content Placeholder 5">
            <a:extLst>
              <a:ext uri="{FF2B5EF4-FFF2-40B4-BE49-F238E27FC236}">
                <a16:creationId xmlns:a16="http://schemas.microsoft.com/office/drawing/2014/main" id="{633CAED3-6535-92CF-7EA8-42F3243AE7D0}"/>
              </a:ext>
            </a:extLst>
          </p:cNvPr>
          <p:cNvSpPr>
            <a:spLocks noGrp="1"/>
          </p:cNvSpPr>
          <p:nvPr>
            <p:ph sz="quarter" idx="31"/>
          </p:nvPr>
        </p:nvSpPr>
        <p:spPr>
          <a:xfrm>
            <a:off x="551384" y="2132856"/>
            <a:ext cx="6984776"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hapter Placeholder 2">
            <a:extLst>
              <a:ext uri="{FF2B5EF4-FFF2-40B4-BE49-F238E27FC236}">
                <a16:creationId xmlns:a16="http://schemas.microsoft.com/office/drawing/2014/main" id="{937EC11D-9FEA-3207-FBA5-942D0A99E49C}"/>
              </a:ext>
            </a:extLst>
          </p:cNvPr>
          <p:cNvSpPr>
            <a:spLocks noGrp="1"/>
          </p:cNvSpPr>
          <p:nvPr>
            <p:ph type="body" sz="quarter" idx="13" hasCustomPrompt="1"/>
          </p:nvPr>
        </p:nvSpPr>
        <p:spPr>
          <a:xfrm>
            <a:off x="550863" y="266219"/>
            <a:ext cx="6983870"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4267083240"/>
      </p:ext>
    </p:extLst>
  </p:cSld>
  <p:clrMapOvr>
    <a:masterClrMapping/>
  </p:clrMapOvr>
  <p:extLst>
    <p:ext uri="{DCECCB84-F9BA-43D5-87BE-67443E8EF086}">
      <p15:sldGuideLst xmlns:p15="http://schemas.microsoft.com/office/powerpoint/2012/main">
        <p15:guide id="1" pos="5110">
          <p15:clr>
            <a:srgbClr val="FBAE40"/>
          </p15:clr>
        </p15:guide>
      </p15:sldGuideLst>
    </p:ext>
  </p:extLst>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ntent Photo 2">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5937" y="1"/>
            <a:ext cx="6096064"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a:t>Insert Picture and send </a:t>
            </a:r>
            <a:r>
              <a:rPr lang="de-DE" err="1"/>
              <a:t>to</a:t>
            </a:r>
            <a:r>
              <a:rPr lang="de-DE"/>
              <a:t> back</a:t>
            </a:r>
          </a:p>
        </p:txBody>
      </p:sp>
      <p:sp>
        <p:nvSpPr>
          <p:cNvPr id="10" name="Date Placeholder 9">
            <a:extLst>
              <a:ext uri="{FF2B5EF4-FFF2-40B4-BE49-F238E27FC236}">
                <a16:creationId xmlns:a16="http://schemas.microsoft.com/office/drawing/2014/main" id="{6132EE43-B817-E2F8-9E7F-509C8F5C333F}"/>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9D40FDFE-5D39-1793-49A7-C223A0B5A72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3F18AC0-D398-EFCE-8D4E-EBBC42BA70A1}"/>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4" name="Text Placeholder 9">
            <a:extLst>
              <a:ext uri="{FF2B5EF4-FFF2-40B4-BE49-F238E27FC236}">
                <a16:creationId xmlns:a16="http://schemas.microsoft.com/office/drawing/2014/main" id="{E82105FD-7542-270F-7352-05CF2F1A1301}"/>
              </a:ext>
            </a:extLst>
          </p:cNvPr>
          <p:cNvSpPr>
            <a:spLocks noGrp="1"/>
          </p:cNvSpPr>
          <p:nvPr>
            <p:ph type="body" sz="quarter" idx="22" hasCustomPrompt="1"/>
          </p:nvPr>
        </p:nvSpPr>
        <p:spPr>
          <a:xfrm>
            <a:off x="550200" y="1634286"/>
            <a:ext cx="5112568"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8" name="Title 4">
            <a:extLst>
              <a:ext uri="{FF2B5EF4-FFF2-40B4-BE49-F238E27FC236}">
                <a16:creationId xmlns:a16="http://schemas.microsoft.com/office/drawing/2014/main" id="{7E0ED469-AF66-6808-9971-F90514B01F21}"/>
              </a:ext>
            </a:extLst>
          </p:cNvPr>
          <p:cNvSpPr>
            <a:spLocks noGrp="1"/>
          </p:cNvSpPr>
          <p:nvPr>
            <p:ph type="title"/>
          </p:nvPr>
        </p:nvSpPr>
        <p:spPr>
          <a:xfrm>
            <a:off x="551384" y="549274"/>
            <a:ext cx="5112568" cy="930372"/>
          </a:xfrm>
        </p:spPr>
        <p:txBody>
          <a:bodyPr/>
          <a:lstStyle/>
          <a:p>
            <a:r>
              <a:rPr lang="en-US"/>
              <a:t>Click to edit Master title style</a:t>
            </a:r>
            <a:endParaRPr lang="en-US" dirty="0"/>
          </a:p>
        </p:txBody>
      </p:sp>
      <p:sp>
        <p:nvSpPr>
          <p:cNvPr id="9" name="Content Placeholder 5">
            <a:extLst>
              <a:ext uri="{FF2B5EF4-FFF2-40B4-BE49-F238E27FC236}">
                <a16:creationId xmlns:a16="http://schemas.microsoft.com/office/drawing/2014/main" id="{8214CFC2-24F6-6CA0-147F-B56E32136118}"/>
              </a:ext>
            </a:extLst>
          </p:cNvPr>
          <p:cNvSpPr>
            <a:spLocks noGrp="1"/>
          </p:cNvSpPr>
          <p:nvPr>
            <p:ph sz="quarter" idx="31"/>
          </p:nvPr>
        </p:nvSpPr>
        <p:spPr>
          <a:xfrm>
            <a:off x="551384" y="2132856"/>
            <a:ext cx="51125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Logo Placeholder 7">
            <a:extLst>
              <a:ext uri="{FF2B5EF4-FFF2-40B4-BE49-F238E27FC236}">
                <a16:creationId xmlns:a16="http://schemas.microsoft.com/office/drawing/2014/main" id="{2C0724B7-40BF-BDCC-6CC1-FE3B5F77D155}"/>
              </a:ext>
            </a:extLst>
          </p:cNvPr>
          <p:cNvSpPr>
            <a:spLocks noGrp="1"/>
          </p:cNvSpPr>
          <p:nvPr>
            <p:ph type="body" sz="quarter" idx="40" hasCustomPrompt="1"/>
          </p:nvPr>
        </p:nvSpPr>
        <p:spPr>
          <a:xfrm>
            <a:off x="11765626" y="128961"/>
            <a:ext cx="269046" cy="335806"/>
          </a:xfrm>
          <a:blipFill>
            <a:blip>
              <a:extLst>
                <a:ext uri="{96DAC541-7B7A-43D3-8B79-37D633B846F1}">
                  <asvg:svgBlip xmlns:asvg="http://schemas.microsoft.com/office/drawing/2016/SVG/main" r:embed="rId2"/>
                </a:ext>
              </a:extLst>
            </a:blip>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2889799128"/>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ntent Photo 2 Chapterbox">
    <p:spTree>
      <p:nvGrpSpPr>
        <p:cNvPr id="1" name=""/>
        <p:cNvGrpSpPr/>
        <p:nvPr/>
      </p:nvGrpSpPr>
      <p:grpSpPr>
        <a:xfrm>
          <a:off x="0" y="0"/>
          <a:ext cx="0" cy="0"/>
          <a:chOff x="0" y="0"/>
          <a:chExt cx="0" cy="0"/>
        </a:xfrm>
      </p:grpSpPr>
      <p:sp>
        <p:nvSpPr>
          <p:cNvPr id="2" name="Picture Placeholder 18">
            <a:extLst>
              <a:ext uri="{FF2B5EF4-FFF2-40B4-BE49-F238E27FC236}">
                <a16:creationId xmlns:a16="http://schemas.microsoft.com/office/drawing/2014/main" id="{97BD40BB-A2F0-F646-3CC2-596CC4195838}"/>
              </a:ext>
            </a:extLst>
          </p:cNvPr>
          <p:cNvSpPr>
            <a:spLocks noGrp="1"/>
          </p:cNvSpPr>
          <p:nvPr>
            <p:ph type="pic" sz="quarter" idx="18" hasCustomPrompt="1"/>
          </p:nvPr>
        </p:nvSpPr>
        <p:spPr>
          <a:xfrm>
            <a:off x="6095937" y="1"/>
            <a:ext cx="6096064" cy="6858000"/>
          </a:xfrm>
          <a:custGeom>
            <a:avLst/>
            <a:gdLst>
              <a:gd name="connsiteX0" fmla="*/ 0 w 6888162"/>
              <a:gd name="connsiteY0" fmla="*/ 0 h 6858000"/>
              <a:gd name="connsiteX1" fmla="*/ 6888162 w 6888162"/>
              <a:gd name="connsiteY1" fmla="*/ 0 h 6858000"/>
              <a:gd name="connsiteX2" fmla="*/ 6888162 w 6888162"/>
              <a:gd name="connsiteY2" fmla="*/ 6858000 h 6858000"/>
              <a:gd name="connsiteX3" fmla="*/ 0 w 688816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888162" h="6858000">
                <a:moveTo>
                  <a:pt x="0" y="0"/>
                </a:moveTo>
                <a:lnTo>
                  <a:pt x="6888162" y="0"/>
                </a:lnTo>
                <a:lnTo>
                  <a:pt x="6888162" y="6858000"/>
                </a:lnTo>
                <a:lnTo>
                  <a:pt x="0" y="6858000"/>
                </a:lnTo>
                <a:close/>
              </a:path>
            </a:pathLst>
          </a:custGeom>
          <a:solidFill>
            <a:schemeClr val="bg1">
              <a:lumMod val="95000"/>
            </a:schemeClr>
          </a:solidFill>
        </p:spPr>
        <p:txBody>
          <a:bodyPr wrap="square">
            <a:noAutofit/>
          </a:bodyPr>
          <a:lstStyle>
            <a:lvl1pPr>
              <a:defRPr>
                <a:solidFill>
                  <a:schemeClr val="tx1">
                    <a:lumMod val="50000"/>
                    <a:lumOff val="50000"/>
                  </a:schemeClr>
                </a:solidFill>
              </a:defRPr>
            </a:lvl1pPr>
          </a:lstStyle>
          <a:p>
            <a:r>
              <a:rPr lang="de-DE" dirty="0"/>
              <a:t>Insert Picture and send </a:t>
            </a:r>
            <a:r>
              <a:rPr lang="de-DE" dirty="0" err="1"/>
              <a:t>to</a:t>
            </a:r>
            <a:r>
              <a:rPr lang="de-DE" dirty="0"/>
              <a:t> back</a:t>
            </a:r>
          </a:p>
        </p:txBody>
      </p:sp>
      <p:sp>
        <p:nvSpPr>
          <p:cNvPr id="10" name="Date Placeholder 9">
            <a:extLst>
              <a:ext uri="{FF2B5EF4-FFF2-40B4-BE49-F238E27FC236}">
                <a16:creationId xmlns:a16="http://schemas.microsoft.com/office/drawing/2014/main" id="{6132EE43-B817-E2F8-9E7F-509C8F5C333F}"/>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9D40FDFE-5D39-1793-49A7-C223A0B5A728}"/>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3F18AC0-D398-EFCE-8D4E-EBBC42BA70A1}"/>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7" name="Logo Placeholder 7">
            <a:extLst>
              <a:ext uri="{FF2B5EF4-FFF2-40B4-BE49-F238E27FC236}">
                <a16:creationId xmlns:a16="http://schemas.microsoft.com/office/drawing/2014/main" id="{B32B524C-36D8-214C-7B43-091DB75F191F}"/>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
        <p:nvSpPr>
          <p:cNvPr id="4" name="Text Placeholder 9">
            <a:extLst>
              <a:ext uri="{FF2B5EF4-FFF2-40B4-BE49-F238E27FC236}">
                <a16:creationId xmlns:a16="http://schemas.microsoft.com/office/drawing/2014/main" id="{996F9181-C057-270C-1482-2E5EF4D4FDA6}"/>
              </a:ext>
            </a:extLst>
          </p:cNvPr>
          <p:cNvSpPr>
            <a:spLocks noGrp="1"/>
          </p:cNvSpPr>
          <p:nvPr>
            <p:ph type="body" sz="quarter" idx="22" hasCustomPrompt="1"/>
          </p:nvPr>
        </p:nvSpPr>
        <p:spPr>
          <a:xfrm>
            <a:off x="550200" y="1634286"/>
            <a:ext cx="5112568"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99BF8019-65AA-9B32-C80C-D9AA0C654AFD}"/>
              </a:ext>
            </a:extLst>
          </p:cNvPr>
          <p:cNvSpPr>
            <a:spLocks noGrp="1"/>
          </p:cNvSpPr>
          <p:nvPr>
            <p:ph type="title"/>
          </p:nvPr>
        </p:nvSpPr>
        <p:spPr>
          <a:xfrm>
            <a:off x="551384" y="549274"/>
            <a:ext cx="5112568" cy="930372"/>
          </a:xfrm>
        </p:spPr>
        <p:txBody>
          <a:bodyPr/>
          <a:lstStyle/>
          <a:p>
            <a:r>
              <a:rPr lang="en-US"/>
              <a:t>Click to edit Master title style</a:t>
            </a:r>
            <a:endParaRPr lang="en-US" dirty="0"/>
          </a:p>
        </p:txBody>
      </p:sp>
      <p:sp>
        <p:nvSpPr>
          <p:cNvPr id="13" name="Content Placeholder 5">
            <a:extLst>
              <a:ext uri="{FF2B5EF4-FFF2-40B4-BE49-F238E27FC236}">
                <a16:creationId xmlns:a16="http://schemas.microsoft.com/office/drawing/2014/main" id="{A479EEE0-B2C4-D132-D3CB-B4FB16D1D6A0}"/>
              </a:ext>
            </a:extLst>
          </p:cNvPr>
          <p:cNvSpPr>
            <a:spLocks noGrp="1"/>
          </p:cNvSpPr>
          <p:nvPr>
            <p:ph sz="quarter" idx="31"/>
          </p:nvPr>
        </p:nvSpPr>
        <p:spPr>
          <a:xfrm>
            <a:off x="551384" y="2132856"/>
            <a:ext cx="5112568"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hapter Placeholder 2">
            <a:extLst>
              <a:ext uri="{FF2B5EF4-FFF2-40B4-BE49-F238E27FC236}">
                <a16:creationId xmlns:a16="http://schemas.microsoft.com/office/drawing/2014/main" id="{4A59B460-E10E-1660-E567-B4AB0E3F3C38}"/>
              </a:ext>
            </a:extLst>
          </p:cNvPr>
          <p:cNvSpPr>
            <a:spLocks noGrp="1"/>
          </p:cNvSpPr>
          <p:nvPr>
            <p:ph type="body" sz="quarter" idx="13" hasCustomPrompt="1"/>
          </p:nvPr>
        </p:nvSpPr>
        <p:spPr>
          <a:xfrm>
            <a:off x="550863" y="266219"/>
            <a:ext cx="5111905"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3969408327"/>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 Photo 3">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1" y="0"/>
            <a:ext cx="4242121"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7C228C6D-3BD8-F7A9-DA9D-DCE9B373CC09}"/>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1656793-2C07-1E16-6CE1-3C4AD69759DF}"/>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166A976-F780-55C8-4310-792D90B73CC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A565FC55-C9E0-8386-F514-48C3B7C08BBF}"/>
              </a:ext>
            </a:extLst>
          </p:cNvPr>
          <p:cNvSpPr>
            <a:spLocks noGrp="1"/>
          </p:cNvSpPr>
          <p:nvPr>
            <p:ph type="body" sz="quarter" idx="22" hasCustomPrompt="1"/>
          </p:nvPr>
        </p:nvSpPr>
        <p:spPr>
          <a:xfrm>
            <a:off x="4655177" y="1634286"/>
            <a:ext cx="6984776"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6" name="Title 4">
            <a:extLst>
              <a:ext uri="{FF2B5EF4-FFF2-40B4-BE49-F238E27FC236}">
                <a16:creationId xmlns:a16="http://schemas.microsoft.com/office/drawing/2014/main" id="{2E864913-7A4C-BC47-749C-8EA82C1F3460}"/>
              </a:ext>
            </a:extLst>
          </p:cNvPr>
          <p:cNvSpPr>
            <a:spLocks noGrp="1"/>
          </p:cNvSpPr>
          <p:nvPr>
            <p:ph type="title"/>
          </p:nvPr>
        </p:nvSpPr>
        <p:spPr>
          <a:xfrm>
            <a:off x="4656361" y="549274"/>
            <a:ext cx="6984776" cy="930372"/>
          </a:xfrm>
        </p:spPr>
        <p:txBody>
          <a:bodyPr/>
          <a:lstStyle/>
          <a:p>
            <a:r>
              <a:rPr lang="en-US"/>
              <a:t>Click to edit Master title style</a:t>
            </a:r>
            <a:endParaRPr lang="en-US" dirty="0"/>
          </a:p>
        </p:txBody>
      </p:sp>
      <p:sp>
        <p:nvSpPr>
          <p:cNvPr id="8" name="Content Placeholder 5">
            <a:extLst>
              <a:ext uri="{FF2B5EF4-FFF2-40B4-BE49-F238E27FC236}">
                <a16:creationId xmlns:a16="http://schemas.microsoft.com/office/drawing/2014/main" id="{3DAD7E2F-319F-BE0B-BE23-06049D48435D}"/>
              </a:ext>
            </a:extLst>
          </p:cNvPr>
          <p:cNvSpPr>
            <a:spLocks noGrp="1"/>
          </p:cNvSpPr>
          <p:nvPr>
            <p:ph sz="quarter" idx="31"/>
          </p:nvPr>
        </p:nvSpPr>
        <p:spPr>
          <a:xfrm>
            <a:off x="4656361" y="2132856"/>
            <a:ext cx="6984776"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6760951"/>
      </p:ext>
    </p:extLst>
  </p:cSld>
  <p:clrMapOvr>
    <a:masterClrMapping/>
  </p:clrMapOvr>
  <p:extLst>
    <p:ext uri="{DCECCB84-F9BA-43D5-87BE-67443E8EF086}">
      <p15:sldGuideLst xmlns:p15="http://schemas.microsoft.com/office/powerpoint/2012/main"/>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 Photo 3 Chapterbox">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DD7751A-AC4E-473A-B544-73973FAE9468}"/>
              </a:ext>
            </a:extLst>
          </p:cNvPr>
          <p:cNvSpPr>
            <a:spLocks noGrp="1"/>
          </p:cNvSpPr>
          <p:nvPr>
            <p:ph type="pic" sz="quarter" idx="19" hasCustomPrompt="1"/>
          </p:nvPr>
        </p:nvSpPr>
        <p:spPr>
          <a:xfrm>
            <a:off x="1" y="0"/>
            <a:ext cx="4242121"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7C228C6D-3BD8-F7A9-DA9D-DCE9B373CC09}"/>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1656793-2C07-1E16-6CE1-3C4AD69759DF}"/>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C166A976-F780-55C8-4310-792D90B73CC9}"/>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8" name="Text Placeholder 9">
            <a:extLst>
              <a:ext uri="{FF2B5EF4-FFF2-40B4-BE49-F238E27FC236}">
                <a16:creationId xmlns:a16="http://schemas.microsoft.com/office/drawing/2014/main" id="{CBEA6FBE-B35F-FDFB-0A0C-E6D7CB1D2878}"/>
              </a:ext>
            </a:extLst>
          </p:cNvPr>
          <p:cNvSpPr>
            <a:spLocks noGrp="1"/>
          </p:cNvSpPr>
          <p:nvPr>
            <p:ph type="body" sz="quarter" idx="22" hasCustomPrompt="1"/>
          </p:nvPr>
        </p:nvSpPr>
        <p:spPr>
          <a:xfrm>
            <a:off x="4655177" y="1634286"/>
            <a:ext cx="6984776"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9" name="Title 4">
            <a:extLst>
              <a:ext uri="{FF2B5EF4-FFF2-40B4-BE49-F238E27FC236}">
                <a16:creationId xmlns:a16="http://schemas.microsoft.com/office/drawing/2014/main" id="{A1AA51F8-C182-DAF5-4FEA-53839C3797E8}"/>
              </a:ext>
            </a:extLst>
          </p:cNvPr>
          <p:cNvSpPr>
            <a:spLocks noGrp="1"/>
          </p:cNvSpPr>
          <p:nvPr>
            <p:ph type="title"/>
          </p:nvPr>
        </p:nvSpPr>
        <p:spPr>
          <a:xfrm>
            <a:off x="4656361" y="549274"/>
            <a:ext cx="6984776" cy="930372"/>
          </a:xfrm>
        </p:spPr>
        <p:txBody>
          <a:bodyPr/>
          <a:lstStyle/>
          <a:p>
            <a:r>
              <a:rPr lang="en-US"/>
              <a:t>Click to edit Master title style</a:t>
            </a:r>
            <a:endParaRPr lang="en-US" dirty="0"/>
          </a:p>
        </p:txBody>
      </p:sp>
      <p:sp>
        <p:nvSpPr>
          <p:cNvPr id="13" name="Content Placeholder 5">
            <a:extLst>
              <a:ext uri="{FF2B5EF4-FFF2-40B4-BE49-F238E27FC236}">
                <a16:creationId xmlns:a16="http://schemas.microsoft.com/office/drawing/2014/main" id="{CEB0183E-EAE6-947E-A4B9-331A991402A1}"/>
              </a:ext>
            </a:extLst>
          </p:cNvPr>
          <p:cNvSpPr>
            <a:spLocks noGrp="1"/>
          </p:cNvSpPr>
          <p:nvPr>
            <p:ph sz="quarter" idx="31"/>
          </p:nvPr>
        </p:nvSpPr>
        <p:spPr>
          <a:xfrm>
            <a:off x="4656361" y="2132856"/>
            <a:ext cx="6984776"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hapter Placeholder 2">
            <a:extLst>
              <a:ext uri="{FF2B5EF4-FFF2-40B4-BE49-F238E27FC236}">
                <a16:creationId xmlns:a16="http://schemas.microsoft.com/office/drawing/2014/main" id="{A135B96E-A880-0991-4B6E-A591E9B65964}"/>
              </a:ext>
            </a:extLst>
          </p:cNvPr>
          <p:cNvSpPr>
            <a:spLocks noGrp="1"/>
          </p:cNvSpPr>
          <p:nvPr>
            <p:ph type="body" sz="quarter" idx="13" hasCustomPrompt="1"/>
          </p:nvPr>
        </p:nvSpPr>
        <p:spPr>
          <a:xfrm>
            <a:off x="4655840" y="266219"/>
            <a:ext cx="6983870"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3617729496"/>
      </p:ext>
    </p:extLst>
  </p:cSld>
  <p:clrMapOvr>
    <a:masterClrMapping/>
  </p:clrMapOvr>
  <p:extLst>
    <p:ext uri="{DCECCB84-F9BA-43D5-87BE-67443E8EF086}">
      <p15:sldGuideLst xmlns:p15="http://schemas.microsoft.com/office/powerpoint/2012/main"/>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Content Photo 4">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F18ACBAA-5616-6B76-6F3E-019A776E4E01}"/>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4A3242F-2D46-5913-5CA7-B4AB8C7C413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72DABC1-51BB-C9B2-6119-ED5F9C849345}"/>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5AD8D628-6C3F-5725-7D6C-4D172AFCFA27}"/>
              </a:ext>
            </a:extLst>
          </p:cNvPr>
          <p:cNvSpPr>
            <a:spLocks noGrp="1"/>
          </p:cNvSpPr>
          <p:nvPr>
            <p:ph type="body" sz="quarter" idx="22" hasCustomPrompt="1"/>
          </p:nvPr>
        </p:nvSpPr>
        <p:spPr>
          <a:xfrm>
            <a:off x="6598871" y="1634286"/>
            <a:ext cx="5041081"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6" name="Title 4">
            <a:extLst>
              <a:ext uri="{FF2B5EF4-FFF2-40B4-BE49-F238E27FC236}">
                <a16:creationId xmlns:a16="http://schemas.microsoft.com/office/drawing/2014/main" id="{A4159BB2-FE6F-6556-D582-03780A441E3A}"/>
              </a:ext>
            </a:extLst>
          </p:cNvPr>
          <p:cNvSpPr>
            <a:spLocks noGrp="1"/>
          </p:cNvSpPr>
          <p:nvPr>
            <p:ph type="title"/>
          </p:nvPr>
        </p:nvSpPr>
        <p:spPr>
          <a:xfrm>
            <a:off x="6600055" y="549274"/>
            <a:ext cx="5041081" cy="930372"/>
          </a:xfrm>
        </p:spPr>
        <p:txBody>
          <a:bodyPr/>
          <a:lstStyle/>
          <a:p>
            <a:r>
              <a:rPr lang="en-US"/>
              <a:t>Click to edit Master title style</a:t>
            </a:r>
            <a:endParaRPr lang="en-US" dirty="0"/>
          </a:p>
        </p:txBody>
      </p:sp>
      <p:sp>
        <p:nvSpPr>
          <p:cNvPr id="7" name="Content Placeholder 5">
            <a:extLst>
              <a:ext uri="{FF2B5EF4-FFF2-40B4-BE49-F238E27FC236}">
                <a16:creationId xmlns:a16="http://schemas.microsoft.com/office/drawing/2014/main" id="{387C021A-14D7-948B-96C0-F734A59BFDC8}"/>
              </a:ext>
            </a:extLst>
          </p:cNvPr>
          <p:cNvSpPr>
            <a:spLocks noGrp="1"/>
          </p:cNvSpPr>
          <p:nvPr>
            <p:ph sz="quarter" idx="31"/>
          </p:nvPr>
        </p:nvSpPr>
        <p:spPr>
          <a:xfrm>
            <a:off x="6600055" y="2132856"/>
            <a:ext cx="5041081"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46007853"/>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Content Photo Chapterbox">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0"/>
            <a:ext cx="6096000" cy="6858000"/>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10" name="Date Placeholder 9">
            <a:extLst>
              <a:ext uri="{FF2B5EF4-FFF2-40B4-BE49-F238E27FC236}">
                <a16:creationId xmlns:a16="http://schemas.microsoft.com/office/drawing/2014/main" id="{F18ACBAA-5616-6B76-6F3E-019A776E4E01}"/>
              </a:ext>
            </a:extLst>
          </p:cNvPr>
          <p:cNvSpPr>
            <a:spLocks noGrp="1"/>
          </p:cNvSpPr>
          <p:nvPr>
            <p:ph type="dt" sz="half" idx="2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1" name="Footer Placeholder 10">
            <a:extLst>
              <a:ext uri="{FF2B5EF4-FFF2-40B4-BE49-F238E27FC236}">
                <a16:creationId xmlns:a16="http://schemas.microsoft.com/office/drawing/2014/main" id="{84A3242F-2D46-5913-5CA7-B4AB8C7C413D}"/>
              </a:ext>
            </a:extLst>
          </p:cNvPr>
          <p:cNvSpPr>
            <a:spLocks noGrp="1"/>
          </p:cNvSpPr>
          <p:nvPr>
            <p:ph type="ftr" sz="quarter" idx="25"/>
          </p:nvPr>
        </p:nvSpPr>
        <p:spPr/>
        <p:txBody>
          <a:bodyPr/>
          <a:lstStyle/>
          <a:p>
            <a:pPr>
              <a:spcBef>
                <a:spcPts val="1000"/>
              </a:spcBef>
              <a:buFont typeface="Arial" panose="020B0604020202020204" pitchFamily="34" charset="0"/>
              <a:buNone/>
            </a:pPr>
            <a:r>
              <a:rPr lang="en-US"/>
              <a:t>Presentation Title | Author | Date</a:t>
            </a:r>
          </a:p>
        </p:txBody>
      </p:sp>
      <p:sp>
        <p:nvSpPr>
          <p:cNvPr id="12" name="Slide Number Placeholder 11">
            <a:extLst>
              <a:ext uri="{FF2B5EF4-FFF2-40B4-BE49-F238E27FC236}">
                <a16:creationId xmlns:a16="http://schemas.microsoft.com/office/drawing/2014/main" id="{D72DABC1-51BB-C9B2-6119-ED5F9C849345}"/>
              </a:ext>
            </a:extLst>
          </p:cNvPr>
          <p:cNvSpPr>
            <a:spLocks noGrp="1"/>
          </p:cNvSpPr>
          <p:nvPr>
            <p:ph type="sldNum" sz="quarter" idx="26"/>
          </p:nvPr>
        </p:nvSpPr>
        <p:spPr/>
        <p:txBody>
          <a:bodyPr/>
          <a:lstStyle/>
          <a:p>
            <a:pPr algn="r"/>
            <a:fld id="{5D9A5160-6218-4E5A-B9E6-B93E3DAE377C}" type="slidenum">
              <a:rPr lang="en-US" smtClean="0"/>
              <a:pPr algn="r"/>
              <a:t>‹#›</a:t>
            </a:fld>
            <a:endParaRPr lang="en-US"/>
          </a:p>
        </p:txBody>
      </p:sp>
      <p:sp>
        <p:nvSpPr>
          <p:cNvPr id="3" name="Text Placeholder 9">
            <a:extLst>
              <a:ext uri="{FF2B5EF4-FFF2-40B4-BE49-F238E27FC236}">
                <a16:creationId xmlns:a16="http://schemas.microsoft.com/office/drawing/2014/main" id="{47F7FF35-2721-0BAA-75C4-6C366F98F288}"/>
              </a:ext>
            </a:extLst>
          </p:cNvPr>
          <p:cNvSpPr>
            <a:spLocks noGrp="1"/>
          </p:cNvSpPr>
          <p:nvPr>
            <p:ph type="body" sz="quarter" idx="22" hasCustomPrompt="1"/>
          </p:nvPr>
        </p:nvSpPr>
        <p:spPr>
          <a:xfrm>
            <a:off x="6598871" y="1634286"/>
            <a:ext cx="5041081" cy="307777"/>
          </a:xfrm>
          <a:prstGeom prst="rect">
            <a:avLst/>
          </a:prstGeom>
        </p:spPr>
        <p:txBody>
          <a:bodyPr vert="horz" wrap="square" lIns="0" tIns="0" rIns="0" bIns="0" rtlCol="0">
            <a:spAutoFit/>
          </a:bodyPr>
          <a:lstStyle>
            <a:lvl1pPr>
              <a:defRPr lang="en-US" sz="2000" b="1" smtClean="0">
                <a:solidFill>
                  <a:schemeClr val="tx2"/>
                </a:solidFill>
              </a:defRPr>
            </a:lvl1pPr>
          </a:lstStyle>
          <a:p>
            <a:pPr lvl="0"/>
            <a:r>
              <a:rPr lang="en-GB" dirty="0"/>
              <a:t>Click to edit Master styles</a:t>
            </a:r>
          </a:p>
        </p:txBody>
      </p:sp>
      <p:sp>
        <p:nvSpPr>
          <p:cNvPr id="7" name="Title 4">
            <a:extLst>
              <a:ext uri="{FF2B5EF4-FFF2-40B4-BE49-F238E27FC236}">
                <a16:creationId xmlns:a16="http://schemas.microsoft.com/office/drawing/2014/main" id="{40E338D3-47D6-48A9-A9A2-DE7DEE2FD7CA}"/>
              </a:ext>
            </a:extLst>
          </p:cNvPr>
          <p:cNvSpPr>
            <a:spLocks noGrp="1"/>
          </p:cNvSpPr>
          <p:nvPr>
            <p:ph type="title"/>
          </p:nvPr>
        </p:nvSpPr>
        <p:spPr>
          <a:xfrm>
            <a:off x="6600055" y="549274"/>
            <a:ext cx="5041081" cy="930372"/>
          </a:xfrm>
        </p:spPr>
        <p:txBody>
          <a:bodyPr/>
          <a:lstStyle/>
          <a:p>
            <a:r>
              <a:rPr lang="en-US"/>
              <a:t>Click to edit Master title style</a:t>
            </a:r>
            <a:endParaRPr lang="en-US" dirty="0"/>
          </a:p>
        </p:txBody>
      </p:sp>
      <p:sp>
        <p:nvSpPr>
          <p:cNvPr id="9" name="Content Placeholder 5">
            <a:extLst>
              <a:ext uri="{FF2B5EF4-FFF2-40B4-BE49-F238E27FC236}">
                <a16:creationId xmlns:a16="http://schemas.microsoft.com/office/drawing/2014/main" id="{033232B2-7C3B-2B58-B586-A9D5EB0DC635}"/>
              </a:ext>
            </a:extLst>
          </p:cNvPr>
          <p:cNvSpPr>
            <a:spLocks noGrp="1"/>
          </p:cNvSpPr>
          <p:nvPr>
            <p:ph sz="quarter" idx="31"/>
          </p:nvPr>
        </p:nvSpPr>
        <p:spPr>
          <a:xfrm>
            <a:off x="6600055" y="2132856"/>
            <a:ext cx="5041081" cy="41758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hapter Placeholder 2">
            <a:extLst>
              <a:ext uri="{FF2B5EF4-FFF2-40B4-BE49-F238E27FC236}">
                <a16:creationId xmlns:a16="http://schemas.microsoft.com/office/drawing/2014/main" id="{F68C8930-7643-1654-C79F-A429828E03BC}"/>
              </a:ext>
            </a:extLst>
          </p:cNvPr>
          <p:cNvSpPr>
            <a:spLocks noGrp="1"/>
          </p:cNvSpPr>
          <p:nvPr>
            <p:ph type="body" sz="quarter" idx="13" hasCustomPrompt="1"/>
          </p:nvPr>
        </p:nvSpPr>
        <p:spPr>
          <a:xfrm>
            <a:off x="6599282" y="266219"/>
            <a:ext cx="5040427" cy="151263"/>
          </a:xfrm>
        </p:spPr>
        <p:txBody>
          <a:bodyPr/>
          <a:lstStyle>
            <a:lvl1pPr>
              <a:defRPr sz="1000"/>
            </a:lvl1pPr>
            <a:lvl2pPr>
              <a:defRPr sz="1000"/>
            </a:lvl2pPr>
            <a:lvl3pPr>
              <a:defRPr sz="1000"/>
            </a:lvl3pPr>
            <a:lvl4pPr>
              <a:defRPr sz="900"/>
            </a:lvl4pPr>
            <a:lvl5pPr>
              <a:defRPr sz="900"/>
            </a:lvl5pPr>
          </a:lstStyle>
          <a:p>
            <a:pPr lvl="0"/>
            <a:r>
              <a:rPr lang="en-US" dirty="0"/>
              <a:t>Click to add a chapter here</a:t>
            </a:r>
          </a:p>
        </p:txBody>
      </p:sp>
    </p:spTree>
    <p:extLst>
      <p:ext uri="{BB962C8B-B14F-4D97-AF65-F5344CB8AC3E}">
        <p14:creationId xmlns:p14="http://schemas.microsoft.com/office/powerpoint/2010/main" val="2069233829"/>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Content Photo 6">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AAAC9D4-CD35-41A1-A14D-B18A58A2866E}"/>
              </a:ext>
            </a:extLst>
          </p:cNvPr>
          <p:cNvSpPr>
            <a:spLocks noGrp="1"/>
          </p:cNvSpPr>
          <p:nvPr>
            <p:ph type="pic" sz="quarter" idx="18" hasCustomPrompt="1"/>
          </p:nvPr>
        </p:nvSpPr>
        <p:spPr>
          <a:xfrm>
            <a:off x="0" y="1"/>
            <a:ext cx="12191999" cy="4383654"/>
          </a:xfrm>
          <a:prstGeom prst="rect">
            <a:avLst/>
          </a:prstGeom>
          <a:solidFill>
            <a:schemeClr val="bg1">
              <a:lumMod val="95000"/>
            </a:schemeClr>
          </a:solidFill>
        </p:spPr>
        <p:txBody>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solidFill>
                  <a:schemeClr val="bg2">
                    <a:lumMod val="75000"/>
                  </a:schemeClr>
                </a:solidFill>
              </a:defRPr>
            </a:lvl1pPr>
          </a:lstStyle>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lang="en-US"/>
              <a:t>Click icon to add picture and send picture to back</a:t>
            </a:r>
          </a:p>
        </p:txBody>
      </p:sp>
      <p:sp>
        <p:nvSpPr>
          <p:cNvPr id="2" name="Title 1">
            <a:extLst>
              <a:ext uri="{FF2B5EF4-FFF2-40B4-BE49-F238E27FC236}">
                <a16:creationId xmlns:a16="http://schemas.microsoft.com/office/drawing/2014/main" id="{CA1A3C3A-247E-AD3F-3C93-BDD315BB7F29}"/>
              </a:ext>
            </a:extLst>
          </p:cNvPr>
          <p:cNvSpPr>
            <a:spLocks noGrp="1"/>
          </p:cNvSpPr>
          <p:nvPr>
            <p:ph type="title"/>
          </p:nvPr>
        </p:nvSpPr>
        <p:spPr>
          <a:xfrm>
            <a:off x="550863" y="4581128"/>
            <a:ext cx="4981137" cy="785352"/>
          </a:xfrm>
        </p:spPr>
        <p:txBody>
          <a:bodyPr anchor="t"/>
          <a:lstStyle/>
          <a:p>
            <a:r>
              <a:rPr lang="en-US"/>
              <a:t>Click to edit Master title style</a:t>
            </a:r>
            <a:endParaRPr lang="de-DE" dirty="0"/>
          </a:p>
        </p:txBody>
      </p:sp>
      <p:sp>
        <p:nvSpPr>
          <p:cNvPr id="9" name="Text Placeholder 9">
            <a:extLst>
              <a:ext uri="{FF2B5EF4-FFF2-40B4-BE49-F238E27FC236}">
                <a16:creationId xmlns:a16="http://schemas.microsoft.com/office/drawing/2014/main" id="{34F1BAE4-1DA8-A534-E46A-001AE4E9CADB}"/>
              </a:ext>
            </a:extLst>
          </p:cNvPr>
          <p:cNvSpPr>
            <a:spLocks noGrp="1"/>
          </p:cNvSpPr>
          <p:nvPr>
            <p:ph type="body" sz="quarter" idx="24"/>
          </p:nvPr>
        </p:nvSpPr>
        <p:spPr>
          <a:xfrm>
            <a:off x="550863" y="5854682"/>
            <a:ext cx="5112000" cy="307777"/>
          </a:xfrm>
          <a:prstGeom prst="rect">
            <a:avLst/>
          </a:prstGeom>
        </p:spPr>
        <p:txBody>
          <a:bodyPr wrap="square" anchor="b">
            <a:spAutoFit/>
          </a:bodyPr>
          <a:lstStyle>
            <a:lvl1pPr>
              <a:defRPr sz="2000" b="0">
                <a:solidFill>
                  <a:schemeClr val="tx2"/>
                </a:solidFill>
                <a:latin typeface="+mj-lt"/>
              </a:defRPr>
            </a:lvl1pPr>
          </a:lstStyle>
          <a:p>
            <a:pPr lvl="0"/>
            <a:r>
              <a:rPr lang="en-US"/>
              <a:t>Click to edit Master text styles</a:t>
            </a:r>
          </a:p>
        </p:txBody>
      </p:sp>
      <p:sp>
        <p:nvSpPr>
          <p:cNvPr id="10" name="Content Placeholder 17">
            <a:extLst>
              <a:ext uri="{FF2B5EF4-FFF2-40B4-BE49-F238E27FC236}">
                <a16:creationId xmlns:a16="http://schemas.microsoft.com/office/drawing/2014/main" id="{60E57257-3112-054C-0B58-3B89619EC3E7}"/>
              </a:ext>
            </a:extLst>
          </p:cNvPr>
          <p:cNvSpPr>
            <a:spLocks noGrp="1"/>
          </p:cNvSpPr>
          <p:nvPr>
            <p:ph sz="quarter" idx="25"/>
          </p:nvPr>
        </p:nvSpPr>
        <p:spPr>
          <a:xfrm>
            <a:off x="6093246" y="4581128"/>
            <a:ext cx="5112000" cy="176252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a:p>
        </p:txBody>
      </p:sp>
      <p:sp>
        <p:nvSpPr>
          <p:cNvPr id="6" name="Date Placeholder 5">
            <a:extLst>
              <a:ext uri="{FF2B5EF4-FFF2-40B4-BE49-F238E27FC236}">
                <a16:creationId xmlns:a16="http://schemas.microsoft.com/office/drawing/2014/main" id="{2F70AC82-D733-3487-AE00-D177A5A43581}"/>
              </a:ext>
            </a:extLst>
          </p:cNvPr>
          <p:cNvSpPr>
            <a:spLocks noGrp="1"/>
          </p:cNvSpPr>
          <p:nvPr>
            <p:ph type="dt" sz="half" idx="26"/>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13" name="Footer Placeholder 12">
            <a:extLst>
              <a:ext uri="{FF2B5EF4-FFF2-40B4-BE49-F238E27FC236}">
                <a16:creationId xmlns:a16="http://schemas.microsoft.com/office/drawing/2014/main" id="{31E8CB07-AB40-15A0-08C7-BF54DC438B34}"/>
              </a:ext>
            </a:extLst>
          </p:cNvPr>
          <p:cNvSpPr>
            <a:spLocks noGrp="1"/>
          </p:cNvSpPr>
          <p:nvPr>
            <p:ph type="ftr" sz="quarter" idx="27"/>
          </p:nvPr>
        </p:nvSpPr>
        <p:spPr/>
        <p:txBody>
          <a:bodyPr/>
          <a:lstStyle/>
          <a:p>
            <a:pPr>
              <a:spcBef>
                <a:spcPts val="1000"/>
              </a:spcBef>
              <a:buFont typeface="Arial" panose="020B0604020202020204" pitchFamily="34" charset="0"/>
              <a:buNone/>
            </a:pPr>
            <a:r>
              <a:rPr lang="en-US"/>
              <a:t>Presentation Title | Author | Date</a:t>
            </a:r>
          </a:p>
        </p:txBody>
      </p:sp>
      <p:sp>
        <p:nvSpPr>
          <p:cNvPr id="15" name="Slide Number Placeholder 14">
            <a:extLst>
              <a:ext uri="{FF2B5EF4-FFF2-40B4-BE49-F238E27FC236}">
                <a16:creationId xmlns:a16="http://schemas.microsoft.com/office/drawing/2014/main" id="{C41FA911-A4A1-34D1-BF04-9F22140C28D1}"/>
              </a:ext>
            </a:extLst>
          </p:cNvPr>
          <p:cNvSpPr>
            <a:spLocks noGrp="1"/>
          </p:cNvSpPr>
          <p:nvPr>
            <p:ph type="sldNum" sz="quarter" idx="28"/>
          </p:nvPr>
        </p:nvSpPr>
        <p:spPr/>
        <p:txBody>
          <a:bodyPr/>
          <a:lstStyle/>
          <a:p>
            <a:pPr algn="r"/>
            <a:fld id="{5D9A5160-6218-4E5A-B9E6-B93E3DAE377C}" type="slidenum">
              <a:rPr lang="en-US" smtClean="0"/>
              <a:pPr algn="r"/>
              <a:t>‹#›</a:t>
            </a:fld>
            <a:endParaRPr lang="en-US"/>
          </a:p>
        </p:txBody>
      </p:sp>
      <p:sp>
        <p:nvSpPr>
          <p:cNvPr id="3" name="Logo Placeholder 7">
            <a:extLst>
              <a:ext uri="{FF2B5EF4-FFF2-40B4-BE49-F238E27FC236}">
                <a16:creationId xmlns:a16="http://schemas.microsoft.com/office/drawing/2014/main" id="{33B9F062-225C-9146-1129-335505116C76}"/>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1172488229"/>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Text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ABFE959-AAB6-76DF-7517-8AE8C424F99C}"/>
              </a:ext>
            </a:extLst>
          </p:cNvPr>
          <p:cNvSpPr>
            <a:spLocks noGrp="1"/>
          </p:cNvSpPr>
          <p:nvPr>
            <p:ph type="title"/>
          </p:nvPr>
        </p:nvSpPr>
        <p:spPr>
          <a:xfrm>
            <a:off x="2402003" y="1916112"/>
            <a:ext cx="7387993" cy="1512887"/>
          </a:xfrm>
        </p:spPr>
        <p:txBody>
          <a:bodyPr wrap="square" anchor="b">
            <a:noAutofit/>
          </a:bodyPr>
          <a:lstStyle>
            <a:lvl1pPr algn="ctr">
              <a:defRPr sz="3200"/>
            </a:lvl1pPr>
          </a:lstStyle>
          <a:p>
            <a:r>
              <a:rPr lang="en-US"/>
              <a:t>Click to edit Master title style</a:t>
            </a:r>
            <a:endParaRPr lang="en-US" dirty="0"/>
          </a:p>
        </p:txBody>
      </p:sp>
      <p:sp>
        <p:nvSpPr>
          <p:cNvPr id="6" name="Text Placeholder 8">
            <a:extLst>
              <a:ext uri="{FF2B5EF4-FFF2-40B4-BE49-F238E27FC236}">
                <a16:creationId xmlns:a16="http://schemas.microsoft.com/office/drawing/2014/main" id="{B8EC071D-C9EA-D72D-472D-47AC8DAE4AFA}"/>
              </a:ext>
            </a:extLst>
          </p:cNvPr>
          <p:cNvSpPr>
            <a:spLocks noGrp="1"/>
          </p:cNvSpPr>
          <p:nvPr>
            <p:ph type="body" sz="quarter" idx="13"/>
          </p:nvPr>
        </p:nvSpPr>
        <p:spPr>
          <a:xfrm>
            <a:off x="2402003" y="4025468"/>
            <a:ext cx="7387993" cy="916420"/>
          </a:xfrm>
          <a:prstGeom prst="rect">
            <a:avLst/>
          </a:prstGeom>
        </p:spPr>
        <p:txBody>
          <a:bodyPr wrap="square">
            <a:noAutofit/>
          </a:bodyPr>
          <a:lstStyle>
            <a:lvl1pPr algn="ctr">
              <a:defRPr sz="2000"/>
            </a:lvl1pPr>
            <a:lvl2pPr>
              <a:defRPr sz="2000"/>
            </a:lvl2pPr>
            <a:lvl3pPr>
              <a:defRPr sz="2000"/>
            </a:lvl3pPr>
            <a:lvl4pPr>
              <a:defRPr sz="2000"/>
            </a:lvl4pPr>
            <a:lvl5pPr>
              <a:defRPr sz="2000"/>
            </a:lvl5pPr>
          </a:lstStyle>
          <a:p>
            <a:pPr lvl="0"/>
            <a:r>
              <a:rPr lang="en-US"/>
              <a:t>Click to edit Master text styles</a:t>
            </a:r>
          </a:p>
        </p:txBody>
      </p:sp>
      <p:sp>
        <p:nvSpPr>
          <p:cNvPr id="7" name="Date Placeholder 6">
            <a:extLst>
              <a:ext uri="{FF2B5EF4-FFF2-40B4-BE49-F238E27FC236}">
                <a16:creationId xmlns:a16="http://schemas.microsoft.com/office/drawing/2014/main" id="{1C4C92CE-41EC-4D2F-4311-92100A79FE86}"/>
              </a:ext>
            </a:extLst>
          </p:cNvPr>
          <p:cNvSpPr>
            <a:spLocks noGrp="1"/>
          </p:cNvSpPr>
          <p:nvPr>
            <p:ph type="dt" sz="half" idx="1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8" name="Footer Placeholder 7">
            <a:extLst>
              <a:ext uri="{FF2B5EF4-FFF2-40B4-BE49-F238E27FC236}">
                <a16:creationId xmlns:a16="http://schemas.microsoft.com/office/drawing/2014/main" id="{8C0A6AFF-C176-E59D-2165-DE17D66BCAA1}"/>
              </a:ext>
            </a:extLst>
          </p:cNvPr>
          <p:cNvSpPr>
            <a:spLocks noGrp="1"/>
          </p:cNvSpPr>
          <p:nvPr>
            <p:ph type="ftr" sz="quarter" idx="15"/>
          </p:nvPr>
        </p:nvSpPr>
        <p:spPr/>
        <p:txBody>
          <a:bodyPr/>
          <a:lstStyle/>
          <a:p>
            <a:pPr>
              <a:spcBef>
                <a:spcPts val="1000"/>
              </a:spcBef>
              <a:buFont typeface="Arial" panose="020B0604020202020204" pitchFamily="34" charset="0"/>
              <a:buNone/>
            </a:pPr>
            <a:r>
              <a:rPr lang="en-US"/>
              <a:t>Presentation Title | Author | Date</a:t>
            </a:r>
          </a:p>
        </p:txBody>
      </p:sp>
      <p:sp>
        <p:nvSpPr>
          <p:cNvPr id="9" name="Slide Number Placeholder 8">
            <a:extLst>
              <a:ext uri="{FF2B5EF4-FFF2-40B4-BE49-F238E27FC236}">
                <a16:creationId xmlns:a16="http://schemas.microsoft.com/office/drawing/2014/main" id="{22B9BB3B-51E8-595D-BE01-2881F99A8D5E}"/>
              </a:ext>
            </a:extLst>
          </p:cNvPr>
          <p:cNvSpPr>
            <a:spLocks noGrp="1"/>
          </p:cNvSpPr>
          <p:nvPr>
            <p:ph type="sldNum" sz="quarter" idx="16"/>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3889883552"/>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Text 2">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92A14B44-A6BB-FD7D-633A-78C683F4F269}"/>
              </a:ext>
            </a:extLst>
          </p:cNvPr>
          <p:cNvSpPr>
            <a:spLocks noGrp="1"/>
          </p:cNvSpPr>
          <p:nvPr>
            <p:ph type="pic" sz="quarter" idx="14"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5" name="Title 1">
            <a:extLst>
              <a:ext uri="{FF2B5EF4-FFF2-40B4-BE49-F238E27FC236}">
                <a16:creationId xmlns:a16="http://schemas.microsoft.com/office/drawing/2014/main" id="{8ABFE959-AAB6-76DF-7517-8AE8C424F99C}"/>
              </a:ext>
            </a:extLst>
          </p:cNvPr>
          <p:cNvSpPr>
            <a:spLocks noGrp="1"/>
          </p:cNvSpPr>
          <p:nvPr>
            <p:ph type="title"/>
          </p:nvPr>
        </p:nvSpPr>
        <p:spPr>
          <a:xfrm>
            <a:off x="2402003" y="1916112"/>
            <a:ext cx="7387993" cy="1512887"/>
          </a:xfrm>
        </p:spPr>
        <p:txBody>
          <a:bodyPr wrap="square" anchor="b">
            <a:noAutofit/>
          </a:bodyPr>
          <a:lstStyle>
            <a:lvl1pPr algn="ctr">
              <a:defRPr sz="3200">
                <a:solidFill>
                  <a:schemeClr val="bg1"/>
                </a:solidFill>
                <a:effectLst>
                  <a:outerShdw blurRad="1016000" dir="5400000" algn="ctr" rotWithShape="0">
                    <a:schemeClr val="tx1">
                      <a:alpha val="49641"/>
                    </a:schemeClr>
                  </a:outerShdw>
                </a:effectLst>
              </a:defRPr>
            </a:lvl1pPr>
          </a:lstStyle>
          <a:p>
            <a:r>
              <a:rPr lang="en-US"/>
              <a:t>Click to edit Master title style</a:t>
            </a:r>
            <a:endParaRPr lang="en-US" dirty="0"/>
          </a:p>
        </p:txBody>
      </p:sp>
      <p:sp>
        <p:nvSpPr>
          <p:cNvPr id="6" name="Text Placeholder 8">
            <a:extLst>
              <a:ext uri="{FF2B5EF4-FFF2-40B4-BE49-F238E27FC236}">
                <a16:creationId xmlns:a16="http://schemas.microsoft.com/office/drawing/2014/main" id="{B8EC071D-C9EA-D72D-472D-47AC8DAE4AFA}"/>
              </a:ext>
            </a:extLst>
          </p:cNvPr>
          <p:cNvSpPr>
            <a:spLocks noGrp="1"/>
          </p:cNvSpPr>
          <p:nvPr>
            <p:ph type="body" sz="quarter" idx="13"/>
          </p:nvPr>
        </p:nvSpPr>
        <p:spPr>
          <a:xfrm>
            <a:off x="2402003" y="4025468"/>
            <a:ext cx="7387993" cy="916420"/>
          </a:xfrm>
          <a:prstGeom prst="rect">
            <a:avLst/>
          </a:prstGeom>
        </p:spPr>
        <p:txBody>
          <a:bodyPr wrap="square">
            <a:noAutofit/>
          </a:bodyPr>
          <a:lstStyle>
            <a:lvl1pPr algn="ctr">
              <a:defRPr sz="2000">
                <a:solidFill>
                  <a:schemeClr val="bg1"/>
                </a:solidFill>
              </a:defRPr>
            </a:lvl1pPr>
            <a:lvl2pPr>
              <a:defRPr sz="2000"/>
            </a:lvl2pPr>
            <a:lvl3pPr>
              <a:defRPr sz="2000"/>
            </a:lvl3pPr>
            <a:lvl4pPr>
              <a:defRPr sz="2000"/>
            </a:lvl4pPr>
            <a:lvl5pPr>
              <a:defRPr sz="2000"/>
            </a:lvl5pPr>
          </a:lstStyle>
          <a:p>
            <a:pPr lvl="0"/>
            <a:r>
              <a:rPr lang="en-US"/>
              <a:t>Click to edit Master text styles</a:t>
            </a:r>
          </a:p>
        </p:txBody>
      </p:sp>
      <p:sp>
        <p:nvSpPr>
          <p:cNvPr id="8" name="Date Placeholder 7">
            <a:extLst>
              <a:ext uri="{FF2B5EF4-FFF2-40B4-BE49-F238E27FC236}">
                <a16:creationId xmlns:a16="http://schemas.microsoft.com/office/drawing/2014/main" id="{A113035B-9AB2-FCA1-E3D6-B54ADD883094}"/>
              </a:ext>
            </a:extLst>
          </p:cNvPr>
          <p:cNvSpPr>
            <a:spLocks noGrp="1"/>
          </p:cNvSpPr>
          <p:nvPr>
            <p:ph type="dt" sz="half" idx="15"/>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9" name="Footer Placeholder 8">
            <a:extLst>
              <a:ext uri="{FF2B5EF4-FFF2-40B4-BE49-F238E27FC236}">
                <a16:creationId xmlns:a16="http://schemas.microsoft.com/office/drawing/2014/main" id="{6C422829-3285-536E-9A1D-C1461DD7772E}"/>
              </a:ext>
            </a:extLst>
          </p:cNvPr>
          <p:cNvSpPr>
            <a:spLocks noGrp="1"/>
          </p:cNvSpPr>
          <p:nvPr>
            <p:ph type="ftr" sz="quarter" idx="16"/>
          </p:nvPr>
        </p:nvSpPr>
        <p:spPr/>
        <p:txBody>
          <a:bodyPr/>
          <a:lstStyle/>
          <a:p>
            <a:pPr>
              <a:spcBef>
                <a:spcPts val="1000"/>
              </a:spcBef>
              <a:buFont typeface="Arial" panose="020B0604020202020204" pitchFamily="34" charset="0"/>
              <a:buNone/>
            </a:pPr>
            <a:r>
              <a:rPr lang="en-US"/>
              <a:t>Presentation Title | Author | Date</a:t>
            </a:r>
          </a:p>
        </p:txBody>
      </p:sp>
      <p:sp>
        <p:nvSpPr>
          <p:cNvPr id="14" name="Slide Number Placeholder 13">
            <a:extLst>
              <a:ext uri="{FF2B5EF4-FFF2-40B4-BE49-F238E27FC236}">
                <a16:creationId xmlns:a16="http://schemas.microsoft.com/office/drawing/2014/main" id="{F8824F2D-932D-C110-76B1-E57FB6242005}"/>
              </a:ext>
            </a:extLst>
          </p:cNvPr>
          <p:cNvSpPr>
            <a:spLocks noGrp="1"/>
          </p:cNvSpPr>
          <p:nvPr>
            <p:ph type="sldNum" sz="quarter" idx="17"/>
          </p:nvPr>
        </p:nvSpPr>
        <p:spPr/>
        <p:txBody>
          <a:bodyPr/>
          <a:lstStyle/>
          <a:p>
            <a:pPr algn="r"/>
            <a:fld id="{5D9A5160-6218-4E5A-B9E6-B93E3DAE377C}" type="slidenum">
              <a:rPr lang="en-US" smtClean="0"/>
              <a:pPr algn="r"/>
              <a:t>‹#›</a:t>
            </a:fld>
            <a:endParaRPr lang="en-US"/>
          </a:p>
        </p:txBody>
      </p:sp>
      <p:sp>
        <p:nvSpPr>
          <p:cNvPr id="4" name="Logo Placeholder 7">
            <a:extLst>
              <a:ext uri="{FF2B5EF4-FFF2-40B4-BE49-F238E27FC236}">
                <a16:creationId xmlns:a16="http://schemas.microsoft.com/office/drawing/2014/main" id="{50BC5634-6A28-9D33-20CF-70AC9E959BE7}"/>
              </a:ext>
            </a:extLst>
          </p:cNvPr>
          <p:cNvSpPr>
            <a:spLocks noGrp="1"/>
          </p:cNvSpPr>
          <p:nvPr>
            <p:ph type="body" sz="quarter" idx="40" hasCustomPrompt="1"/>
          </p:nvPr>
        </p:nvSpPr>
        <p:spPr>
          <a:xfrm>
            <a:off x="11765626" y="128961"/>
            <a:ext cx="269046" cy="335806"/>
          </a:xfrm>
          <a:blipFill>
            <a:blip>
              <a:extLst>
                <a:ext uri="{96DAC541-7B7A-43D3-8B79-37D633B846F1}">
                  <asvg:svgBlip xmlns:asvg="http://schemas.microsoft.com/office/drawing/2016/SVG/main" r:embed="rId2"/>
                </a:ext>
              </a:extLst>
            </a:blip>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4292104296"/>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Conclusion 1">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50CBB0B-9D54-C4B7-F774-A406AEB759DC}"/>
              </a:ext>
            </a:extLst>
          </p:cNvPr>
          <p:cNvSpPr>
            <a:spLocks noGrp="1"/>
          </p:cNvSpPr>
          <p:nvPr>
            <p:ph type="title"/>
          </p:nvPr>
        </p:nvSpPr>
        <p:spPr>
          <a:xfrm>
            <a:off x="550863" y="2154596"/>
            <a:ext cx="4170329" cy="2737444"/>
          </a:xfrm>
        </p:spPr>
        <p:txBody>
          <a:bodyPr anchor="t">
            <a:noAutofit/>
          </a:bodyPr>
          <a:lstStyle>
            <a:lvl1pPr>
              <a:defRPr sz="4800"/>
            </a:lvl1pPr>
          </a:lstStyle>
          <a:p>
            <a:r>
              <a:rPr lang="en-US"/>
              <a:t>Click to edit Master title style</a:t>
            </a:r>
            <a:endParaRPr lang="en-US" dirty="0"/>
          </a:p>
        </p:txBody>
      </p:sp>
      <p:sp>
        <p:nvSpPr>
          <p:cNvPr id="14" name="Content Placeholder 3">
            <a:extLst>
              <a:ext uri="{FF2B5EF4-FFF2-40B4-BE49-F238E27FC236}">
                <a16:creationId xmlns:a16="http://schemas.microsoft.com/office/drawing/2014/main" id="{D898CD75-E929-80D9-7E35-D845DA59F5F4}"/>
              </a:ext>
            </a:extLst>
          </p:cNvPr>
          <p:cNvSpPr>
            <a:spLocks noGrp="1"/>
          </p:cNvSpPr>
          <p:nvPr>
            <p:ph sz="quarter" idx="17"/>
          </p:nvPr>
        </p:nvSpPr>
        <p:spPr>
          <a:xfrm>
            <a:off x="6096000" y="2154597"/>
            <a:ext cx="5524500" cy="4154128"/>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dirty="0"/>
          </a:p>
        </p:txBody>
      </p:sp>
      <p:sp>
        <p:nvSpPr>
          <p:cNvPr id="3" name="Date Placeholder 2">
            <a:extLst>
              <a:ext uri="{FF2B5EF4-FFF2-40B4-BE49-F238E27FC236}">
                <a16:creationId xmlns:a16="http://schemas.microsoft.com/office/drawing/2014/main" id="{DDEDA374-C587-779E-8AE1-6CD7F4553941}"/>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1A46EF84-E452-DF73-A462-F323675455D6}"/>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70216EAB-E162-DA2D-EE00-98D4A5012C1D}"/>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1656323460"/>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Conclusion 1 Photo">
    <p:spTree>
      <p:nvGrpSpPr>
        <p:cNvPr id="1" name=""/>
        <p:cNvGrpSpPr/>
        <p:nvPr/>
      </p:nvGrpSpPr>
      <p:grpSpPr>
        <a:xfrm>
          <a:off x="0" y="0"/>
          <a:ext cx="0" cy="0"/>
          <a:chOff x="0" y="0"/>
          <a:chExt cx="0" cy="0"/>
        </a:xfrm>
      </p:grpSpPr>
      <p:sp>
        <p:nvSpPr>
          <p:cNvPr id="12" name="Picture Placeholder 10">
            <a:extLst>
              <a:ext uri="{FF2B5EF4-FFF2-40B4-BE49-F238E27FC236}">
                <a16:creationId xmlns:a16="http://schemas.microsoft.com/office/drawing/2014/main" id="{1C08FB90-AF58-85B5-3914-77B3471EE04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21" name="Title 1">
            <a:extLst>
              <a:ext uri="{FF2B5EF4-FFF2-40B4-BE49-F238E27FC236}">
                <a16:creationId xmlns:a16="http://schemas.microsoft.com/office/drawing/2014/main" id="{28231349-D5BA-64A4-A1C7-EDC789C8DEEB}"/>
              </a:ext>
            </a:extLst>
          </p:cNvPr>
          <p:cNvSpPr>
            <a:spLocks noGrp="1"/>
          </p:cNvSpPr>
          <p:nvPr>
            <p:ph type="title"/>
          </p:nvPr>
        </p:nvSpPr>
        <p:spPr>
          <a:xfrm>
            <a:off x="550863" y="2154596"/>
            <a:ext cx="4170329" cy="2737444"/>
          </a:xfrm>
        </p:spPr>
        <p:txBody>
          <a:bodyPr anchor="t">
            <a:noAutofit/>
          </a:bodyPr>
          <a:lstStyle>
            <a:lvl1pPr>
              <a:defRPr sz="4800"/>
            </a:lvl1pPr>
          </a:lstStyle>
          <a:p>
            <a:r>
              <a:rPr lang="en-US"/>
              <a:t>Click to edit Master title style</a:t>
            </a:r>
          </a:p>
        </p:txBody>
      </p:sp>
      <p:sp>
        <p:nvSpPr>
          <p:cNvPr id="22" name="Content Placeholder 3">
            <a:extLst>
              <a:ext uri="{FF2B5EF4-FFF2-40B4-BE49-F238E27FC236}">
                <a16:creationId xmlns:a16="http://schemas.microsoft.com/office/drawing/2014/main" id="{6B455CB3-CA48-68B3-77F6-EB2C98EE7BD0}"/>
              </a:ext>
            </a:extLst>
          </p:cNvPr>
          <p:cNvSpPr>
            <a:spLocks noGrp="1"/>
          </p:cNvSpPr>
          <p:nvPr>
            <p:ph sz="quarter" idx="17"/>
          </p:nvPr>
        </p:nvSpPr>
        <p:spPr>
          <a:xfrm>
            <a:off x="6096000" y="2154597"/>
            <a:ext cx="5524500" cy="4154128"/>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Date Placeholder 5">
            <a:extLst>
              <a:ext uri="{FF2B5EF4-FFF2-40B4-BE49-F238E27FC236}">
                <a16:creationId xmlns:a16="http://schemas.microsoft.com/office/drawing/2014/main" id="{A8F2C4DE-6A1C-4BAF-CEDB-0741A198E0C1}"/>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7" name="Footer Placeholder 6">
            <a:extLst>
              <a:ext uri="{FF2B5EF4-FFF2-40B4-BE49-F238E27FC236}">
                <a16:creationId xmlns:a16="http://schemas.microsoft.com/office/drawing/2014/main" id="{B5A666D7-760F-C3E7-2C45-537A38AB18BC}"/>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8" name="Slide Number Placeholder 7">
            <a:extLst>
              <a:ext uri="{FF2B5EF4-FFF2-40B4-BE49-F238E27FC236}">
                <a16:creationId xmlns:a16="http://schemas.microsoft.com/office/drawing/2014/main" id="{94953DC7-FBD0-D234-515C-B70C65FA03DD}"/>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5459D9FD-10B1-F1DE-30EA-A0D3AFDA68E8}"/>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1134933467"/>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481328" y="1517904"/>
            <a:ext cx="3685032" cy="3185499"/>
          </a:xfrm>
        </p:spPr>
        <p:txBody>
          <a:bodyPr anchor="t">
            <a:noAutofit/>
          </a:bodyPr>
          <a:lstStyle>
            <a:lvl1pPr>
              <a:defRPr sz="2400"/>
            </a:lvl1pPr>
          </a:lstStyle>
          <a:p>
            <a:r>
              <a:rPr lang="en-US"/>
              <a:t>Click to edit Master title style</a:t>
            </a:r>
          </a:p>
        </p:txBody>
      </p:sp>
      <p:sp>
        <p:nvSpPr>
          <p:cNvPr id="4" name="Content Placeholder 3">
            <a:extLst>
              <a:ext uri="{FF2B5EF4-FFF2-40B4-BE49-F238E27FC236}">
                <a16:creationId xmlns:a16="http://schemas.microsoft.com/office/drawing/2014/main" id="{64F9B09F-7191-4FCF-3B0D-173D1B5BE8AA}"/>
              </a:ext>
            </a:extLst>
          </p:cNvPr>
          <p:cNvSpPr>
            <a:spLocks noGrp="1"/>
          </p:cNvSpPr>
          <p:nvPr>
            <p:ph sz="quarter" idx="17"/>
          </p:nvPr>
        </p:nvSpPr>
        <p:spPr>
          <a:xfrm>
            <a:off x="7949096" y="4882895"/>
            <a:ext cx="3671404" cy="1425829"/>
          </a:xfrm>
          <a:prstGeom prst="rect">
            <a:avLst/>
          </a:prstGeom>
        </p:spPr>
        <p:txBody>
          <a:bodyPr/>
          <a:lstStyle>
            <a:lvl1pPr>
              <a:defRPr sz="3200"/>
            </a:lvl1pPr>
            <a:lvl2pPr>
              <a:defRPr sz="3200"/>
            </a:lvl2pPr>
            <a:lvl3pPr>
              <a:defRPr sz="3200"/>
            </a:lvl3pPr>
            <a:lvl4pPr>
              <a:defRPr sz="3200"/>
            </a:lvl4pPr>
            <a:lvl5pPr>
              <a:defRPr sz="3200"/>
            </a:lvl5pPr>
          </a:lstStyle>
          <a:p>
            <a:pPr lvl="0"/>
            <a:r>
              <a:rPr lang="en-US"/>
              <a:t>Click to edit Master text styles</a:t>
            </a:r>
          </a:p>
        </p:txBody>
      </p:sp>
      <p:sp>
        <p:nvSpPr>
          <p:cNvPr id="5" name="Date Placeholder 4">
            <a:extLst>
              <a:ext uri="{FF2B5EF4-FFF2-40B4-BE49-F238E27FC236}">
                <a16:creationId xmlns:a16="http://schemas.microsoft.com/office/drawing/2014/main" id="{958CA01C-7827-82F6-2479-87C946BAD318}"/>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6" name="Footer Placeholder 5">
            <a:extLst>
              <a:ext uri="{FF2B5EF4-FFF2-40B4-BE49-F238E27FC236}">
                <a16:creationId xmlns:a16="http://schemas.microsoft.com/office/drawing/2014/main" id="{F5A9AE5F-A9DC-699F-D478-39BC3367EDFE}"/>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7" name="Slide Number Placeholder 6">
            <a:extLst>
              <a:ext uri="{FF2B5EF4-FFF2-40B4-BE49-F238E27FC236}">
                <a16:creationId xmlns:a16="http://schemas.microsoft.com/office/drawing/2014/main" id="{23C200B6-39EA-19E8-344A-F12A2E6EBA26}"/>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2796368605"/>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Conclusion 2 Photo">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B4DEBDB5-5781-B892-9D45-BC728983633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481328" y="1517904"/>
            <a:ext cx="3685032" cy="3185499"/>
          </a:xfrm>
        </p:spPr>
        <p:txBody>
          <a:bodyPr anchor="t">
            <a:noAutofit/>
          </a:bodyPr>
          <a:lstStyle>
            <a:lvl1pPr>
              <a:defRPr sz="2400">
                <a:solidFill>
                  <a:schemeClr val="bg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64F9B09F-7191-4FCF-3B0D-173D1B5BE8AA}"/>
              </a:ext>
            </a:extLst>
          </p:cNvPr>
          <p:cNvSpPr>
            <a:spLocks noGrp="1"/>
          </p:cNvSpPr>
          <p:nvPr>
            <p:ph sz="quarter" idx="17"/>
          </p:nvPr>
        </p:nvSpPr>
        <p:spPr>
          <a:xfrm>
            <a:off x="7949096" y="4882895"/>
            <a:ext cx="3671404" cy="1425829"/>
          </a:xfrm>
          <a:prstGeom prst="rect">
            <a:avLst/>
          </a:prstGeom>
        </p:spPr>
        <p:txBody>
          <a:bodyPr/>
          <a:lstStyle>
            <a:lvl1pPr>
              <a:defRPr sz="3200">
                <a:solidFill>
                  <a:schemeClr val="bg1"/>
                </a:solidFill>
              </a:defRPr>
            </a:lvl1pPr>
            <a:lvl2pPr>
              <a:defRPr sz="3200"/>
            </a:lvl2pPr>
            <a:lvl3pPr>
              <a:defRPr sz="3200"/>
            </a:lvl3pPr>
            <a:lvl4pPr>
              <a:defRPr sz="3200"/>
            </a:lvl4pPr>
            <a:lvl5pPr>
              <a:defRPr sz="3200"/>
            </a:lvl5pPr>
          </a:lstStyle>
          <a:p>
            <a:pPr lvl="0"/>
            <a:r>
              <a:rPr lang="en-US"/>
              <a:t>Click to edit Master text styles</a:t>
            </a:r>
          </a:p>
        </p:txBody>
      </p:sp>
      <p:sp>
        <p:nvSpPr>
          <p:cNvPr id="6" name="Date Placeholder 5">
            <a:extLst>
              <a:ext uri="{FF2B5EF4-FFF2-40B4-BE49-F238E27FC236}">
                <a16:creationId xmlns:a16="http://schemas.microsoft.com/office/drawing/2014/main" id="{EAED4CBA-FED0-60CF-6658-5821F1968589}"/>
              </a:ext>
            </a:extLst>
          </p:cNvPr>
          <p:cNvSpPr>
            <a:spLocks noGrp="1"/>
          </p:cNvSpPr>
          <p:nvPr>
            <p:ph type="dt" sz="half" idx="18"/>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7" name="Footer Placeholder 6">
            <a:extLst>
              <a:ext uri="{FF2B5EF4-FFF2-40B4-BE49-F238E27FC236}">
                <a16:creationId xmlns:a16="http://schemas.microsoft.com/office/drawing/2014/main" id="{973E460F-1F60-3564-8377-BF259B8D5F20}"/>
              </a:ext>
            </a:extLst>
          </p:cNvPr>
          <p:cNvSpPr>
            <a:spLocks noGrp="1"/>
          </p:cNvSpPr>
          <p:nvPr>
            <p:ph type="ftr" sz="quarter" idx="19"/>
          </p:nvPr>
        </p:nvSpPr>
        <p:spPr/>
        <p:txBody>
          <a:bodyPr/>
          <a:lstStyle/>
          <a:p>
            <a:pPr>
              <a:spcBef>
                <a:spcPts val="1000"/>
              </a:spcBef>
              <a:buFont typeface="Arial" panose="020B0604020202020204" pitchFamily="34" charset="0"/>
              <a:buNone/>
            </a:pPr>
            <a:r>
              <a:rPr lang="en-US"/>
              <a:t>Presentation Title | Author | Date</a:t>
            </a:r>
          </a:p>
        </p:txBody>
      </p:sp>
      <p:sp>
        <p:nvSpPr>
          <p:cNvPr id="14" name="Slide Number Placeholder 13">
            <a:extLst>
              <a:ext uri="{FF2B5EF4-FFF2-40B4-BE49-F238E27FC236}">
                <a16:creationId xmlns:a16="http://schemas.microsoft.com/office/drawing/2014/main" id="{0D493F99-C63F-0DED-2802-307160340314}"/>
              </a:ext>
            </a:extLst>
          </p:cNvPr>
          <p:cNvSpPr>
            <a:spLocks noGrp="1"/>
          </p:cNvSpPr>
          <p:nvPr>
            <p:ph type="sldNum" sz="quarter" idx="20"/>
          </p:nvPr>
        </p:nvSpPr>
        <p:spPr/>
        <p:txBody>
          <a:bodyPr/>
          <a:lstStyle/>
          <a:p>
            <a:pPr algn="r"/>
            <a:fld id="{5D9A5160-6218-4E5A-B9E6-B93E3DAE377C}" type="slidenum">
              <a:rPr lang="en-US" smtClean="0"/>
              <a:pPr algn="r"/>
              <a:t>‹#›</a:t>
            </a:fld>
            <a:endParaRPr lang="en-US"/>
          </a:p>
        </p:txBody>
      </p:sp>
      <p:sp>
        <p:nvSpPr>
          <p:cNvPr id="8" name="Logo Placeholder 7">
            <a:extLst>
              <a:ext uri="{FF2B5EF4-FFF2-40B4-BE49-F238E27FC236}">
                <a16:creationId xmlns:a16="http://schemas.microsoft.com/office/drawing/2014/main" id="{6ED7570D-FB24-0E99-F979-503094A97154}"/>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60548968"/>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Conclusion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0EB54-2DDF-50B7-9D98-A038DEF17892}"/>
              </a:ext>
            </a:extLst>
          </p:cNvPr>
          <p:cNvSpPr>
            <a:spLocks noGrp="1"/>
          </p:cNvSpPr>
          <p:nvPr>
            <p:ph type="title"/>
          </p:nvPr>
        </p:nvSpPr>
        <p:spPr>
          <a:xfrm>
            <a:off x="7450171" y="2154596"/>
            <a:ext cx="4170329" cy="2737444"/>
          </a:xfrm>
        </p:spPr>
        <p:txBody>
          <a:bodyPr anchor="b">
            <a:noAutofit/>
          </a:bodyPr>
          <a:lstStyle>
            <a:lvl1pPr algn="r">
              <a:defRPr sz="4800"/>
            </a:lvl1pPr>
          </a:lstStyle>
          <a:p>
            <a:r>
              <a:rPr lang="en-US"/>
              <a:t>Click to edit Master title style</a:t>
            </a:r>
          </a:p>
        </p:txBody>
      </p:sp>
      <p:sp>
        <p:nvSpPr>
          <p:cNvPr id="3" name="Date Placeholder 2">
            <a:extLst>
              <a:ext uri="{FF2B5EF4-FFF2-40B4-BE49-F238E27FC236}">
                <a16:creationId xmlns:a16="http://schemas.microsoft.com/office/drawing/2014/main" id="{AE44684F-D794-29DA-96BD-7FDCFE9BBC83}"/>
              </a:ext>
            </a:extLst>
          </p:cNvPr>
          <p:cNvSpPr>
            <a:spLocks noGrp="1"/>
          </p:cNvSpPr>
          <p:nvPr>
            <p:ph type="dt" sz="half" idx="10"/>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4" name="Footer Placeholder 3">
            <a:extLst>
              <a:ext uri="{FF2B5EF4-FFF2-40B4-BE49-F238E27FC236}">
                <a16:creationId xmlns:a16="http://schemas.microsoft.com/office/drawing/2014/main" id="{810692F0-1502-0611-DB5D-DCB4C1B2D896}"/>
              </a:ext>
            </a:extLst>
          </p:cNvPr>
          <p:cNvSpPr>
            <a:spLocks noGrp="1"/>
          </p:cNvSpPr>
          <p:nvPr>
            <p:ph type="ftr" sz="quarter" idx="11"/>
          </p:nvPr>
        </p:nvSpPr>
        <p:spPr/>
        <p:txBody>
          <a:bodyPr/>
          <a:lstStyle/>
          <a:p>
            <a:pPr>
              <a:spcBef>
                <a:spcPts val="1000"/>
              </a:spcBef>
              <a:buFont typeface="Arial" panose="020B0604020202020204" pitchFamily="34" charset="0"/>
              <a:buNone/>
            </a:pPr>
            <a:r>
              <a:rPr lang="en-US"/>
              <a:t>Presentation Title | Author | Date</a:t>
            </a:r>
          </a:p>
        </p:txBody>
      </p:sp>
      <p:sp>
        <p:nvSpPr>
          <p:cNvPr id="5" name="Slide Number Placeholder 4">
            <a:extLst>
              <a:ext uri="{FF2B5EF4-FFF2-40B4-BE49-F238E27FC236}">
                <a16:creationId xmlns:a16="http://schemas.microsoft.com/office/drawing/2014/main" id="{D9D88EBB-9A16-B41B-C8AC-2FB3BD40ECDE}"/>
              </a:ext>
            </a:extLst>
          </p:cNvPr>
          <p:cNvSpPr>
            <a:spLocks noGrp="1"/>
          </p:cNvSpPr>
          <p:nvPr>
            <p:ph type="sldNum" sz="quarter" idx="12"/>
          </p:nvPr>
        </p:nvSpPr>
        <p:spPr/>
        <p:txBody>
          <a:bodyPr/>
          <a:lstStyle/>
          <a:p>
            <a:pPr algn="r"/>
            <a:fld id="{5D9A5160-6218-4E5A-B9E6-B93E3DAE377C}" type="slidenum">
              <a:rPr lang="en-US" smtClean="0"/>
              <a:pPr algn="r"/>
              <a:t>‹#›</a:t>
            </a:fld>
            <a:endParaRPr lang="en-US"/>
          </a:p>
        </p:txBody>
      </p:sp>
    </p:spTree>
    <p:extLst>
      <p:ext uri="{BB962C8B-B14F-4D97-AF65-F5344CB8AC3E}">
        <p14:creationId xmlns:p14="http://schemas.microsoft.com/office/powerpoint/2010/main" val="107397567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Conclusion 3 Photo">
    <p:spTree>
      <p:nvGrpSpPr>
        <p:cNvPr id="1" name=""/>
        <p:cNvGrpSpPr/>
        <p:nvPr/>
      </p:nvGrpSpPr>
      <p:grpSpPr>
        <a:xfrm>
          <a:off x="0" y="0"/>
          <a:ext cx="0" cy="0"/>
          <a:chOff x="0" y="0"/>
          <a:chExt cx="0" cy="0"/>
        </a:xfrm>
      </p:grpSpPr>
      <p:sp>
        <p:nvSpPr>
          <p:cNvPr id="12" name="Picture Placeholder 10">
            <a:extLst>
              <a:ext uri="{FF2B5EF4-FFF2-40B4-BE49-F238E27FC236}">
                <a16:creationId xmlns:a16="http://schemas.microsoft.com/office/drawing/2014/main" id="{1C08FB90-AF58-85B5-3914-77B3471EE049}"/>
              </a:ext>
            </a:extLst>
          </p:cNvPr>
          <p:cNvSpPr>
            <a:spLocks noGrp="1"/>
          </p:cNvSpPr>
          <p:nvPr>
            <p:ph type="pic" sz="quarter" idx="13" hasCustomPrompt="1"/>
          </p:nvPr>
        </p:nvSpPr>
        <p:spPr>
          <a:xfrm>
            <a:off x="-1" y="0"/>
            <a:ext cx="12192001" cy="6858000"/>
          </a:xfrm>
          <a:prstGeom prst="rect">
            <a:avLst/>
          </a:prstGeom>
          <a:solidFill>
            <a:schemeClr val="bg1">
              <a:lumMod val="95000"/>
            </a:schemeClr>
          </a:solidFill>
        </p:spPr>
        <p:txBody>
          <a:bodyPr vert="horz" lIns="0" tIns="0" rIns="0" bIns="0" rtlCol="0">
            <a:noAutofit/>
          </a:bodyPr>
          <a:lstStyle>
            <a:lvl1pPr>
              <a:defRPr lang="en-US">
                <a:solidFill>
                  <a:schemeClr val="bg2">
                    <a:lumMod val="75000"/>
                  </a:schemeClr>
                </a:solidFill>
              </a:defRPr>
            </a:lvl1pPr>
          </a:lstStyle>
          <a:p>
            <a:r>
              <a:rPr lang="de-DE" dirty="0"/>
              <a:t>Insert Picture and send </a:t>
            </a:r>
            <a:r>
              <a:rPr lang="de-DE" dirty="0" err="1"/>
              <a:t>to</a:t>
            </a:r>
            <a:r>
              <a:rPr lang="de-DE" dirty="0"/>
              <a:t> back</a:t>
            </a:r>
          </a:p>
        </p:txBody>
      </p:sp>
      <p:sp>
        <p:nvSpPr>
          <p:cNvPr id="21" name="Title 1">
            <a:extLst>
              <a:ext uri="{FF2B5EF4-FFF2-40B4-BE49-F238E27FC236}">
                <a16:creationId xmlns:a16="http://schemas.microsoft.com/office/drawing/2014/main" id="{28231349-D5BA-64A4-A1C7-EDC789C8DEEB}"/>
              </a:ext>
            </a:extLst>
          </p:cNvPr>
          <p:cNvSpPr>
            <a:spLocks noGrp="1"/>
          </p:cNvSpPr>
          <p:nvPr>
            <p:ph type="title"/>
          </p:nvPr>
        </p:nvSpPr>
        <p:spPr>
          <a:xfrm>
            <a:off x="7450171" y="2154596"/>
            <a:ext cx="4170329" cy="2737444"/>
          </a:xfrm>
        </p:spPr>
        <p:txBody>
          <a:bodyPr anchor="b">
            <a:noAutofit/>
          </a:bodyPr>
          <a:lstStyle>
            <a:lvl1pPr algn="r">
              <a:defRPr sz="4800">
                <a:solidFill>
                  <a:schemeClr val="bg1"/>
                </a:solidFill>
              </a:defRPr>
            </a:lvl1pPr>
          </a:lstStyle>
          <a:p>
            <a:r>
              <a:rPr lang="en-US"/>
              <a:t>Click to edit Master title style</a:t>
            </a:r>
          </a:p>
        </p:txBody>
      </p:sp>
      <p:sp>
        <p:nvSpPr>
          <p:cNvPr id="6" name="Date Placeholder 5">
            <a:extLst>
              <a:ext uri="{FF2B5EF4-FFF2-40B4-BE49-F238E27FC236}">
                <a16:creationId xmlns:a16="http://schemas.microsoft.com/office/drawing/2014/main" id="{A4A388B3-FA4E-30F1-CC6B-BEF5D50CA00B}"/>
              </a:ext>
            </a:extLst>
          </p:cNvPr>
          <p:cNvSpPr>
            <a:spLocks noGrp="1"/>
          </p:cNvSpPr>
          <p:nvPr>
            <p:ph type="dt" sz="half" idx="14"/>
          </p:nvPr>
        </p:nvSpPr>
        <p:spPr/>
        <p:txBody>
          <a:bodyPr/>
          <a:lstStyle/>
          <a:p>
            <a:pPr>
              <a:spcBef>
                <a:spcPts val="1000"/>
              </a:spcBef>
              <a:buFont typeface="Arial" panose="020B0604020202020204" pitchFamily="34" charset="0"/>
              <a:buNone/>
            </a:pPr>
            <a:r>
              <a:rPr lang="en-US"/>
              <a:t>Company Confidential © Capgemini 2026. All rights reserved.</a:t>
            </a:r>
          </a:p>
        </p:txBody>
      </p:sp>
      <p:sp>
        <p:nvSpPr>
          <p:cNvPr id="7" name="Footer Placeholder 6">
            <a:extLst>
              <a:ext uri="{FF2B5EF4-FFF2-40B4-BE49-F238E27FC236}">
                <a16:creationId xmlns:a16="http://schemas.microsoft.com/office/drawing/2014/main" id="{8AC7AD12-0DD4-D7FD-F186-59426836A189}"/>
              </a:ext>
            </a:extLst>
          </p:cNvPr>
          <p:cNvSpPr>
            <a:spLocks noGrp="1"/>
          </p:cNvSpPr>
          <p:nvPr>
            <p:ph type="ftr" sz="quarter" idx="15"/>
          </p:nvPr>
        </p:nvSpPr>
        <p:spPr/>
        <p:txBody>
          <a:bodyPr/>
          <a:lstStyle/>
          <a:p>
            <a:pPr>
              <a:spcBef>
                <a:spcPts val="1000"/>
              </a:spcBef>
              <a:buFont typeface="Arial" panose="020B0604020202020204" pitchFamily="34" charset="0"/>
              <a:buNone/>
            </a:pPr>
            <a:r>
              <a:rPr lang="en-US"/>
              <a:t>Presentation Title | Author | Date</a:t>
            </a:r>
          </a:p>
        </p:txBody>
      </p:sp>
      <p:sp>
        <p:nvSpPr>
          <p:cNvPr id="8" name="Slide Number Placeholder 7">
            <a:extLst>
              <a:ext uri="{FF2B5EF4-FFF2-40B4-BE49-F238E27FC236}">
                <a16:creationId xmlns:a16="http://schemas.microsoft.com/office/drawing/2014/main" id="{18457B4D-EEFD-198C-15F3-0A77696494B6}"/>
              </a:ext>
            </a:extLst>
          </p:cNvPr>
          <p:cNvSpPr>
            <a:spLocks noGrp="1"/>
          </p:cNvSpPr>
          <p:nvPr>
            <p:ph type="sldNum" sz="quarter" idx="16"/>
          </p:nvPr>
        </p:nvSpPr>
        <p:spPr/>
        <p:txBody>
          <a:bodyPr/>
          <a:lstStyle/>
          <a:p>
            <a:pPr algn="r"/>
            <a:fld id="{5D9A5160-6218-4E5A-B9E6-B93E3DAE377C}" type="slidenum">
              <a:rPr lang="en-US" smtClean="0"/>
              <a:pPr algn="r"/>
              <a:t>‹#›</a:t>
            </a:fld>
            <a:endParaRPr lang="en-US"/>
          </a:p>
        </p:txBody>
      </p:sp>
      <p:sp>
        <p:nvSpPr>
          <p:cNvPr id="2" name="Logo Placeholder 7">
            <a:extLst>
              <a:ext uri="{FF2B5EF4-FFF2-40B4-BE49-F238E27FC236}">
                <a16:creationId xmlns:a16="http://schemas.microsoft.com/office/drawing/2014/main" id="{84DB15FA-DBE5-94F0-C763-DAB527467EF9}"/>
              </a:ext>
            </a:extLst>
          </p:cNvPr>
          <p:cNvSpPr>
            <a:spLocks noGrp="1"/>
          </p:cNvSpPr>
          <p:nvPr>
            <p:ph type="body" sz="quarter" idx="40" hasCustomPrompt="1"/>
          </p:nvPr>
        </p:nvSpPr>
        <p:spPr>
          <a:xfrm>
            <a:off x="11765626" y="128961"/>
            <a:ext cx="269046" cy="335806"/>
          </a:xfrm>
          <a:blipFill>
            <a:blip r:embed="rId2"/>
            <a:srcRect/>
            <a:stretch>
              <a:fillRect t="12891" b="13600"/>
            </a:stretch>
          </a:blipFill>
        </p:spPr>
        <p:txBody>
          <a:bodyPr vert="horz" lIns="0" tIns="0" rIns="0" bIns="0" rtlCol="0">
            <a:noAutofit/>
          </a:bodyPr>
          <a:lstStyle>
            <a:lvl1pPr algn="l">
              <a:defRPr lang="en-US" sz="200" smtClean="0">
                <a:solidFill>
                  <a:schemeClr val="bg1">
                    <a:lumMod val="85000"/>
                  </a:schemeClr>
                </a:solidFill>
              </a:defRPr>
            </a:lvl1pPr>
            <a:lvl2pPr>
              <a:defRPr lang="en-US" smtClean="0"/>
            </a:lvl2pPr>
            <a:lvl3pPr>
              <a:defRPr lang="en-US" smtClean="0"/>
            </a:lvl3pPr>
            <a:lvl4pPr>
              <a:defRPr lang="en-US" smtClean="0"/>
            </a:lvl4pPr>
            <a:lvl5pPr>
              <a:defRPr lang="en-US"/>
            </a:lvl5pPr>
          </a:lstStyle>
          <a:p>
            <a:pPr lvl="0"/>
            <a:r>
              <a:rPr lang="en-US" dirty="0"/>
              <a:t>Spade</a:t>
            </a:r>
          </a:p>
        </p:txBody>
      </p:sp>
    </p:spTree>
    <p:extLst>
      <p:ext uri="{BB962C8B-B14F-4D97-AF65-F5344CB8AC3E}">
        <p14:creationId xmlns:p14="http://schemas.microsoft.com/office/powerpoint/2010/main" val="4184585811"/>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End Slide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E9A7C0-1B19-CA66-4300-296F0EE9926E}"/>
              </a:ext>
            </a:extLst>
          </p:cNvPr>
          <p:cNvSpPr/>
          <p:nvPr userDrawn="1">
            <p:custDataLst>
              <p:tags r:id="rId1"/>
            </p:custDataLst>
          </p:nvPr>
        </p:nvSpPr>
        <p:spPr>
          <a:xfrm>
            <a:off x="6096000" y="854464"/>
            <a:ext cx="2240280" cy="1031051"/>
          </a:xfrm>
          <a:prstGeom prst="rect">
            <a:avLst/>
          </a:prstGeom>
        </p:spPr>
        <p:txBody>
          <a:bodyPr wrap="square" lIns="0" tIns="0" rIns="0" bIns="0">
            <a:spAutoFit/>
          </a:bodyPr>
          <a:lstStyle/>
          <a:p>
            <a:pPr>
              <a:spcAft>
                <a:spcPts val="600"/>
              </a:spcAft>
            </a:pPr>
            <a:r>
              <a:rPr lang="en-US" sz="1200" b="0" i="0" dirty="0">
                <a:solidFill>
                  <a:schemeClr val="tx1"/>
                </a:solidFill>
                <a:cs typeface="Arial"/>
              </a:rPr>
              <a:t>Name, Last Name</a:t>
            </a:r>
          </a:p>
          <a:p>
            <a:pPr>
              <a:lnSpc>
                <a:spcPts val="1200"/>
              </a:lnSpc>
            </a:pPr>
            <a:r>
              <a:rPr lang="en-US" sz="1000" b="0" i="0" dirty="0">
                <a:solidFill>
                  <a:schemeClr val="tx1"/>
                </a:solidFill>
                <a:cs typeface="Arial"/>
              </a:rPr>
              <a:t>Title/Role</a:t>
            </a:r>
          </a:p>
          <a:p>
            <a:pPr>
              <a:lnSpc>
                <a:spcPts val="1200"/>
              </a:lnSpc>
            </a:pPr>
            <a:r>
              <a:rPr lang="en-US" sz="1000" b="0" i="0" dirty="0">
                <a:solidFill>
                  <a:schemeClr val="tx1"/>
                </a:solidFill>
                <a:cs typeface="Arial"/>
              </a:rPr>
              <a:t>Capgemini Office (Optional)</a:t>
            </a:r>
          </a:p>
          <a:p>
            <a:pPr>
              <a:lnSpc>
                <a:spcPts val="1200"/>
              </a:lnSpc>
            </a:pPr>
            <a:r>
              <a:rPr lang="en-US" sz="1000" b="0" i="0" dirty="0">
                <a:solidFill>
                  <a:schemeClr val="tx1"/>
                </a:solidFill>
                <a:cs typeface="Arial"/>
              </a:rPr>
              <a:t>Address Line 1</a:t>
            </a:r>
          </a:p>
          <a:p>
            <a:pPr>
              <a:lnSpc>
                <a:spcPts val="1200"/>
              </a:lnSpc>
            </a:pPr>
            <a:r>
              <a:rPr lang="en-US" sz="1000" b="0" i="0" dirty="0">
                <a:solidFill>
                  <a:schemeClr val="tx1"/>
                </a:solidFill>
                <a:cs typeface="Arial"/>
              </a:rPr>
              <a:t>Address Line 2 </a:t>
            </a:r>
          </a:p>
          <a:p>
            <a:pPr>
              <a:lnSpc>
                <a:spcPts val="1200"/>
              </a:lnSpc>
            </a:pPr>
            <a:r>
              <a:rPr lang="en-US" sz="1000" b="0" i="0" dirty="0">
                <a:solidFill>
                  <a:schemeClr val="tx1"/>
                </a:solidFill>
                <a:cs typeface="Arial"/>
              </a:rPr>
              <a:t>Address Line 3</a:t>
            </a:r>
          </a:p>
        </p:txBody>
      </p:sp>
      <p:sp>
        <p:nvSpPr>
          <p:cNvPr id="8" name="Rectangle 7">
            <a:extLst>
              <a:ext uri="{FF2B5EF4-FFF2-40B4-BE49-F238E27FC236}">
                <a16:creationId xmlns:a16="http://schemas.microsoft.com/office/drawing/2014/main" id="{BC47918D-2D25-E44E-317A-2C575CFA6201}"/>
              </a:ext>
            </a:extLst>
          </p:cNvPr>
          <p:cNvSpPr/>
          <p:nvPr userDrawn="1">
            <p:custDataLst>
              <p:tags r:id="rId2"/>
            </p:custDataLst>
          </p:nvPr>
        </p:nvSpPr>
        <p:spPr>
          <a:xfrm>
            <a:off x="9499996" y="854464"/>
            <a:ext cx="2240280" cy="1031051"/>
          </a:xfrm>
          <a:prstGeom prst="rect">
            <a:avLst/>
          </a:prstGeom>
        </p:spPr>
        <p:txBody>
          <a:bodyPr wrap="square" lIns="0" tIns="0" rIns="0" bIns="0">
            <a:spAutoFit/>
          </a:bodyPr>
          <a:lstStyle/>
          <a:p>
            <a:pPr>
              <a:spcAft>
                <a:spcPts val="600"/>
              </a:spcAft>
            </a:pPr>
            <a:r>
              <a:rPr lang="en-US" sz="1200" b="0" i="0" dirty="0">
                <a:solidFill>
                  <a:schemeClr val="tx1"/>
                </a:solidFill>
                <a:cs typeface="Arial"/>
              </a:rPr>
              <a:t>Name, Last Name</a:t>
            </a:r>
          </a:p>
          <a:p>
            <a:pPr>
              <a:lnSpc>
                <a:spcPts val="1200"/>
              </a:lnSpc>
            </a:pPr>
            <a:r>
              <a:rPr lang="en-US" sz="1000" b="0" i="0" dirty="0">
                <a:solidFill>
                  <a:schemeClr val="tx1"/>
                </a:solidFill>
                <a:cs typeface="Arial"/>
              </a:rPr>
              <a:t>Title/Role</a:t>
            </a:r>
          </a:p>
          <a:p>
            <a:pPr>
              <a:lnSpc>
                <a:spcPts val="1200"/>
              </a:lnSpc>
            </a:pPr>
            <a:r>
              <a:rPr lang="en-US" sz="1000" b="0" i="0" dirty="0">
                <a:solidFill>
                  <a:schemeClr val="tx1"/>
                </a:solidFill>
                <a:cs typeface="Arial"/>
              </a:rPr>
              <a:t>Capgemini Office (Optional)</a:t>
            </a:r>
          </a:p>
          <a:p>
            <a:pPr>
              <a:lnSpc>
                <a:spcPts val="1200"/>
              </a:lnSpc>
            </a:pPr>
            <a:r>
              <a:rPr lang="en-US" sz="1000" b="0" i="0" dirty="0">
                <a:solidFill>
                  <a:schemeClr val="tx1"/>
                </a:solidFill>
                <a:cs typeface="Arial"/>
              </a:rPr>
              <a:t>Address Line 1</a:t>
            </a:r>
          </a:p>
          <a:p>
            <a:pPr>
              <a:lnSpc>
                <a:spcPts val="1200"/>
              </a:lnSpc>
            </a:pPr>
            <a:r>
              <a:rPr lang="en-US" sz="1000" b="0" i="0" dirty="0">
                <a:solidFill>
                  <a:schemeClr val="tx1"/>
                </a:solidFill>
                <a:cs typeface="Arial"/>
              </a:rPr>
              <a:t>Address Line 2 </a:t>
            </a:r>
          </a:p>
          <a:p>
            <a:pPr>
              <a:lnSpc>
                <a:spcPts val="1200"/>
              </a:lnSpc>
            </a:pPr>
            <a:r>
              <a:rPr lang="en-US" sz="1000" b="0" i="0" dirty="0">
                <a:solidFill>
                  <a:schemeClr val="tx1"/>
                </a:solidFill>
                <a:cs typeface="Arial"/>
              </a:rPr>
              <a:t>Address Line 3</a:t>
            </a:r>
          </a:p>
        </p:txBody>
      </p:sp>
      <p:sp>
        <p:nvSpPr>
          <p:cNvPr id="9" name="Rectangle 8">
            <a:extLst>
              <a:ext uri="{FF2B5EF4-FFF2-40B4-BE49-F238E27FC236}">
                <a16:creationId xmlns:a16="http://schemas.microsoft.com/office/drawing/2014/main" id="{223DD2BC-6CFE-2C0D-CC83-30E20FA868FB}"/>
              </a:ext>
            </a:extLst>
          </p:cNvPr>
          <p:cNvSpPr/>
          <p:nvPr userDrawn="1">
            <p:custDataLst>
              <p:tags r:id="rId3"/>
            </p:custDataLst>
          </p:nvPr>
        </p:nvSpPr>
        <p:spPr>
          <a:xfrm>
            <a:off x="6096000" y="2118389"/>
            <a:ext cx="2240280" cy="1031051"/>
          </a:xfrm>
          <a:prstGeom prst="rect">
            <a:avLst/>
          </a:prstGeom>
        </p:spPr>
        <p:txBody>
          <a:bodyPr wrap="square" lIns="0" tIns="0" rIns="0" bIns="0">
            <a:spAutoFit/>
          </a:bodyPr>
          <a:lstStyle/>
          <a:p>
            <a:pPr>
              <a:spcAft>
                <a:spcPts val="600"/>
              </a:spcAft>
            </a:pPr>
            <a:r>
              <a:rPr lang="en-US" sz="1200" b="0" i="0" dirty="0">
                <a:solidFill>
                  <a:schemeClr val="tx1"/>
                </a:solidFill>
                <a:cs typeface="Arial"/>
              </a:rPr>
              <a:t>Name, Last Name</a:t>
            </a:r>
          </a:p>
          <a:p>
            <a:pPr>
              <a:lnSpc>
                <a:spcPts val="1200"/>
              </a:lnSpc>
            </a:pPr>
            <a:r>
              <a:rPr lang="en-US" sz="1000" b="0" i="0" dirty="0">
                <a:solidFill>
                  <a:schemeClr val="tx1"/>
                </a:solidFill>
                <a:cs typeface="Arial"/>
              </a:rPr>
              <a:t>Title/Role</a:t>
            </a:r>
          </a:p>
          <a:p>
            <a:pPr>
              <a:lnSpc>
                <a:spcPts val="1200"/>
              </a:lnSpc>
            </a:pPr>
            <a:r>
              <a:rPr lang="en-US" sz="1000" b="0" i="0" dirty="0">
                <a:solidFill>
                  <a:schemeClr val="tx1"/>
                </a:solidFill>
                <a:cs typeface="Arial"/>
              </a:rPr>
              <a:t>Capgemini Office (Optional)</a:t>
            </a:r>
          </a:p>
          <a:p>
            <a:pPr>
              <a:lnSpc>
                <a:spcPts val="1200"/>
              </a:lnSpc>
            </a:pPr>
            <a:r>
              <a:rPr lang="en-US" sz="1000" b="0" i="0" dirty="0">
                <a:solidFill>
                  <a:schemeClr val="tx1"/>
                </a:solidFill>
                <a:cs typeface="Arial"/>
              </a:rPr>
              <a:t>Address Line 1</a:t>
            </a:r>
          </a:p>
          <a:p>
            <a:pPr>
              <a:lnSpc>
                <a:spcPts val="1200"/>
              </a:lnSpc>
            </a:pPr>
            <a:r>
              <a:rPr lang="en-US" sz="1000" b="0" i="0" dirty="0">
                <a:solidFill>
                  <a:schemeClr val="tx1"/>
                </a:solidFill>
                <a:cs typeface="Arial"/>
              </a:rPr>
              <a:t>Address Line 2 </a:t>
            </a:r>
          </a:p>
          <a:p>
            <a:pPr>
              <a:lnSpc>
                <a:spcPts val="1200"/>
              </a:lnSpc>
            </a:pPr>
            <a:r>
              <a:rPr lang="en-US" sz="1000" b="0" i="0" dirty="0">
                <a:solidFill>
                  <a:schemeClr val="tx1"/>
                </a:solidFill>
                <a:cs typeface="Arial"/>
              </a:rPr>
              <a:t>Address Line 3</a:t>
            </a:r>
          </a:p>
        </p:txBody>
      </p:sp>
      <p:sp>
        <p:nvSpPr>
          <p:cNvPr id="10" name="Rectangle 9">
            <a:extLst>
              <a:ext uri="{FF2B5EF4-FFF2-40B4-BE49-F238E27FC236}">
                <a16:creationId xmlns:a16="http://schemas.microsoft.com/office/drawing/2014/main" id="{4CD48234-BC4B-8C1A-A80D-4730B8F6FA54}"/>
              </a:ext>
            </a:extLst>
          </p:cNvPr>
          <p:cNvSpPr/>
          <p:nvPr userDrawn="1">
            <p:custDataLst>
              <p:tags r:id="rId4"/>
            </p:custDataLst>
          </p:nvPr>
        </p:nvSpPr>
        <p:spPr>
          <a:xfrm>
            <a:off x="9499996" y="2118389"/>
            <a:ext cx="2240280" cy="1031051"/>
          </a:xfrm>
          <a:prstGeom prst="rect">
            <a:avLst/>
          </a:prstGeom>
        </p:spPr>
        <p:txBody>
          <a:bodyPr wrap="square" lIns="0" tIns="0" rIns="0" bIns="0">
            <a:spAutoFit/>
          </a:bodyPr>
          <a:lstStyle/>
          <a:p>
            <a:pPr>
              <a:spcAft>
                <a:spcPts val="600"/>
              </a:spcAft>
            </a:pPr>
            <a:r>
              <a:rPr lang="en-US" sz="1200" b="0" i="0" dirty="0">
                <a:solidFill>
                  <a:schemeClr val="tx1"/>
                </a:solidFill>
                <a:cs typeface="Arial"/>
              </a:rPr>
              <a:t>Name, Last Name</a:t>
            </a:r>
          </a:p>
          <a:p>
            <a:pPr>
              <a:lnSpc>
                <a:spcPts val="1200"/>
              </a:lnSpc>
            </a:pPr>
            <a:r>
              <a:rPr lang="en-US" sz="1000" b="0" i="0" dirty="0">
                <a:solidFill>
                  <a:schemeClr val="tx1"/>
                </a:solidFill>
                <a:cs typeface="Arial"/>
              </a:rPr>
              <a:t>Title/Role</a:t>
            </a:r>
          </a:p>
          <a:p>
            <a:pPr>
              <a:lnSpc>
                <a:spcPts val="1200"/>
              </a:lnSpc>
            </a:pPr>
            <a:r>
              <a:rPr lang="en-US" sz="1000" b="0" i="0" dirty="0">
                <a:solidFill>
                  <a:schemeClr val="tx1"/>
                </a:solidFill>
                <a:cs typeface="Arial"/>
              </a:rPr>
              <a:t>Capgemini Office (Optional)</a:t>
            </a:r>
          </a:p>
          <a:p>
            <a:pPr>
              <a:lnSpc>
                <a:spcPts val="1200"/>
              </a:lnSpc>
            </a:pPr>
            <a:r>
              <a:rPr lang="en-US" sz="1000" b="0" i="0" dirty="0">
                <a:solidFill>
                  <a:schemeClr val="tx1"/>
                </a:solidFill>
                <a:cs typeface="Arial"/>
              </a:rPr>
              <a:t>Address Line 1</a:t>
            </a:r>
          </a:p>
          <a:p>
            <a:pPr>
              <a:lnSpc>
                <a:spcPts val="1200"/>
              </a:lnSpc>
            </a:pPr>
            <a:r>
              <a:rPr lang="en-US" sz="1000" b="0" i="0" dirty="0">
                <a:solidFill>
                  <a:schemeClr val="tx1"/>
                </a:solidFill>
                <a:cs typeface="Arial"/>
              </a:rPr>
              <a:t>Address Line 2 </a:t>
            </a:r>
          </a:p>
          <a:p>
            <a:pPr>
              <a:lnSpc>
                <a:spcPts val="1200"/>
              </a:lnSpc>
            </a:pPr>
            <a:r>
              <a:rPr lang="en-US" sz="1000" b="0" i="0" dirty="0">
                <a:solidFill>
                  <a:schemeClr val="tx1"/>
                </a:solidFill>
                <a:cs typeface="Arial"/>
              </a:rPr>
              <a:t>Address Line 3</a:t>
            </a:r>
          </a:p>
        </p:txBody>
      </p:sp>
      <p:sp>
        <p:nvSpPr>
          <p:cNvPr id="12" name="Rectangle 11">
            <a:extLst>
              <a:ext uri="{FF2B5EF4-FFF2-40B4-BE49-F238E27FC236}">
                <a16:creationId xmlns:a16="http://schemas.microsoft.com/office/drawing/2014/main" id="{F2AB464E-5373-7E4D-F692-A0E675F2B196}"/>
              </a:ext>
            </a:extLst>
          </p:cNvPr>
          <p:cNvSpPr/>
          <p:nvPr userDrawn="1"/>
        </p:nvSpPr>
        <p:spPr>
          <a:xfrm>
            <a:off x="8904288" y="6053226"/>
            <a:ext cx="2879725" cy="400110"/>
          </a:xfrm>
          <a:prstGeom prst="rect">
            <a:avLst/>
          </a:prstGeom>
        </p:spPr>
        <p:txBody>
          <a:bodyPr wrap="square" lIns="0" tIns="0" rIns="0" bIns="0" anchor="b" anchorCtr="0">
            <a:spAutoFit/>
          </a:bodyPr>
          <a:lstStyle/>
          <a:p>
            <a:pPr>
              <a:spcAft>
                <a:spcPts val="600"/>
              </a:spcAft>
            </a:pPr>
            <a:r>
              <a:rPr lang="en-US" sz="700" b="0" i="0" noProof="0" dirty="0">
                <a:solidFill>
                  <a:schemeClr val="tx1"/>
                </a:solidFill>
                <a:latin typeface="+mn-lt"/>
                <a:cs typeface="Arial"/>
              </a:rPr>
              <a:t>This presentation contains information that may be privileged or confidential and is the property of the Capgemini Group.</a:t>
            </a:r>
          </a:p>
          <a:p>
            <a:pPr>
              <a:spcAft>
                <a:spcPts val="600"/>
              </a:spcAft>
            </a:pPr>
            <a:r>
              <a:rPr lang="en-US" sz="700" b="0" i="0" noProof="0" dirty="0">
                <a:solidFill>
                  <a:schemeClr val="tx1"/>
                </a:solidFill>
                <a:latin typeface="+mn-lt"/>
                <a:cs typeface="Arial"/>
              </a:rPr>
              <a:t>Copyright © 2026 Capgemini. All rights reserved.</a:t>
            </a:r>
          </a:p>
        </p:txBody>
      </p:sp>
      <p:grpSp>
        <p:nvGrpSpPr>
          <p:cNvPr id="13" name="Group 2">
            <a:extLst>
              <a:ext uri="{FF2B5EF4-FFF2-40B4-BE49-F238E27FC236}">
                <a16:creationId xmlns:a16="http://schemas.microsoft.com/office/drawing/2014/main" id="{05772BD3-A81C-1CF6-82C7-FB11ED473A69}"/>
              </a:ext>
            </a:extLst>
          </p:cNvPr>
          <p:cNvGrpSpPr>
            <a:grpSpLocks noChangeAspect="1"/>
          </p:cNvGrpSpPr>
          <p:nvPr userDrawn="1"/>
        </p:nvGrpSpPr>
        <p:grpSpPr>
          <a:xfrm>
            <a:off x="550863" y="6021288"/>
            <a:ext cx="1872000" cy="420870"/>
            <a:chOff x="5094083" y="5360390"/>
            <a:chExt cx="3039349" cy="683316"/>
          </a:xfrm>
          <a:solidFill>
            <a:schemeClr val="tx2"/>
          </a:solidFill>
        </p:grpSpPr>
        <p:sp>
          <p:nvSpPr>
            <p:cNvPr id="14" name="Freeform: Shape 4">
              <a:extLst>
                <a:ext uri="{FF2B5EF4-FFF2-40B4-BE49-F238E27FC236}">
                  <a16:creationId xmlns:a16="http://schemas.microsoft.com/office/drawing/2014/main" id="{65F4C06B-3F4B-043B-465F-2B296AB672AA}"/>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800"/>
            </a:p>
          </p:txBody>
        </p:sp>
        <p:sp>
          <p:nvSpPr>
            <p:cNvPr id="15" name="Freeform: Shape 5">
              <a:extLst>
                <a:ext uri="{FF2B5EF4-FFF2-40B4-BE49-F238E27FC236}">
                  <a16:creationId xmlns:a16="http://schemas.microsoft.com/office/drawing/2014/main" id="{0453F664-4E3E-18BB-40D3-004FB3A82BF3}"/>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800"/>
            </a:p>
          </p:txBody>
        </p:sp>
        <p:sp>
          <p:nvSpPr>
            <p:cNvPr id="16" name="Freeform: Shape 6">
              <a:extLst>
                <a:ext uri="{FF2B5EF4-FFF2-40B4-BE49-F238E27FC236}">
                  <a16:creationId xmlns:a16="http://schemas.microsoft.com/office/drawing/2014/main" id="{3AB8D922-277A-8D02-3B17-31150F2469B1}"/>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800"/>
            </a:p>
          </p:txBody>
        </p:sp>
        <p:sp>
          <p:nvSpPr>
            <p:cNvPr id="17" name="Freeform: Shape 7">
              <a:extLst>
                <a:ext uri="{FF2B5EF4-FFF2-40B4-BE49-F238E27FC236}">
                  <a16:creationId xmlns:a16="http://schemas.microsoft.com/office/drawing/2014/main" id="{3D3851EE-A1E2-2A22-50AE-7CA5E1ABE91F}"/>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800"/>
            </a:p>
          </p:txBody>
        </p:sp>
        <p:sp>
          <p:nvSpPr>
            <p:cNvPr id="18" name="Freeform: Shape 8">
              <a:extLst>
                <a:ext uri="{FF2B5EF4-FFF2-40B4-BE49-F238E27FC236}">
                  <a16:creationId xmlns:a16="http://schemas.microsoft.com/office/drawing/2014/main" id="{5A7D9DCF-973E-E84F-5D6E-861D2543EC15}"/>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800"/>
            </a:p>
          </p:txBody>
        </p:sp>
      </p:grpSp>
      <p:sp>
        <p:nvSpPr>
          <p:cNvPr id="46" name="Rectangle 45">
            <a:extLst>
              <a:ext uri="{FF2B5EF4-FFF2-40B4-BE49-F238E27FC236}">
                <a16:creationId xmlns:a16="http://schemas.microsoft.com/office/drawing/2014/main" id="{518C19CA-236B-538A-7BAE-5BEFF8D5CC22}"/>
              </a:ext>
            </a:extLst>
          </p:cNvPr>
          <p:cNvSpPr/>
          <p:nvPr userDrawn="1"/>
        </p:nvSpPr>
        <p:spPr>
          <a:xfrm>
            <a:off x="550863" y="2834640"/>
            <a:ext cx="4345176" cy="8102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US" sz="1100" b="1" i="0" kern="1200">
                <a:solidFill>
                  <a:schemeClr val="tx2"/>
                </a:solidFill>
                <a:latin typeface="Ubuntu" panose="020B0504030602030204" pitchFamily="34" charset="0"/>
                <a:ea typeface="+mn-ea"/>
                <a:cs typeface="+mn-cs"/>
              </a:rPr>
              <a:t>Make it real.</a:t>
            </a:r>
          </a:p>
          <a:p>
            <a:pPr marL="0" marR="0" lvl="0" indent="0" algn="l" defTabSz="914400" rtl="0" eaLnBrk="1" fontAlgn="auto" latinLnBrk="0" hangingPunct="1">
              <a:lnSpc>
                <a:spcPts val="1200"/>
              </a:lnSpc>
              <a:spcBef>
                <a:spcPts val="0"/>
              </a:spcBef>
              <a:spcAft>
                <a:spcPts val="0"/>
              </a:spcAft>
              <a:buClrTx/>
              <a:buSzTx/>
              <a:buFontTx/>
              <a:buNone/>
              <a:tabLst/>
              <a:defRPr/>
            </a:pPr>
            <a:r>
              <a:rPr lang="en-US" sz="1050" b="0" i="0" err="1">
                <a:solidFill>
                  <a:schemeClr val="tx1"/>
                </a:solidFill>
                <a:latin typeface="Ubuntu" panose="020B0504030602030204" pitchFamily="34" charset="0"/>
              </a:rPr>
              <a:t>w</a:t>
            </a:r>
            <a:r>
              <a:rPr lang="en-US" sz="1050" err="1">
                <a:solidFill>
                  <a:schemeClr val="tx1"/>
                </a:solidFill>
                <a:latin typeface="Ubuntu" panose="020B0504030602030204" pitchFamily="34" charset="0"/>
              </a:rPr>
              <a:t>ww.capgemini.com</a:t>
            </a:r>
            <a:endParaRPr lang="en-US" sz="1050">
              <a:solidFill>
                <a:schemeClr val="tx1"/>
              </a:solidFill>
              <a:latin typeface="Ubuntu" panose="020B0504030602030204" pitchFamily="34" charset="0"/>
            </a:endParaRPr>
          </a:p>
        </p:txBody>
      </p:sp>
      <p:sp>
        <p:nvSpPr>
          <p:cNvPr id="47" name="Rectangle 46">
            <a:extLst>
              <a:ext uri="{FF2B5EF4-FFF2-40B4-BE49-F238E27FC236}">
                <a16:creationId xmlns:a16="http://schemas.microsoft.com/office/drawing/2014/main" id="{5177A11C-B996-1AA2-5148-35CA703F28CC}"/>
              </a:ext>
            </a:extLst>
          </p:cNvPr>
          <p:cNvSpPr/>
          <p:nvPr userDrawn="1"/>
        </p:nvSpPr>
        <p:spPr>
          <a:xfrm>
            <a:off x="550864" y="854464"/>
            <a:ext cx="4248471"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400"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mn-lt"/>
                <a:ea typeface="+mn-ea"/>
                <a:cs typeface="+mn-cs"/>
              </a:rPr>
              <a:t>About Capgemini</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900" dirty="0">
                <a:solidFill>
                  <a:schemeClr val="tx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over 420,000 team members in more than 50 countries. We deliver end-to-end services and solutions with our deep industry expertise and strong partner ecosystem, leveraging our capabilities across strategy, technology, design, engineering and business operations. The Group reported 2025 global revenues of €22.5 billion.</a:t>
            </a:r>
          </a:p>
        </p:txBody>
      </p:sp>
      <p:sp>
        <p:nvSpPr>
          <p:cNvPr id="2" name="Rectangle 1">
            <a:extLst>
              <a:ext uri="{FF2B5EF4-FFF2-40B4-BE49-F238E27FC236}">
                <a16:creationId xmlns:a16="http://schemas.microsoft.com/office/drawing/2014/main" id="{B4F0B3F9-CBA2-7856-C464-2561C30F55EA}"/>
              </a:ext>
            </a:extLst>
          </p:cNvPr>
          <p:cNvSpPr/>
          <p:nvPr userDrawn="1"/>
        </p:nvSpPr>
        <p:spPr>
          <a:xfrm>
            <a:off x="470430" y="3657600"/>
            <a:ext cx="4345176" cy="5543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endParaRPr lang="en-US" sz="1600">
              <a:solidFill>
                <a:schemeClr val="tx2"/>
              </a:solidFill>
              <a:latin typeface="Ubuntu" panose="020B0504030602030204" pitchFamily="34" charset="0"/>
            </a:endParaRPr>
          </a:p>
        </p:txBody>
      </p:sp>
      <p:grpSp>
        <p:nvGrpSpPr>
          <p:cNvPr id="3" name="Group 2">
            <a:extLst>
              <a:ext uri="{FF2B5EF4-FFF2-40B4-BE49-F238E27FC236}">
                <a16:creationId xmlns:a16="http://schemas.microsoft.com/office/drawing/2014/main" id="{032EA5D1-01BC-8547-E583-F4461E337B07}"/>
              </a:ext>
            </a:extLst>
          </p:cNvPr>
          <p:cNvGrpSpPr/>
          <p:nvPr userDrawn="1"/>
        </p:nvGrpSpPr>
        <p:grpSpPr>
          <a:xfrm>
            <a:off x="8904288" y="5569004"/>
            <a:ext cx="1951070" cy="335280"/>
            <a:chOff x="8904288" y="5569004"/>
            <a:chExt cx="1951070" cy="335280"/>
          </a:xfrm>
        </p:grpSpPr>
        <p:pic>
          <p:nvPicPr>
            <p:cNvPr id="4" name="Picture 3">
              <a:hlinkClick r:id="rId6"/>
              <a:extLst>
                <a:ext uri="{FF2B5EF4-FFF2-40B4-BE49-F238E27FC236}">
                  <a16:creationId xmlns:a16="http://schemas.microsoft.com/office/drawing/2014/main" id="{C1B41439-3F63-921A-4BD5-954D4B0AE65E}"/>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tx1"/>
              </a:solidFill>
            </a:ln>
          </p:spPr>
        </p:pic>
        <p:pic>
          <p:nvPicPr>
            <p:cNvPr id="5" name="Picture 4">
              <a:hlinkClick r:id="rId8"/>
              <a:extLst>
                <a:ext uri="{FF2B5EF4-FFF2-40B4-BE49-F238E27FC236}">
                  <a16:creationId xmlns:a16="http://schemas.microsoft.com/office/drawing/2014/main" id="{37B0DA3B-A3DD-C023-D858-9A326B5F72BD}"/>
                </a:ext>
              </a:extLst>
            </p:cNvPr>
            <p:cNvPicPr>
              <a:picLocks noChangeAspect="1"/>
            </p:cNvPicPr>
            <p:nvPr userDrawn="1"/>
          </p:nvPicPr>
          <p:blipFill rotWithShape="1">
            <a:blip r:embed="rId9" cstate="screen">
              <a:extLs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tx1"/>
              </a:solidFill>
            </a:ln>
          </p:spPr>
        </p:pic>
        <p:pic>
          <p:nvPicPr>
            <p:cNvPr id="6" name="Picture 5">
              <a:hlinkClick r:id="rId10"/>
              <a:extLst>
                <a:ext uri="{FF2B5EF4-FFF2-40B4-BE49-F238E27FC236}">
                  <a16:creationId xmlns:a16="http://schemas.microsoft.com/office/drawing/2014/main" id="{3394EDB2-3A11-9E1B-C773-9456BC7E3880}"/>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tx1"/>
              </a:solidFill>
            </a:ln>
          </p:spPr>
        </p:pic>
        <p:pic>
          <p:nvPicPr>
            <p:cNvPr id="11" name="Picture 10">
              <a:hlinkClick r:id="rId12"/>
              <a:extLst>
                <a:ext uri="{FF2B5EF4-FFF2-40B4-BE49-F238E27FC236}">
                  <a16:creationId xmlns:a16="http://schemas.microsoft.com/office/drawing/2014/main" id="{3C9E59E1-109A-2B7A-17AB-C8C07EDBA3F4}"/>
                </a:ext>
              </a:extLst>
            </p:cNvPr>
            <p:cNvPicPr>
              <a:picLocks noChangeAspect="1"/>
            </p:cNvPicPr>
            <p:nvPr userDrawn="1"/>
          </p:nvPicPr>
          <p:blipFill rotWithShape="1">
            <a:blip r:embed="rId13" cstate="screen">
              <a:extLs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tx1"/>
              </a:solidFill>
            </a:ln>
          </p:spPr>
        </p:pic>
        <p:pic>
          <p:nvPicPr>
            <p:cNvPr id="21" name="Picture 20">
              <a:hlinkClick r:id="rId14"/>
              <a:extLst>
                <a:ext uri="{FF2B5EF4-FFF2-40B4-BE49-F238E27FC236}">
                  <a16:creationId xmlns:a16="http://schemas.microsoft.com/office/drawing/2014/main" id="{9C4FF414-462F-3E96-E9B0-58F7C38DE8F7}"/>
                </a:ext>
              </a:extLst>
            </p:cNvPr>
            <p:cNvPicPr>
              <a:picLocks noChangeAspect="1"/>
            </p:cNvPicPr>
            <p:nvPr userDrawn="1"/>
          </p:nvPicPr>
          <p:blipFill rotWithShape="1">
            <a:blip r:embed="rId15" cstate="screen">
              <a:extLs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tx1"/>
              </a:solidFill>
            </a:ln>
          </p:spPr>
        </p:pic>
      </p:grpSp>
      <p:sp>
        <p:nvSpPr>
          <p:cNvPr id="19" name="Rectangle 18">
            <a:extLst>
              <a:ext uri="{FF2B5EF4-FFF2-40B4-BE49-F238E27FC236}">
                <a16:creationId xmlns:a16="http://schemas.microsoft.com/office/drawing/2014/main" id="{AB8926FF-D001-F0F8-2F91-96975E5F641A}"/>
              </a:ext>
            </a:extLst>
          </p:cNvPr>
          <p:cNvSpPr/>
          <p:nvPr userDrawn="1"/>
        </p:nvSpPr>
        <p:spPr>
          <a:xfrm rot="16200000">
            <a:off x="1826323"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PL" sz="1400" b="0" i="0" u="none" strike="noStrike" kern="1200" cap="none" spc="0" normalizeH="0" baseline="0" noProof="0" err="1">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4031884026"/>
      </p:ext>
    </p:extLst>
  </p:cSld>
  <p:clrMapOvr>
    <a:masterClrMapping/>
  </p:clrMapOvr>
  <p:extLst>
    <p:ext uri="{DCECCB84-F9BA-43D5-87BE-67443E8EF086}">
      <p15:sldGuideLst xmlns:p15="http://schemas.microsoft.com/office/powerpoint/2012/main"/>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End Slide 2">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E828FFA5-3FBC-D174-A267-398AD796B6A1}"/>
              </a:ext>
            </a:extLst>
          </p:cNvPr>
          <p:cNvSpPr/>
          <p:nvPr userDrawn="1"/>
        </p:nvSpPr>
        <p:spPr>
          <a:xfrm>
            <a:off x="550862" y="3325369"/>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US" sz="1100" b="1" i="0" kern="1200">
                <a:solidFill>
                  <a:schemeClr val="tx2"/>
                </a:solidFill>
                <a:latin typeface="+mn-lt"/>
                <a:ea typeface="+mn-ea"/>
                <a:cs typeface="+mn-cs"/>
              </a:rPr>
              <a:t>Make it real.</a:t>
            </a:r>
          </a:p>
          <a:p>
            <a:pPr marL="0" marR="0" lvl="0" indent="0" algn="l" defTabSz="914400" rtl="0" eaLnBrk="1" fontAlgn="auto" latinLnBrk="0" hangingPunct="1">
              <a:lnSpc>
                <a:spcPts val="1200"/>
              </a:lnSpc>
              <a:spcBef>
                <a:spcPts val="0"/>
              </a:spcBef>
              <a:spcAft>
                <a:spcPts val="0"/>
              </a:spcAft>
              <a:buClrTx/>
              <a:buSzTx/>
              <a:buFontTx/>
              <a:buNone/>
              <a:tabLst/>
              <a:defRPr/>
            </a:pPr>
            <a:r>
              <a:rPr lang="en-US" sz="1050" b="0" i="0" err="1">
                <a:solidFill>
                  <a:schemeClr val="tx1"/>
                </a:solidFill>
                <a:latin typeface="+mn-lt"/>
              </a:rPr>
              <a:t>w</a:t>
            </a:r>
            <a:r>
              <a:rPr lang="en-US" sz="1050" err="1">
                <a:solidFill>
                  <a:schemeClr val="tx1"/>
                </a:solidFill>
                <a:latin typeface="+mn-lt"/>
              </a:rPr>
              <a:t>ww.capgemini.com</a:t>
            </a:r>
            <a:endParaRPr lang="en-US" sz="1050">
              <a:solidFill>
                <a:schemeClr val="tx1"/>
              </a:solidFill>
              <a:latin typeface="+mn-lt"/>
            </a:endParaRPr>
          </a:p>
        </p:txBody>
      </p:sp>
      <p:grpSp>
        <p:nvGrpSpPr>
          <p:cNvPr id="43" name="Group 2">
            <a:extLst>
              <a:ext uri="{FF2B5EF4-FFF2-40B4-BE49-F238E27FC236}">
                <a16:creationId xmlns:a16="http://schemas.microsoft.com/office/drawing/2014/main" id="{CD4310B4-5ADE-C2D0-DB4C-AF69D93A1DF5}"/>
              </a:ext>
            </a:extLst>
          </p:cNvPr>
          <p:cNvGrpSpPr>
            <a:grpSpLocks noChangeAspect="1"/>
          </p:cNvGrpSpPr>
          <p:nvPr userDrawn="1"/>
        </p:nvGrpSpPr>
        <p:grpSpPr>
          <a:xfrm>
            <a:off x="550862" y="6021288"/>
            <a:ext cx="1872000" cy="420870"/>
            <a:chOff x="5094083" y="5360390"/>
            <a:chExt cx="3039349" cy="683316"/>
          </a:xfrm>
          <a:solidFill>
            <a:schemeClr val="tx2"/>
          </a:solidFill>
        </p:grpSpPr>
        <p:sp>
          <p:nvSpPr>
            <p:cNvPr id="44" name="Freeform: Shape 4">
              <a:extLst>
                <a:ext uri="{FF2B5EF4-FFF2-40B4-BE49-F238E27FC236}">
                  <a16:creationId xmlns:a16="http://schemas.microsoft.com/office/drawing/2014/main" id="{089E09DC-D2DF-E25B-B85C-6EA1D98E1CA5}"/>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800"/>
            </a:p>
          </p:txBody>
        </p:sp>
        <p:sp>
          <p:nvSpPr>
            <p:cNvPr id="45" name="Freeform: Shape 5">
              <a:extLst>
                <a:ext uri="{FF2B5EF4-FFF2-40B4-BE49-F238E27FC236}">
                  <a16:creationId xmlns:a16="http://schemas.microsoft.com/office/drawing/2014/main" id="{CFFDC692-B337-393E-311F-6135E50AC69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800"/>
            </a:p>
          </p:txBody>
        </p:sp>
        <p:sp>
          <p:nvSpPr>
            <p:cNvPr id="46" name="Freeform: Shape 6">
              <a:extLst>
                <a:ext uri="{FF2B5EF4-FFF2-40B4-BE49-F238E27FC236}">
                  <a16:creationId xmlns:a16="http://schemas.microsoft.com/office/drawing/2014/main" id="{79F624AF-8CAF-1C4F-6AF4-0D3BAB6883DE}"/>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800"/>
            </a:p>
          </p:txBody>
        </p:sp>
        <p:sp>
          <p:nvSpPr>
            <p:cNvPr id="47" name="Freeform: Shape 7">
              <a:extLst>
                <a:ext uri="{FF2B5EF4-FFF2-40B4-BE49-F238E27FC236}">
                  <a16:creationId xmlns:a16="http://schemas.microsoft.com/office/drawing/2014/main" id="{CC7B72C0-ED2F-06D1-872B-CC0A248A4A55}"/>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800"/>
            </a:p>
          </p:txBody>
        </p:sp>
        <p:sp>
          <p:nvSpPr>
            <p:cNvPr id="48" name="Freeform: Shape 8">
              <a:extLst>
                <a:ext uri="{FF2B5EF4-FFF2-40B4-BE49-F238E27FC236}">
                  <a16:creationId xmlns:a16="http://schemas.microsoft.com/office/drawing/2014/main" id="{4387627B-473F-668B-D2BC-7D0705259BFC}"/>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800"/>
            </a:p>
          </p:txBody>
        </p:sp>
      </p:grpSp>
      <p:grpSp>
        <p:nvGrpSpPr>
          <p:cNvPr id="2" name="Group 1">
            <a:extLst>
              <a:ext uri="{FF2B5EF4-FFF2-40B4-BE49-F238E27FC236}">
                <a16:creationId xmlns:a16="http://schemas.microsoft.com/office/drawing/2014/main" id="{33CF6172-FAD6-301F-3990-BA19BDCBDD10}"/>
              </a:ext>
            </a:extLst>
          </p:cNvPr>
          <p:cNvGrpSpPr/>
          <p:nvPr userDrawn="1"/>
        </p:nvGrpSpPr>
        <p:grpSpPr>
          <a:xfrm>
            <a:off x="8904288" y="5569004"/>
            <a:ext cx="1951070" cy="335280"/>
            <a:chOff x="8904288" y="5569004"/>
            <a:chExt cx="1951070" cy="335280"/>
          </a:xfrm>
        </p:grpSpPr>
        <p:pic>
          <p:nvPicPr>
            <p:cNvPr id="3" name="Picture 2">
              <a:hlinkClick r:id="rId2"/>
              <a:extLst>
                <a:ext uri="{FF2B5EF4-FFF2-40B4-BE49-F238E27FC236}">
                  <a16:creationId xmlns:a16="http://schemas.microsoft.com/office/drawing/2014/main" id="{C80B44BA-49DA-9F84-82D3-870627147924}"/>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tx1"/>
              </a:solidFill>
            </a:ln>
          </p:spPr>
        </p:pic>
        <p:pic>
          <p:nvPicPr>
            <p:cNvPr id="4" name="Picture 3">
              <a:hlinkClick r:id="rId4"/>
              <a:extLst>
                <a:ext uri="{FF2B5EF4-FFF2-40B4-BE49-F238E27FC236}">
                  <a16:creationId xmlns:a16="http://schemas.microsoft.com/office/drawing/2014/main" id="{3F910AE5-DC10-6A3E-284B-4AA4EADB83AB}"/>
                </a:ext>
              </a:extLst>
            </p:cNvPr>
            <p:cNvPicPr>
              <a:picLocks noChangeAspect="1"/>
            </p:cNvPicPr>
            <p:nvPr userDrawn="1"/>
          </p:nvPicPr>
          <p:blipFill rotWithShape="1">
            <a:blip r:embed="rId5" cstate="screen">
              <a:extLs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tx1"/>
              </a:solidFill>
            </a:ln>
          </p:spPr>
        </p:pic>
        <p:pic>
          <p:nvPicPr>
            <p:cNvPr id="5" name="Picture 4">
              <a:hlinkClick r:id="rId6"/>
              <a:extLst>
                <a:ext uri="{FF2B5EF4-FFF2-40B4-BE49-F238E27FC236}">
                  <a16:creationId xmlns:a16="http://schemas.microsoft.com/office/drawing/2014/main" id="{38FCE476-10F1-8A4F-DF82-27A04965BB65}"/>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tx1"/>
              </a:solidFill>
            </a:ln>
          </p:spPr>
        </p:pic>
        <p:pic>
          <p:nvPicPr>
            <p:cNvPr id="6" name="Picture 5">
              <a:hlinkClick r:id="rId8"/>
              <a:extLst>
                <a:ext uri="{FF2B5EF4-FFF2-40B4-BE49-F238E27FC236}">
                  <a16:creationId xmlns:a16="http://schemas.microsoft.com/office/drawing/2014/main" id="{97AF43E1-E2D3-3572-59C0-6B864F4B3F70}"/>
                </a:ext>
              </a:extLst>
            </p:cNvPr>
            <p:cNvPicPr>
              <a:picLocks noChangeAspect="1"/>
            </p:cNvPicPr>
            <p:nvPr userDrawn="1"/>
          </p:nvPicPr>
          <p:blipFill rotWithShape="1">
            <a:blip r:embed="rId9" cstate="screen">
              <a:extLs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tx1"/>
              </a:solidFill>
            </a:ln>
          </p:spPr>
        </p:pic>
        <p:pic>
          <p:nvPicPr>
            <p:cNvPr id="7" name="Picture 6">
              <a:hlinkClick r:id="rId10"/>
              <a:extLst>
                <a:ext uri="{FF2B5EF4-FFF2-40B4-BE49-F238E27FC236}">
                  <a16:creationId xmlns:a16="http://schemas.microsoft.com/office/drawing/2014/main" id="{FE9806D4-7438-2762-EAEC-92F2B68803AC}"/>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tx1"/>
              </a:solidFill>
            </a:ln>
          </p:spPr>
        </p:pic>
      </p:grpSp>
      <p:sp>
        <p:nvSpPr>
          <p:cNvPr id="10" name="Rectangle 9">
            <a:extLst>
              <a:ext uri="{FF2B5EF4-FFF2-40B4-BE49-F238E27FC236}">
                <a16:creationId xmlns:a16="http://schemas.microsoft.com/office/drawing/2014/main" id="{0B26CCF1-BAF6-4FCD-3421-F3BD01B6E505}"/>
              </a:ext>
            </a:extLst>
          </p:cNvPr>
          <p:cNvSpPr/>
          <p:nvPr userDrawn="1"/>
        </p:nvSpPr>
        <p:spPr>
          <a:xfrm>
            <a:off x="8904288" y="6053226"/>
            <a:ext cx="2879725" cy="400110"/>
          </a:xfrm>
          <a:prstGeom prst="rect">
            <a:avLst/>
          </a:prstGeom>
        </p:spPr>
        <p:txBody>
          <a:bodyPr wrap="square" lIns="0" tIns="0" rIns="0" bIns="0" anchor="b" anchorCtr="0">
            <a:spAutoFit/>
          </a:bodyPr>
          <a:lstStyle/>
          <a:p>
            <a:pPr>
              <a:spcAft>
                <a:spcPts val="600"/>
              </a:spcAft>
            </a:pPr>
            <a:r>
              <a:rPr lang="en-US" sz="700" b="0" i="0" noProof="0" dirty="0">
                <a:solidFill>
                  <a:schemeClr val="tx1"/>
                </a:solidFill>
                <a:latin typeface="+mn-lt"/>
                <a:cs typeface="Arial"/>
              </a:rPr>
              <a:t>This presentation contains information that may be privileged or confidential and is the property of the Capgemini Group.</a:t>
            </a:r>
          </a:p>
          <a:p>
            <a:pPr>
              <a:spcAft>
                <a:spcPts val="600"/>
              </a:spcAft>
            </a:pPr>
            <a:r>
              <a:rPr lang="en-US" sz="700" b="0" i="0" noProof="0" dirty="0">
                <a:solidFill>
                  <a:schemeClr val="tx1"/>
                </a:solidFill>
                <a:latin typeface="+mn-lt"/>
                <a:cs typeface="Arial"/>
              </a:rPr>
              <a:t>Copyright © 2026 Capgemini. All rights reserved.</a:t>
            </a:r>
          </a:p>
        </p:txBody>
      </p:sp>
      <p:sp>
        <p:nvSpPr>
          <p:cNvPr id="11" name="Rectangle 10">
            <a:extLst>
              <a:ext uri="{FF2B5EF4-FFF2-40B4-BE49-F238E27FC236}">
                <a16:creationId xmlns:a16="http://schemas.microsoft.com/office/drawing/2014/main" id="{D466A9AF-E76C-000E-9F10-562BABF34749}"/>
              </a:ext>
            </a:extLst>
          </p:cNvPr>
          <p:cNvSpPr/>
          <p:nvPr userDrawn="1"/>
        </p:nvSpPr>
        <p:spPr>
          <a:xfrm>
            <a:off x="550864" y="1574544"/>
            <a:ext cx="4248471"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400"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mn-lt"/>
                <a:ea typeface="+mn-ea"/>
                <a:cs typeface="+mn-cs"/>
              </a:rPr>
              <a:t>About Capgemini</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900" dirty="0">
                <a:solidFill>
                  <a:schemeClr val="tx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over 420,000 team members in more than 50 countries. We deliver end-to-end services and solutions with our deep industry expertise and strong partner ecosystem, leveraging our capabilities across strategy, technology, design, engineering and business operations. The Group reported 2025 global revenues of €22.5 billion.</a:t>
            </a:r>
          </a:p>
        </p:txBody>
      </p:sp>
    </p:spTree>
    <p:extLst>
      <p:ext uri="{BB962C8B-B14F-4D97-AF65-F5344CB8AC3E}">
        <p14:creationId xmlns:p14="http://schemas.microsoft.com/office/powerpoint/2010/main" val="948082143"/>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End Slide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1D17019-0BF4-2D81-E041-AFBAAFE615A7}"/>
              </a:ext>
            </a:extLst>
          </p:cNvPr>
          <p:cNvSpPr/>
          <p:nvPr userDrawn="1"/>
        </p:nvSpPr>
        <p:spPr>
          <a:xfrm>
            <a:off x="8146580" y="0"/>
            <a:ext cx="4045420" cy="6858000"/>
          </a:xfrm>
          <a:prstGeom prst="rect">
            <a:avLst/>
          </a:prstGeom>
          <a:solidFill>
            <a:schemeClr val="tx2"/>
          </a:soli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43" name="Group 2">
            <a:extLst>
              <a:ext uri="{FF2B5EF4-FFF2-40B4-BE49-F238E27FC236}">
                <a16:creationId xmlns:a16="http://schemas.microsoft.com/office/drawing/2014/main" id="{CD4310B4-5ADE-C2D0-DB4C-AF69D93A1DF5}"/>
              </a:ext>
            </a:extLst>
          </p:cNvPr>
          <p:cNvGrpSpPr>
            <a:grpSpLocks noChangeAspect="1"/>
          </p:cNvGrpSpPr>
          <p:nvPr userDrawn="1"/>
        </p:nvGrpSpPr>
        <p:grpSpPr>
          <a:xfrm>
            <a:off x="550863" y="6021288"/>
            <a:ext cx="1872000" cy="420870"/>
            <a:chOff x="5094083" y="5360390"/>
            <a:chExt cx="3039349" cy="683316"/>
          </a:xfrm>
          <a:solidFill>
            <a:schemeClr val="tx2"/>
          </a:solidFill>
        </p:grpSpPr>
        <p:sp>
          <p:nvSpPr>
            <p:cNvPr id="44" name="Freeform: Shape 4">
              <a:extLst>
                <a:ext uri="{FF2B5EF4-FFF2-40B4-BE49-F238E27FC236}">
                  <a16:creationId xmlns:a16="http://schemas.microsoft.com/office/drawing/2014/main" id="{089E09DC-D2DF-E25B-B85C-6EA1D98E1CA5}"/>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5" name="Freeform: Shape 5">
              <a:extLst>
                <a:ext uri="{FF2B5EF4-FFF2-40B4-BE49-F238E27FC236}">
                  <a16:creationId xmlns:a16="http://schemas.microsoft.com/office/drawing/2014/main" id="{CFFDC692-B337-393E-311F-6135E50AC699}"/>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6" name="Freeform: Shape 6">
              <a:extLst>
                <a:ext uri="{FF2B5EF4-FFF2-40B4-BE49-F238E27FC236}">
                  <a16:creationId xmlns:a16="http://schemas.microsoft.com/office/drawing/2014/main" id="{79F624AF-8CAF-1C4F-6AF4-0D3BAB6883DE}"/>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7" name="Freeform: Shape 7">
              <a:extLst>
                <a:ext uri="{FF2B5EF4-FFF2-40B4-BE49-F238E27FC236}">
                  <a16:creationId xmlns:a16="http://schemas.microsoft.com/office/drawing/2014/main" id="{CC7B72C0-ED2F-06D1-872B-CC0A248A4A55}"/>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grpFill/>
            <a:ln w="9525" cap="flat">
              <a:noFill/>
              <a:prstDash val="solid"/>
              <a:miter/>
            </a:ln>
          </p:spPr>
          <p:txBody>
            <a:bodyPr rtlCol="0" anchor="ctr"/>
            <a:lstStyle/>
            <a:p>
              <a:endParaRPr lang="en-US" sz="1800">
                <a:solidFill>
                  <a:schemeClr val="bg1"/>
                </a:solidFill>
              </a:endParaRPr>
            </a:p>
          </p:txBody>
        </p:sp>
        <p:sp>
          <p:nvSpPr>
            <p:cNvPr id="48" name="Freeform: Shape 8">
              <a:extLst>
                <a:ext uri="{FF2B5EF4-FFF2-40B4-BE49-F238E27FC236}">
                  <a16:creationId xmlns:a16="http://schemas.microsoft.com/office/drawing/2014/main" id="{4387627B-473F-668B-D2BC-7D0705259BFC}"/>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grpFill/>
            <a:ln w="9525" cap="flat">
              <a:noFill/>
              <a:prstDash val="solid"/>
              <a:miter/>
            </a:ln>
          </p:spPr>
          <p:txBody>
            <a:bodyPr rtlCol="0" anchor="ctr"/>
            <a:lstStyle/>
            <a:p>
              <a:endParaRPr lang="en-US" sz="1800">
                <a:solidFill>
                  <a:schemeClr val="bg1"/>
                </a:solidFill>
              </a:endParaRPr>
            </a:p>
          </p:txBody>
        </p:sp>
      </p:grpSp>
      <p:sp>
        <p:nvSpPr>
          <p:cNvPr id="10" name="Rectangle 9">
            <a:extLst>
              <a:ext uri="{FF2B5EF4-FFF2-40B4-BE49-F238E27FC236}">
                <a16:creationId xmlns:a16="http://schemas.microsoft.com/office/drawing/2014/main" id="{456848E4-9E3E-BD1A-A82D-C9F95359644C}"/>
              </a:ext>
            </a:extLst>
          </p:cNvPr>
          <p:cNvSpPr/>
          <p:nvPr userDrawn="1"/>
        </p:nvSpPr>
        <p:spPr>
          <a:xfrm>
            <a:off x="550863" y="3325369"/>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US" sz="1100" b="1" i="0" kern="1200" dirty="0">
                <a:solidFill>
                  <a:schemeClr val="tx2"/>
                </a:solidFill>
                <a:latin typeface="+mn-lt"/>
                <a:ea typeface="+mn-ea"/>
                <a:cs typeface="+mn-cs"/>
              </a:rPr>
              <a:t>Make it real.</a:t>
            </a:r>
          </a:p>
          <a:p>
            <a:pPr marL="0" marR="0" lvl="0" indent="0" algn="l" defTabSz="914400" rtl="0" eaLnBrk="1" fontAlgn="auto" latinLnBrk="0" hangingPunct="1">
              <a:lnSpc>
                <a:spcPts val="1200"/>
              </a:lnSpc>
              <a:spcBef>
                <a:spcPts val="0"/>
              </a:spcBef>
              <a:spcAft>
                <a:spcPts val="0"/>
              </a:spcAft>
              <a:buClrTx/>
              <a:buSzTx/>
              <a:buFontTx/>
              <a:buNone/>
              <a:tabLst/>
              <a:defRPr/>
            </a:pPr>
            <a:r>
              <a:rPr lang="en-US" sz="1050" b="0" i="0" dirty="0">
                <a:solidFill>
                  <a:schemeClr val="tx1"/>
                </a:solidFill>
                <a:latin typeface="+mn-lt"/>
              </a:rPr>
              <a:t>w</a:t>
            </a:r>
            <a:r>
              <a:rPr lang="en-US" sz="1050" dirty="0">
                <a:solidFill>
                  <a:schemeClr val="tx1"/>
                </a:solidFill>
                <a:latin typeface="+mn-lt"/>
              </a:rPr>
              <a:t>ww.capgemini.com</a:t>
            </a:r>
          </a:p>
        </p:txBody>
      </p:sp>
      <p:sp>
        <p:nvSpPr>
          <p:cNvPr id="11" name="Rectangle 10">
            <a:extLst>
              <a:ext uri="{FF2B5EF4-FFF2-40B4-BE49-F238E27FC236}">
                <a16:creationId xmlns:a16="http://schemas.microsoft.com/office/drawing/2014/main" id="{243A1DDC-0EE3-87D7-B55C-C8336892FA90}"/>
              </a:ext>
            </a:extLst>
          </p:cNvPr>
          <p:cNvSpPr/>
          <p:nvPr userDrawn="1"/>
        </p:nvSpPr>
        <p:spPr>
          <a:xfrm rot="16200000">
            <a:off x="4627581" y="3339001"/>
            <a:ext cx="6857998" cy="180000"/>
          </a:xfrm>
          <a:prstGeom prst="rect">
            <a:avLst/>
          </a:prstGeom>
          <a:gradFill>
            <a:gsLst>
              <a:gs pos="99000">
                <a:srgbClr val="00D5D0"/>
              </a:gs>
              <a:gs pos="0">
                <a:srgbClr val="111937"/>
              </a:gs>
              <a:gs pos="30000">
                <a:srgbClr val="0057AB"/>
              </a:gs>
              <a:gs pos="70000">
                <a:srgbClr val="1DB6F3"/>
              </a:gs>
            </a:gsLst>
            <a:lin ang="0" scaled="0"/>
          </a:gradFill>
          <a:ln w="9525">
            <a:no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PL" sz="1400" err="1">
              <a:solidFill>
                <a:schemeClr val="tx1"/>
              </a:solidFill>
            </a:endParaRPr>
          </a:p>
        </p:txBody>
      </p:sp>
      <p:grpSp>
        <p:nvGrpSpPr>
          <p:cNvPr id="12" name="Group 11">
            <a:extLst>
              <a:ext uri="{FF2B5EF4-FFF2-40B4-BE49-F238E27FC236}">
                <a16:creationId xmlns:a16="http://schemas.microsoft.com/office/drawing/2014/main" id="{78E9408B-4A36-9F64-5766-AC150B683248}"/>
              </a:ext>
            </a:extLst>
          </p:cNvPr>
          <p:cNvGrpSpPr/>
          <p:nvPr userDrawn="1"/>
        </p:nvGrpSpPr>
        <p:grpSpPr>
          <a:xfrm>
            <a:off x="8904288" y="5569004"/>
            <a:ext cx="1951070" cy="335280"/>
            <a:chOff x="8904288" y="5569004"/>
            <a:chExt cx="1951070" cy="335280"/>
          </a:xfrm>
        </p:grpSpPr>
        <p:pic>
          <p:nvPicPr>
            <p:cNvPr id="13" name="Picture 12">
              <a:hlinkClick r:id="rId2"/>
              <a:extLst>
                <a:ext uri="{FF2B5EF4-FFF2-40B4-BE49-F238E27FC236}">
                  <a16:creationId xmlns:a16="http://schemas.microsoft.com/office/drawing/2014/main" id="{594B397F-1305-520D-FD72-252F047C02CE}"/>
                </a:ext>
              </a:extLst>
            </p:cNvPr>
            <p:cNvPicPr>
              <a:picLocks noChangeAspect="1"/>
            </p:cNvPicPr>
            <p:nvPr userDrawn="1"/>
          </p:nvPicPr>
          <p:blipFill rotWithShape="1">
            <a:blip r:embed="rId3" cstate="screen">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a:ext>
              </a:extLst>
            </a:blip>
            <a:srcRect l="-15803" t="-15499" r="-15008" b="-15313"/>
            <a:stretch>
              <a:fillRect/>
            </a:stretch>
          </p:blipFill>
          <p:spPr>
            <a:xfrm>
              <a:off x="10520558" y="5569004"/>
              <a:ext cx="334800" cy="334800"/>
            </a:xfrm>
            <a:prstGeom prst="ellipse">
              <a:avLst/>
            </a:prstGeom>
            <a:ln>
              <a:solidFill>
                <a:schemeClr val="bg1"/>
              </a:solidFill>
            </a:ln>
          </p:spPr>
        </p:pic>
        <p:pic>
          <p:nvPicPr>
            <p:cNvPr id="14" name="Picture 13">
              <a:hlinkClick r:id="rId5"/>
              <a:extLst>
                <a:ext uri="{FF2B5EF4-FFF2-40B4-BE49-F238E27FC236}">
                  <a16:creationId xmlns:a16="http://schemas.microsoft.com/office/drawing/2014/main" id="{2B8F14F5-4F4C-8CAB-B032-78509603B748}"/>
                </a:ext>
              </a:extLst>
            </p:cNvPr>
            <p:cNvPicPr>
              <a:picLocks noChangeAspect="1"/>
            </p:cNvPicPr>
            <p:nvPr userDrawn="1"/>
          </p:nvPicPr>
          <p:blipFill rotWithShape="1">
            <a:blip r:embed="rId6" cstate="screen">
              <a:lum bright="70000" contrast="-70000"/>
              <a:extLst>
                <a:ext uri="{BEBA8EAE-BF5A-486C-A8C5-ECC9F3942E4B}">
                  <a14:imgProps xmlns:a14="http://schemas.microsoft.com/office/drawing/2010/main">
                    <a14:imgLayer r:embed="rId7">
                      <a14:imgEffect>
                        <a14:artisticPhotocopy/>
                      </a14:imgEffect>
                    </a14:imgLayer>
                  </a14:imgProps>
                </a:ext>
                <a:ext uri="{28A0092B-C50C-407E-A947-70E740481C1C}">
                  <a14:useLocalDpi xmlns:a14="http://schemas.microsoft.com/office/drawing/2010/main"/>
                </a:ext>
              </a:extLst>
            </a:blip>
            <a:srcRect l="-11970" t="-13244" r="-14518" b="-13244"/>
            <a:stretch>
              <a:fillRect/>
            </a:stretch>
          </p:blipFill>
          <p:spPr>
            <a:xfrm>
              <a:off x="10119213" y="5569004"/>
              <a:ext cx="335280" cy="335280"/>
            </a:xfrm>
            <a:prstGeom prst="ellipse">
              <a:avLst/>
            </a:prstGeom>
            <a:ln>
              <a:solidFill>
                <a:schemeClr val="bg1"/>
              </a:solidFill>
            </a:ln>
          </p:spPr>
        </p:pic>
        <p:pic>
          <p:nvPicPr>
            <p:cNvPr id="15" name="Picture 14">
              <a:hlinkClick r:id="rId8"/>
              <a:extLst>
                <a:ext uri="{FF2B5EF4-FFF2-40B4-BE49-F238E27FC236}">
                  <a16:creationId xmlns:a16="http://schemas.microsoft.com/office/drawing/2014/main" id="{2FB6738B-5AD4-93DE-628B-7F9F226AE057}"/>
                </a:ext>
              </a:extLst>
            </p:cNvPr>
            <p:cNvPicPr>
              <a:picLocks noChangeAspect="1"/>
            </p:cNvPicPr>
            <p:nvPr userDrawn="1"/>
          </p:nvPicPr>
          <p:blipFill rotWithShape="1">
            <a:blip r:embed="rId9" cstate="screen">
              <a:lum bright="70000" contrast="-70000"/>
              <a:extLst>
                <a:ext uri="{BEBA8EAE-BF5A-486C-A8C5-ECC9F3942E4B}">
                  <a14:imgProps xmlns:a14="http://schemas.microsoft.com/office/drawing/2010/main">
                    <a14:imgLayer r:embed="rId10">
                      <a14:imgEffect>
                        <a14:artisticPhotocopy/>
                      </a14:imgEffect>
                    </a14:imgLayer>
                  </a14:imgProps>
                </a:ext>
                <a:ext uri="{28A0092B-C50C-407E-A947-70E740481C1C}">
                  <a14:useLocalDpi xmlns:a14="http://schemas.microsoft.com/office/drawing/2010/main"/>
                </a:ext>
              </a:extLst>
            </a:blip>
            <a:srcRect l="-19298" t="-20188" r="-21078" b="-20188"/>
            <a:stretch>
              <a:fillRect/>
            </a:stretch>
          </p:blipFill>
          <p:spPr>
            <a:xfrm>
              <a:off x="9714238" y="5569004"/>
              <a:ext cx="335280" cy="335280"/>
            </a:xfrm>
            <a:prstGeom prst="ellipse">
              <a:avLst/>
            </a:prstGeom>
            <a:ln>
              <a:solidFill>
                <a:schemeClr val="bg1"/>
              </a:solidFill>
            </a:ln>
          </p:spPr>
        </p:pic>
        <p:pic>
          <p:nvPicPr>
            <p:cNvPr id="16" name="Picture 15">
              <a:hlinkClick r:id="rId11"/>
              <a:extLst>
                <a:ext uri="{FF2B5EF4-FFF2-40B4-BE49-F238E27FC236}">
                  <a16:creationId xmlns:a16="http://schemas.microsoft.com/office/drawing/2014/main" id="{9B12A264-9803-3563-7FDB-B00341420E93}"/>
                </a:ext>
              </a:extLst>
            </p:cNvPr>
            <p:cNvPicPr>
              <a:picLocks noChangeAspect="1"/>
            </p:cNvPicPr>
            <p:nvPr userDrawn="1"/>
          </p:nvPicPr>
          <p:blipFill rotWithShape="1">
            <a:blip r:embed="rId12" cstate="screen">
              <a:lum bright="70000" contrast="-70000"/>
              <a:extLst>
                <a:ext uri="{BEBA8EAE-BF5A-486C-A8C5-ECC9F3942E4B}">
                  <a14:imgProps xmlns:a14="http://schemas.microsoft.com/office/drawing/2010/main">
                    <a14:imgLayer r:embed="rId13">
                      <a14:imgEffect>
                        <a14:artisticPhotocopy/>
                      </a14:imgEffect>
                    </a14:imgLayer>
                  </a14:imgProps>
                </a:ext>
                <a:ext uri="{28A0092B-C50C-407E-A947-70E740481C1C}">
                  <a14:useLocalDpi xmlns:a14="http://schemas.microsoft.com/office/drawing/2010/main"/>
                </a:ext>
              </a:extLst>
            </a:blip>
            <a:srcRect l="-23025" t="-21407" r="-19995" b="-21613"/>
            <a:stretch>
              <a:fillRect/>
            </a:stretch>
          </p:blipFill>
          <p:spPr>
            <a:xfrm>
              <a:off x="8904288" y="5569004"/>
              <a:ext cx="335280" cy="335280"/>
            </a:xfrm>
            <a:prstGeom prst="ellipse">
              <a:avLst/>
            </a:prstGeom>
            <a:ln>
              <a:solidFill>
                <a:schemeClr val="bg1"/>
              </a:solidFill>
            </a:ln>
          </p:spPr>
        </p:pic>
        <p:pic>
          <p:nvPicPr>
            <p:cNvPr id="18" name="Picture 17">
              <a:hlinkClick r:id="rId14"/>
              <a:extLst>
                <a:ext uri="{FF2B5EF4-FFF2-40B4-BE49-F238E27FC236}">
                  <a16:creationId xmlns:a16="http://schemas.microsoft.com/office/drawing/2014/main" id="{55679AC9-828E-26B9-8BA5-EB55C80AF8BA}"/>
                </a:ext>
              </a:extLst>
            </p:cNvPr>
            <p:cNvPicPr>
              <a:picLocks noChangeAspect="1"/>
            </p:cNvPicPr>
            <p:nvPr userDrawn="1"/>
          </p:nvPicPr>
          <p:blipFill rotWithShape="1">
            <a:blip r:embed="rId15" cstate="screen">
              <a:lum bright="70000" contrast="-70000"/>
              <a:extLst>
                <a:ext uri="{BEBA8EAE-BF5A-486C-A8C5-ECC9F3942E4B}">
                  <a14:imgProps xmlns:a14="http://schemas.microsoft.com/office/drawing/2010/main">
                    <a14:imgLayer r:embed="rId16">
                      <a14:imgEffect>
                        <a14:artisticPhotocopy/>
                      </a14:imgEffect>
                    </a14:imgLayer>
                  </a14:imgProps>
                </a:ext>
                <a:ext uri="{28A0092B-C50C-407E-A947-70E740481C1C}">
                  <a14:useLocalDpi xmlns:a14="http://schemas.microsoft.com/office/drawing/2010/main"/>
                </a:ext>
              </a:extLst>
            </a:blip>
            <a:srcRect l="-16187" t="-16601" r="-17015" b="-16601"/>
            <a:stretch>
              <a:fillRect/>
            </a:stretch>
          </p:blipFill>
          <p:spPr>
            <a:xfrm>
              <a:off x="9309263" y="5569004"/>
              <a:ext cx="335280" cy="335280"/>
            </a:xfrm>
            <a:prstGeom prst="ellipse">
              <a:avLst/>
            </a:prstGeom>
            <a:ln>
              <a:solidFill>
                <a:schemeClr val="bg1"/>
              </a:solidFill>
            </a:ln>
          </p:spPr>
        </p:pic>
      </p:grpSp>
      <p:sp>
        <p:nvSpPr>
          <p:cNvPr id="3" name="Rectangle 2">
            <a:extLst>
              <a:ext uri="{FF2B5EF4-FFF2-40B4-BE49-F238E27FC236}">
                <a16:creationId xmlns:a16="http://schemas.microsoft.com/office/drawing/2014/main" id="{1155318A-338B-B8C0-FF10-912D1F195A64}"/>
              </a:ext>
            </a:extLst>
          </p:cNvPr>
          <p:cNvSpPr/>
          <p:nvPr userDrawn="1"/>
        </p:nvSpPr>
        <p:spPr>
          <a:xfrm>
            <a:off x="8904288" y="6053226"/>
            <a:ext cx="2879725" cy="400110"/>
          </a:xfrm>
          <a:prstGeom prst="rect">
            <a:avLst/>
          </a:prstGeom>
        </p:spPr>
        <p:txBody>
          <a:bodyPr wrap="square" lIns="0" tIns="0" rIns="0" bIns="0" anchor="b" anchorCtr="0">
            <a:spAutoFit/>
          </a:bodyPr>
          <a:lstStyle/>
          <a:p>
            <a:pPr>
              <a:spcAft>
                <a:spcPts val="600"/>
              </a:spcAft>
            </a:pPr>
            <a:r>
              <a:rPr lang="en-US" sz="700" b="0" i="0" noProof="0" dirty="0">
                <a:solidFill>
                  <a:schemeClr val="bg1"/>
                </a:solidFill>
                <a:latin typeface="+mn-lt"/>
                <a:cs typeface="Arial"/>
              </a:rPr>
              <a:t>This presentation contains information that may be privileged or confidential and is the property of the Capgemini Group.</a:t>
            </a:r>
          </a:p>
          <a:p>
            <a:pPr>
              <a:spcAft>
                <a:spcPts val="600"/>
              </a:spcAft>
            </a:pPr>
            <a:r>
              <a:rPr lang="en-US" sz="700" b="0" i="0" noProof="0" dirty="0">
                <a:solidFill>
                  <a:schemeClr val="bg1"/>
                </a:solidFill>
                <a:latin typeface="+mn-lt"/>
                <a:cs typeface="Arial"/>
              </a:rPr>
              <a:t>Copyright © 2026 Capgemini. All rights reserved.</a:t>
            </a:r>
          </a:p>
        </p:txBody>
      </p:sp>
      <p:sp>
        <p:nvSpPr>
          <p:cNvPr id="4" name="Rectangle 3">
            <a:extLst>
              <a:ext uri="{FF2B5EF4-FFF2-40B4-BE49-F238E27FC236}">
                <a16:creationId xmlns:a16="http://schemas.microsoft.com/office/drawing/2014/main" id="{B1DCB544-C864-D4C7-146D-83B61717B1E6}"/>
              </a:ext>
            </a:extLst>
          </p:cNvPr>
          <p:cNvSpPr/>
          <p:nvPr userDrawn="1"/>
        </p:nvSpPr>
        <p:spPr>
          <a:xfrm>
            <a:off x="550864" y="1574544"/>
            <a:ext cx="4248471" cy="18544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indent="0" algn="just" defTabSz="914400" rtl="0" eaLnBrk="1" fontAlgn="auto" latinLnBrk="0" hangingPunct="1">
              <a:lnSpc>
                <a:spcPct val="100000"/>
              </a:lnSpc>
              <a:spcBef>
                <a:spcPts val="0"/>
              </a:spcBef>
              <a:spcAft>
                <a:spcPts val="120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mn-lt"/>
                <a:ea typeface="+mn-ea"/>
                <a:cs typeface="+mn-cs"/>
              </a:rPr>
              <a:t>About Capgemini</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900" dirty="0">
                <a:solidFill>
                  <a:schemeClr val="tx1"/>
                </a:solidFill>
              </a:rPr>
              <a:t>Capgemini is an AI-powered global business and technology transformation partner, delivering tangible business value. We imagine the future of organizations and make it real with AI, technology and people. With our strong heritage of nearly 60 years, we are a responsible and diverse group of over 420,000 team members in more than 50 countries. We deliver end-to-end services and solutions with our deep industry expertise and strong partner ecosystem, leveraging our capabilities across strategy, technology, design, engineering and business operations. The Group reported 2025 global revenues of €22.5 billion.</a:t>
            </a:r>
          </a:p>
        </p:txBody>
      </p:sp>
    </p:spTree>
    <p:extLst>
      <p:ext uri="{BB962C8B-B14F-4D97-AF65-F5344CB8AC3E}">
        <p14:creationId xmlns:p14="http://schemas.microsoft.com/office/powerpoint/2010/main" val="270948721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image" Target="../media/image1.png"/><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72.xml"/><Relationship Id="rId18" Type="http://schemas.openxmlformats.org/officeDocument/2006/relationships/slideLayout" Target="../slideLayouts/slideLayout77.xml"/><Relationship Id="rId26" Type="http://schemas.openxmlformats.org/officeDocument/2006/relationships/slideLayout" Target="../slideLayouts/slideLayout85.xml"/><Relationship Id="rId39" Type="http://schemas.openxmlformats.org/officeDocument/2006/relationships/slideLayout" Target="../slideLayouts/slideLayout98.xml"/><Relationship Id="rId21" Type="http://schemas.openxmlformats.org/officeDocument/2006/relationships/slideLayout" Target="../slideLayouts/slideLayout80.xml"/><Relationship Id="rId34" Type="http://schemas.openxmlformats.org/officeDocument/2006/relationships/slideLayout" Target="../slideLayouts/slideLayout93.xml"/><Relationship Id="rId42" Type="http://schemas.openxmlformats.org/officeDocument/2006/relationships/slideLayout" Target="../slideLayouts/slideLayout101.xml"/><Relationship Id="rId47" Type="http://schemas.openxmlformats.org/officeDocument/2006/relationships/slideLayout" Target="../slideLayouts/slideLayout106.xml"/><Relationship Id="rId50" Type="http://schemas.openxmlformats.org/officeDocument/2006/relationships/slideLayout" Target="../slideLayouts/slideLayout109.xml"/><Relationship Id="rId55" Type="http://schemas.openxmlformats.org/officeDocument/2006/relationships/slideLayout" Target="../slideLayouts/slideLayout114.xml"/><Relationship Id="rId7" Type="http://schemas.openxmlformats.org/officeDocument/2006/relationships/slideLayout" Target="../slideLayouts/slideLayout66.xml"/><Relationship Id="rId2" Type="http://schemas.openxmlformats.org/officeDocument/2006/relationships/slideLayout" Target="../slideLayouts/slideLayout61.xml"/><Relationship Id="rId16" Type="http://schemas.openxmlformats.org/officeDocument/2006/relationships/slideLayout" Target="../slideLayouts/slideLayout75.xml"/><Relationship Id="rId29" Type="http://schemas.openxmlformats.org/officeDocument/2006/relationships/slideLayout" Target="../slideLayouts/slideLayout88.xml"/><Relationship Id="rId11" Type="http://schemas.openxmlformats.org/officeDocument/2006/relationships/slideLayout" Target="../slideLayouts/slideLayout70.xml"/><Relationship Id="rId24" Type="http://schemas.openxmlformats.org/officeDocument/2006/relationships/slideLayout" Target="../slideLayouts/slideLayout83.xml"/><Relationship Id="rId32" Type="http://schemas.openxmlformats.org/officeDocument/2006/relationships/slideLayout" Target="../slideLayouts/slideLayout91.xml"/><Relationship Id="rId37" Type="http://schemas.openxmlformats.org/officeDocument/2006/relationships/slideLayout" Target="../slideLayouts/slideLayout96.xml"/><Relationship Id="rId40" Type="http://schemas.openxmlformats.org/officeDocument/2006/relationships/slideLayout" Target="../slideLayouts/slideLayout99.xml"/><Relationship Id="rId45" Type="http://schemas.openxmlformats.org/officeDocument/2006/relationships/slideLayout" Target="../slideLayouts/slideLayout104.xml"/><Relationship Id="rId53" Type="http://schemas.openxmlformats.org/officeDocument/2006/relationships/slideLayout" Target="../slideLayouts/slideLayout112.xml"/><Relationship Id="rId58" Type="http://schemas.openxmlformats.org/officeDocument/2006/relationships/slideLayout" Target="../slideLayouts/slideLayout117.xml"/><Relationship Id="rId5" Type="http://schemas.openxmlformats.org/officeDocument/2006/relationships/slideLayout" Target="../slideLayouts/slideLayout64.xml"/><Relationship Id="rId61" Type="http://schemas.openxmlformats.org/officeDocument/2006/relationships/image" Target="../media/image1.png"/><Relationship Id="rId19" Type="http://schemas.openxmlformats.org/officeDocument/2006/relationships/slideLayout" Target="../slideLayouts/slideLayout78.xml"/><Relationship Id="rId14" Type="http://schemas.openxmlformats.org/officeDocument/2006/relationships/slideLayout" Target="../slideLayouts/slideLayout73.xml"/><Relationship Id="rId22" Type="http://schemas.openxmlformats.org/officeDocument/2006/relationships/slideLayout" Target="../slideLayouts/slideLayout81.xml"/><Relationship Id="rId27" Type="http://schemas.openxmlformats.org/officeDocument/2006/relationships/slideLayout" Target="../slideLayouts/slideLayout86.xml"/><Relationship Id="rId30" Type="http://schemas.openxmlformats.org/officeDocument/2006/relationships/slideLayout" Target="../slideLayouts/slideLayout89.xml"/><Relationship Id="rId35" Type="http://schemas.openxmlformats.org/officeDocument/2006/relationships/slideLayout" Target="../slideLayouts/slideLayout94.xml"/><Relationship Id="rId43" Type="http://schemas.openxmlformats.org/officeDocument/2006/relationships/slideLayout" Target="../slideLayouts/slideLayout102.xml"/><Relationship Id="rId48" Type="http://schemas.openxmlformats.org/officeDocument/2006/relationships/slideLayout" Target="../slideLayouts/slideLayout107.xml"/><Relationship Id="rId56" Type="http://schemas.openxmlformats.org/officeDocument/2006/relationships/slideLayout" Target="../slideLayouts/slideLayout115.xml"/><Relationship Id="rId8" Type="http://schemas.openxmlformats.org/officeDocument/2006/relationships/slideLayout" Target="../slideLayouts/slideLayout67.xml"/><Relationship Id="rId51" Type="http://schemas.openxmlformats.org/officeDocument/2006/relationships/slideLayout" Target="../slideLayouts/slideLayout110.xml"/><Relationship Id="rId3" Type="http://schemas.openxmlformats.org/officeDocument/2006/relationships/slideLayout" Target="../slideLayouts/slideLayout62.xml"/><Relationship Id="rId12" Type="http://schemas.openxmlformats.org/officeDocument/2006/relationships/slideLayout" Target="../slideLayouts/slideLayout71.xml"/><Relationship Id="rId17" Type="http://schemas.openxmlformats.org/officeDocument/2006/relationships/slideLayout" Target="../slideLayouts/slideLayout76.xml"/><Relationship Id="rId25" Type="http://schemas.openxmlformats.org/officeDocument/2006/relationships/slideLayout" Target="../slideLayouts/slideLayout84.xml"/><Relationship Id="rId33" Type="http://schemas.openxmlformats.org/officeDocument/2006/relationships/slideLayout" Target="../slideLayouts/slideLayout92.xml"/><Relationship Id="rId38" Type="http://schemas.openxmlformats.org/officeDocument/2006/relationships/slideLayout" Target="../slideLayouts/slideLayout97.xml"/><Relationship Id="rId46" Type="http://schemas.openxmlformats.org/officeDocument/2006/relationships/slideLayout" Target="../slideLayouts/slideLayout105.xml"/><Relationship Id="rId59" Type="http://schemas.openxmlformats.org/officeDocument/2006/relationships/slideLayout" Target="../slideLayouts/slideLayout118.xml"/><Relationship Id="rId20" Type="http://schemas.openxmlformats.org/officeDocument/2006/relationships/slideLayout" Target="../slideLayouts/slideLayout79.xml"/><Relationship Id="rId41" Type="http://schemas.openxmlformats.org/officeDocument/2006/relationships/slideLayout" Target="../slideLayouts/slideLayout100.xml"/><Relationship Id="rId54" Type="http://schemas.openxmlformats.org/officeDocument/2006/relationships/slideLayout" Target="../slideLayouts/slideLayout113.xml"/><Relationship Id="rId1" Type="http://schemas.openxmlformats.org/officeDocument/2006/relationships/slideLayout" Target="../slideLayouts/slideLayout60.xml"/><Relationship Id="rId6" Type="http://schemas.openxmlformats.org/officeDocument/2006/relationships/slideLayout" Target="../slideLayouts/slideLayout65.xml"/><Relationship Id="rId15" Type="http://schemas.openxmlformats.org/officeDocument/2006/relationships/slideLayout" Target="../slideLayouts/slideLayout74.xml"/><Relationship Id="rId23" Type="http://schemas.openxmlformats.org/officeDocument/2006/relationships/slideLayout" Target="../slideLayouts/slideLayout82.xml"/><Relationship Id="rId28" Type="http://schemas.openxmlformats.org/officeDocument/2006/relationships/slideLayout" Target="../slideLayouts/slideLayout87.xml"/><Relationship Id="rId36" Type="http://schemas.openxmlformats.org/officeDocument/2006/relationships/slideLayout" Target="../slideLayouts/slideLayout95.xml"/><Relationship Id="rId49" Type="http://schemas.openxmlformats.org/officeDocument/2006/relationships/slideLayout" Target="../slideLayouts/slideLayout108.xml"/><Relationship Id="rId57" Type="http://schemas.openxmlformats.org/officeDocument/2006/relationships/slideLayout" Target="../slideLayouts/slideLayout116.xml"/><Relationship Id="rId10" Type="http://schemas.openxmlformats.org/officeDocument/2006/relationships/slideLayout" Target="../slideLayouts/slideLayout69.xml"/><Relationship Id="rId31" Type="http://schemas.openxmlformats.org/officeDocument/2006/relationships/slideLayout" Target="../slideLayouts/slideLayout90.xml"/><Relationship Id="rId44" Type="http://schemas.openxmlformats.org/officeDocument/2006/relationships/slideLayout" Target="../slideLayouts/slideLayout103.xml"/><Relationship Id="rId52" Type="http://schemas.openxmlformats.org/officeDocument/2006/relationships/slideLayout" Target="../slideLayouts/slideLayout111.xml"/><Relationship Id="rId60" Type="http://schemas.openxmlformats.org/officeDocument/2006/relationships/theme" Target="../theme/theme2.xml"/><Relationship Id="rId4" Type="http://schemas.openxmlformats.org/officeDocument/2006/relationships/slideLayout" Target="../slideLayouts/slideLayout63.xml"/><Relationship Id="rId9"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19.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132.xml"/><Relationship Id="rId18" Type="http://schemas.openxmlformats.org/officeDocument/2006/relationships/slideLayout" Target="../slideLayouts/slideLayout137.xml"/><Relationship Id="rId26" Type="http://schemas.openxmlformats.org/officeDocument/2006/relationships/slideLayout" Target="../slideLayouts/slideLayout145.xml"/><Relationship Id="rId39" Type="http://schemas.openxmlformats.org/officeDocument/2006/relationships/slideLayout" Target="../slideLayouts/slideLayout158.xml"/><Relationship Id="rId21" Type="http://schemas.openxmlformats.org/officeDocument/2006/relationships/slideLayout" Target="../slideLayouts/slideLayout140.xml"/><Relationship Id="rId34" Type="http://schemas.openxmlformats.org/officeDocument/2006/relationships/slideLayout" Target="../slideLayouts/slideLayout153.xml"/><Relationship Id="rId42" Type="http://schemas.openxmlformats.org/officeDocument/2006/relationships/slideLayout" Target="../slideLayouts/slideLayout161.xml"/><Relationship Id="rId47" Type="http://schemas.openxmlformats.org/officeDocument/2006/relationships/slideLayout" Target="../slideLayouts/slideLayout166.xml"/><Relationship Id="rId50" Type="http://schemas.openxmlformats.org/officeDocument/2006/relationships/slideLayout" Target="../slideLayouts/slideLayout169.xml"/><Relationship Id="rId55" Type="http://schemas.openxmlformats.org/officeDocument/2006/relationships/slideLayout" Target="../slideLayouts/slideLayout174.xml"/><Relationship Id="rId7" Type="http://schemas.openxmlformats.org/officeDocument/2006/relationships/slideLayout" Target="../slideLayouts/slideLayout126.xml"/><Relationship Id="rId2" Type="http://schemas.openxmlformats.org/officeDocument/2006/relationships/slideLayout" Target="../slideLayouts/slideLayout121.xml"/><Relationship Id="rId16" Type="http://schemas.openxmlformats.org/officeDocument/2006/relationships/slideLayout" Target="../slideLayouts/slideLayout135.xml"/><Relationship Id="rId29" Type="http://schemas.openxmlformats.org/officeDocument/2006/relationships/slideLayout" Target="../slideLayouts/slideLayout148.xml"/><Relationship Id="rId11" Type="http://schemas.openxmlformats.org/officeDocument/2006/relationships/slideLayout" Target="../slideLayouts/slideLayout130.xml"/><Relationship Id="rId24" Type="http://schemas.openxmlformats.org/officeDocument/2006/relationships/slideLayout" Target="../slideLayouts/slideLayout143.xml"/><Relationship Id="rId32" Type="http://schemas.openxmlformats.org/officeDocument/2006/relationships/slideLayout" Target="../slideLayouts/slideLayout151.xml"/><Relationship Id="rId37" Type="http://schemas.openxmlformats.org/officeDocument/2006/relationships/slideLayout" Target="../slideLayouts/slideLayout156.xml"/><Relationship Id="rId40" Type="http://schemas.openxmlformats.org/officeDocument/2006/relationships/slideLayout" Target="../slideLayouts/slideLayout159.xml"/><Relationship Id="rId45" Type="http://schemas.openxmlformats.org/officeDocument/2006/relationships/slideLayout" Target="../slideLayouts/slideLayout164.xml"/><Relationship Id="rId53" Type="http://schemas.openxmlformats.org/officeDocument/2006/relationships/slideLayout" Target="../slideLayouts/slideLayout172.xml"/><Relationship Id="rId58" Type="http://schemas.openxmlformats.org/officeDocument/2006/relationships/slideLayout" Target="../slideLayouts/slideLayout177.xml"/><Relationship Id="rId5" Type="http://schemas.openxmlformats.org/officeDocument/2006/relationships/slideLayout" Target="../slideLayouts/slideLayout124.xml"/><Relationship Id="rId61" Type="http://schemas.openxmlformats.org/officeDocument/2006/relationships/image" Target="../media/image1.png"/><Relationship Id="rId19" Type="http://schemas.openxmlformats.org/officeDocument/2006/relationships/slideLayout" Target="../slideLayouts/slideLayout138.xml"/><Relationship Id="rId14" Type="http://schemas.openxmlformats.org/officeDocument/2006/relationships/slideLayout" Target="../slideLayouts/slideLayout133.xml"/><Relationship Id="rId22" Type="http://schemas.openxmlformats.org/officeDocument/2006/relationships/slideLayout" Target="../slideLayouts/slideLayout141.xml"/><Relationship Id="rId27" Type="http://schemas.openxmlformats.org/officeDocument/2006/relationships/slideLayout" Target="../slideLayouts/slideLayout146.xml"/><Relationship Id="rId30" Type="http://schemas.openxmlformats.org/officeDocument/2006/relationships/slideLayout" Target="../slideLayouts/slideLayout149.xml"/><Relationship Id="rId35" Type="http://schemas.openxmlformats.org/officeDocument/2006/relationships/slideLayout" Target="../slideLayouts/slideLayout154.xml"/><Relationship Id="rId43" Type="http://schemas.openxmlformats.org/officeDocument/2006/relationships/slideLayout" Target="../slideLayouts/slideLayout162.xml"/><Relationship Id="rId48" Type="http://schemas.openxmlformats.org/officeDocument/2006/relationships/slideLayout" Target="../slideLayouts/slideLayout167.xml"/><Relationship Id="rId56" Type="http://schemas.openxmlformats.org/officeDocument/2006/relationships/slideLayout" Target="../slideLayouts/slideLayout175.xml"/><Relationship Id="rId8" Type="http://schemas.openxmlformats.org/officeDocument/2006/relationships/slideLayout" Target="../slideLayouts/slideLayout127.xml"/><Relationship Id="rId51" Type="http://schemas.openxmlformats.org/officeDocument/2006/relationships/slideLayout" Target="../slideLayouts/slideLayout170.xml"/><Relationship Id="rId3" Type="http://schemas.openxmlformats.org/officeDocument/2006/relationships/slideLayout" Target="../slideLayouts/slideLayout122.xml"/><Relationship Id="rId12" Type="http://schemas.openxmlformats.org/officeDocument/2006/relationships/slideLayout" Target="../slideLayouts/slideLayout131.xml"/><Relationship Id="rId17" Type="http://schemas.openxmlformats.org/officeDocument/2006/relationships/slideLayout" Target="../slideLayouts/slideLayout136.xml"/><Relationship Id="rId25" Type="http://schemas.openxmlformats.org/officeDocument/2006/relationships/slideLayout" Target="../slideLayouts/slideLayout144.xml"/><Relationship Id="rId33" Type="http://schemas.openxmlformats.org/officeDocument/2006/relationships/slideLayout" Target="../slideLayouts/slideLayout152.xml"/><Relationship Id="rId38" Type="http://schemas.openxmlformats.org/officeDocument/2006/relationships/slideLayout" Target="../slideLayouts/slideLayout157.xml"/><Relationship Id="rId46" Type="http://schemas.openxmlformats.org/officeDocument/2006/relationships/slideLayout" Target="../slideLayouts/slideLayout165.xml"/><Relationship Id="rId59" Type="http://schemas.openxmlformats.org/officeDocument/2006/relationships/slideLayout" Target="../slideLayouts/slideLayout178.xml"/><Relationship Id="rId20" Type="http://schemas.openxmlformats.org/officeDocument/2006/relationships/slideLayout" Target="../slideLayouts/slideLayout139.xml"/><Relationship Id="rId41" Type="http://schemas.openxmlformats.org/officeDocument/2006/relationships/slideLayout" Target="../slideLayouts/slideLayout160.xml"/><Relationship Id="rId54" Type="http://schemas.openxmlformats.org/officeDocument/2006/relationships/slideLayout" Target="../slideLayouts/slideLayout173.xml"/><Relationship Id="rId1" Type="http://schemas.openxmlformats.org/officeDocument/2006/relationships/slideLayout" Target="../slideLayouts/slideLayout120.xml"/><Relationship Id="rId6" Type="http://schemas.openxmlformats.org/officeDocument/2006/relationships/slideLayout" Target="../slideLayouts/slideLayout125.xml"/><Relationship Id="rId15" Type="http://schemas.openxmlformats.org/officeDocument/2006/relationships/slideLayout" Target="../slideLayouts/slideLayout134.xml"/><Relationship Id="rId23" Type="http://schemas.openxmlformats.org/officeDocument/2006/relationships/slideLayout" Target="../slideLayouts/slideLayout142.xml"/><Relationship Id="rId28" Type="http://schemas.openxmlformats.org/officeDocument/2006/relationships/slideLayout" Target="../slideLayouts/slideLayout147.xml"/><Relationship Id="rId36" Type="http://schemas.openxmlformats.org/officeDocument/2006/relationships/slideLayout" Target="../slideLayouts/slideLayout155.xml"/><Relationship Id="rId49" Type="http://schemas.openxmlformats.org/officeDocument/2006/relationships/slideLayout" Target="../slideLayouts/slideLayout168.xml"/><Relationship Id="rId57" Type="http://schemas.openxmlformats.org/officeDocument/2006/relationships/slideLayout" Target="../slideLayouts/slideLayout176.xml"/><Relationship Id="rId10" Type="http://schemas.openxmlformats.org/officeDocument/2006/relationships/slideLayout" Target="../slideLayouts/slideLayout129.xml"/><Relationship Id="rId31" Type="http://schemas.openxmlformats.org/officeDocument/2006/relationships/slideLayout" Target="../slideLayouts/slideLayout150.xml"/><Relationship Id="rId44" Type="http://schemas.openxmlformats.org/officeDocument/2006/relationships/slideLayout" Target="../slideLayouts/slideLayout163.xml"/><Relationship Id="rId52" Type="http://schemas.openxmlformats.org/officeDocument/2006/relationships/slideLayout" Target="../slideLayouts/slideLayout171.xml"/><Relationship Id="rId60" Type="http://schemas.openxmlformats.org/officeDocument/2006/relationships/theme" Target="../theme/theme4.xml"/><Relationship Id="rId4" Type="http://schemas.openxmlformats.org/officeDocument/2006/relationships/slideLayout" Target="../slideLayouts/slideLayout123.xml"/><Relationship Id="rId9" Type="http://schemas.openxmlformats.org/officeDocument/2006/relationships/slideLayout" Target="../slideLayouts/slideLayout1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ID" hidden="1">
            <a:extLst>
              <a:ext uri="{FF2B5EF4-FFF2-40B4-BE49-F238E27FC236}">
                <a16:creationId xmlns:a16="http://schemas.microsoft.com/office/drawing/2014/main" id="{A27D0679-8D96-1186-A961-BDC17B525A6F}"/>
              </a:ext>
            </a:extLst>
          </p:cNvPr>
          <p:cNvPicPr>
            <a:picLocks noGrp="1" noRot="1" noChangeAspect="1" noMove="1" noResize="1" noEditPoints="1" noAdjustHandles="1" noChangeArrowheads="1" noChangeShapeType="1" noCrop="1"/>
          </p:cNvPicPr>
          <p:nvPr userDrawn="1"/>
        </p:nvPicPr>
        <p:blipFill>
          <a:blip r:embed="rId61" cstate="screen">
            <a:extLst>
              <a:ext uri="{28A0092B-C50C-407E-A947-70E740481C1C}">
                <a14:useLocalDpi xmlns:a14="http://schemas.microsoft.com/office/drawing/2010/main"/>
              </a:ext>
            </a:extLst>
          </a:blip>
          <a:stretch>
            <a:fillRect/>
          </a:stretch>
        </p:blipFill>
        <p:spPr>
          <a:xfrm>
            <a:off x="414971" y="388938"/>
            <a:ext cx="11369040" cy="6067248"/>
          </a:xfrm>
          <a:prstGeom prst="rect">
            <a:avLst/>
          </a:prstGeom>
        </p:spPr>
      </p:pic>
      <p:sp>
        <p:nvSpPr>
          <p:cNvPr id="4" name="Text Placeholder 1"/>
          <p:cNvSpPr>
            <a:spLocks noGrp="1"/>
          </p:cNvSpPr>
          <p:nvPr>
            <p:ph type="body" idx="1"/>
          </p:nvPr>
        </p:nvSpPr>
        <p:spPr>
          <a:xfrm>
            <a:off x="407988" y="1628800"/>
            <a:ext cx="11369040" cy="4829080"/>
          </a:xfrm>
          <a:prstGeom prst="rect">
            <a:avLst/>
          </a:prstGeom>
        </p:spPr>
        <p:txBody>
          <a:bodyPr vert="horz" lIns="0" tIns="0" rIns="0" bIns="0" rtlCol="0">
            <a:noAutofit/>
          </a:bodyPr>
          <a:lstStyle/>
          <a:p>
            <a:pPr lvl="0"/>
            <a:r>
              <a:rPr lang="fr-FR" dirty="0"/>
              <a:t>Enter </a:t>
            </a:r>
            <a:r>
              <a:rPr lang="fr-FR" dirty="0" err="1"/>
              <a:t>your</a:t>
            </a:r>
            <a:r>
              <a:rPr lang="fr-FR" dirty="0"/>
              <a:t> contents</a:t>
            </a:r>
          </a:p>
          <a:p>
            <a:pPr lvl="1"/>
            <a:r>
              <a:rPr lang="fr-FR" dirty="0"/>
              <a:t>Second </a:t>
            </a:r>
            <a:r>
              <a:rPr lang="fr-FR" dirty="0" err="1"/>
              <a:t>level</a:t>
            </a:r>
            <a:endParaRPr lang="fr-FR" dirty="0"/>
          </a:p>
          <a:p>
            <a:pPr lvl="2"/>
            <a:r>
              <a:rPr lang="fr-FR" dirty="0" err="1"/>
              <a:t>Third</a:t>
            </a:r>
            <a:r>
              <a:rPr lang="fr-FR" dirty="0"/>
              <a:t> </a:t>
            </a:r>
            <a:r>
              <a:rPr lang="fr-FR" dirty="0" err="1"/>
              <a:t>level</a:t>
            </a:r>
            <a:endParaRPr lang="fr-FR" dirty="0"/>
          </a:p>
          <a:p>
            <a:pPr lvl="3"/>
            <a:r>
              <a:rPr lang="fr-FR" dirty="0" err="1"/>
              <a:t>Fourth</a:t>
            </a:r>
            <a:r>
              <a:rPr lang="fr-FR" dirty="0"/>
              <a:t> </a:t>
            </a:r>
            <a:r>
              <a:rPr lang="fr-FR" dirty="0" err="1"/>
              <a:t>level</a:t>
            </a:r>
            <a:endParaRPr lang="fr-FR" dirty="0"/>
          </a:p>
          <a:p>
            <a:pPr lvl="4"/>
            <a:r>
              <a:rPr lang="fr-FR" dirty="0" err="1"/>
              <a:t>Fifth</a:t>
            </a:r>
            <a:r>
              <a:rPr lang="fr-FR" dirty="0"/>
              <a:t> </a:t>
            </a:r>
            <a:r>
              <a:rPr lang="fr-FR" dirty="0" err="1"/>
              <a:t>level</a:t>
            </a:r>
            <a:endParaRPr lang="en-US" dirty="0"/>
          </a:p>
        </p:txBody>
      </p:sp>
      <p:grpSp>
        <p:nvGrpSpPr>
          <p:cNvPr id="31" name="Groupe 1">
            <a:extLst>
              <a:ext uri="{FF2B5EF4-FFF2-40B4-BE49-F238E27FC236}">
                <a16:creationId xmlns:a16="http://schemas.microsoft.com/office/drawing/2014/main" id="{F31688C0-3AAB-457C-86FA-4177A059CF79}"/>
              </a:ext>
            </a:extLst>
          </p:cNvPr>
          <p:cNvGrpSpPr/>
          <p:nvPr userDrawn="1"/>
        </p:nvGrpSpPr>
        <p:grpSpPr>
          <a:xfrm>
            <a:off x="11501102" y="171573"/>
            <a:ext cx="419436" cy="388988"/>
            <a:chOff x="11501102" y="171573"/>
            <a:chExt cx="419436" cy="388988"/>
          </a:xfrm>
        </p:grpSpPr>
        <p:sp>
          <p:nvSpPr>
            <p:cNvPr id="33" name="Freeform 13">
              <a:extLst>
                <a:ext uri="{FF2B5EF4-FFF2-40B4-BE49-F238E27FC236}">
                  <a16:creationId xmlns:a16="http://schemas.microsoft.com/office/drawing/2014/main" id="{0DF4B7FE-AA65-4E55-B964-75A3DEE12DA3}"/>
                </a:ext>
              </a:extLst>
            </p:cNvPr>
            <p:cNvSpPr>
              <a:spLocks/>
            </p:cNvSpPr>
            <p:nvPr/>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sp>
          <p:nvSpPr>
            <p:cNvPr id="34" name="Freeform 14">
              <a:extLst>
                <a:ext uri="{FF2B5EF4-FFF2-40B4-BE49-F238E27FC236}">
                  <a16:creationId xmlns:a16="http://schemas.microsoft.com/office/drawing/2014/main" id="{08DB13D7-F3B3-4CCC-9572-7C835EA669A8}"/>
                </a:ext>
              </a:extLst>
            </p:cNvPr>
            <p:cNvSpPr>
              <a:spLocks/>
            </p:cNvSpPr>
            <p:nvPr/>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GB" dirty="0"/>
            </a:p>
          </p:txBody>
        </p:sp>
      </p:grpSp>
      <p:sp>
        <p:nvSpPr>
          <p:cNvPr id="5" name="Title Placeholder 4">
            <a:extLst>
              <a:ext uri="{FF2B5EF4-FFF2-40B4-BE49-F238E27FC236}">
                <a16:creationId xmlns:a16="http://schemas.microsoft.com/office/drawing/2014/main" id="{D28F27D4-FFE2-4FAB-BA1B-9D013846C4B7}"/>
              </a:ext>
            </a:extLst>
          </p:cNvPr>
          <p:cNvSpPr>
            <a:spLocks noGrp="1"/>
          </p:cNvSpPr>
          <p:nvPr>
            <p:ph type="title"/>
          </p:nvPr>
        </p:nvSpPr>
        <p:spPr>
          <a:xfrm>
            <a:off x="414971" y="260350"/>
            <a:ext cx="11008413" cy="792163"/>
          </a:xfrm>
          <a:prstGeom prst="rect">
            <a:avLst/>
          </a:prstGeom>
        </p:spPr>
        <p:txBody>
          <a:bodyPr vert="horz" lIns="0" tIns="0" rIns="0" bIns="0" rtlCol="0" anchor="b" anchorCtr="0">
            <a:noAutofit/>
          </a:bodyPr>
          <a:lstStyle/>
          <a:p>
            <a:r>
              <a:rPr lang="fr-FR" dirty="0"/>
              <a:t>Modifiez le style du titre</a:t>
            </a:r>
            <a:endParaRPr lang="de-DE" dirty="0"/>
          </a:p>
        </p:txBody>
      </p:sp>
      <p:sp>
        <p:nvSpPr>
          <p:cNvPr id="20" name="Stickerbox" hidden="1">
            <a:extLst>
              <a:ext uri="{FF2B5EF4-FFF2-40B4-BE49-F238E27FC236}">
                <a16:creationId xmlns:a16="http://schemas.microsoft.com/office/drawing/2014/main" id="{D03A9799-ACDC-4925-8EE1-5C65CCCBD0FA}"/>
              </a:ext>
            </a:extLst>
          </p:cNvPr>
          <p:cNvSpPr>
            <a:spLocks noChangeArrowheads="1"/>
          </p:cNvSpPr>
          <p:nvPr userDrawn="1"/>
        </p:nvSpPr>
        <p:spPr bwMode="gray">
          <a:xfrm>
            <a:off x="10979205" y="1068490"/>
            <a:ext cx="804808" cy="402775"/>
          </a:xfrm>
          <a:prstGeom prst="rect">
            <a:avLst/>
          </a:prstGeom>
          <a:solidFill>
            <a:schemeClr val="accent2"/>
          </a:solidFill>
          <a:ln w="10795">
            <a:noFill/>
            <a:round/>
            <a:headEnd/>
            <a:tailEnd/>
          </a:ln>
          <a:effectLst/>
        </p:spPr>
        <p:txBody>
          <a:bodyPr vert="horz" wrap="none" lIns="108000" tIns="108000" rIns="108000" bIns="108000" anchor="ctr" anchorCtr="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all" spc="0" normalizeH="0" baseline="0" noProof="0" dirty="0">
                <a:ln>
                  <a:noFill/>
                </a:ln>
                <a:solidFill>
                  <a:srgbClr val="FFFFFF">
                    <a:lumMod val="100000"/>
                  </a:srgbClr>
                </a:solidFill>
                <a:effectLst/>
                <a:uLnTx/>
                <a:uFillTx/>
                <a:latin typeface="Ubuntu"/>
                <a:ea typeface="+mn-ea"/>
                <a:cs typeface="+mn-cs"/>
              </a:rPr>
              <a:t>Sticker</a:t>
            </a:r>
          </a:p>
        </p:txBody>
      </p:sp>
      <p:sp>
        <p:nvSpPr>
          <p:cNvPr id="22" name="CapgeminiBox" hidden="1">
            <a:extLst>
              <a:ext uri="{FF2B5EF4-FFF2-40B4-BE49-F238E27FC236}">
                <a16:creationId xmlns:a16="http://schemas.microsoft.com/office/drawing/2014/main" id="{7C293A1E-B461-4AFE-976D-6EE38B2AFEB4}"/>
              </a:ext>
            </a:extLst>
          </p:cNvPr>
          <p:cNvSpPr txBox="1">
            <a:spLocks/>
          </p:cNvSpPr>
          <p:nvPr userDrawn="1"/>
        </p:nvSpPr>
        <p:spPr>
          <a:xfrm>
            <a:off x="9592" y="0"/>
            <a:ext cx="1837661" cy="260350"/>
          </a:xfrm>
          <a:prstGeom prst="rect">
            <a:avLst/>
          </a:prstGeom>
        </p:spPr>
        <p:txBody>
          <a:bodyPr vert="horz" lIns="0" tIns="0" rIns="18000" bIns="0" rtlCol="0">
            <a:normAutofit/>
          </a:bodyPr>
          <a:lstStyle>
            <a:lvl1pPr marL="0" indent="0" algn="l" defTabSz="914400"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tx1"/>
              </a:buClr>
              <a:buFont typeface="Wingdings" panose="05000000000000000000" pitchFamily="2" charset="2"/>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
                <a:schemeClr val="tx1"/>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
                <a:schemeClr val="tx1"/>
              </a:buClr>
              <a:buFont typeface="Verdana" panose="020B060403050404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
                <a:schemeClr val="tx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Capgemini v10.0</a:t>
            </a:r>
          </a:p>
        </p:txBody>
      </p:sp>
      <p:sp>
        <p:nvSpPr>
          <p:cNvPr id="29" name="FootnoteAndSource" hidden="1">
            <a:extLst>
              <a:ext uri="{FF2B5EF4-FFF2-40B4-BE49-F238E27FC236}">
                <a16:creationId xmlns:a16="http://schemas.microsoft.com/office/drawing/2014/main" id="{96E9BC24-418C-4CE4-8E81-3AF9AB04DEAA}"/>
              </a:ext>
            </a:extLst>
          </p:cNvPr>
          <p:cNvSpPr txBox="1"/>
          <p:nvPr userDrawn="1"/>
        </p:nvSpPr>
        <p:spPr>
          <a:xfrm>
            <a:off x="398738" y="6304130"/>
            <a:ext cx="11340000" cy="162096"/>
          </a:xfrm>
          <a:prstGeom prst="rect">
            <a:avLst/>
          </a:prstGeom>
          <a:noFill/>
        </p:spPr>
        <p:txBody>
          <a:bodyPr vert="horz" wrap="square" lIns="0" tIns="25400" rIns="0" bIns="25400" rtlCol="0" anchor="b" anchorCtr="0">
            <a:spAutoFit/>
          </a:bodyPr>
          <a:lstStyle>
            <a:defPPr>
              <a:defRPr lang="pt-PT"/>
            </a:defPPr>
            <a:lvl1pPr marL="429768" indent="-429768">
              <a:lnSpc>
                <a:spcPct val="90000"/>
              </a:lnSpc>
              <a:tabLst>
                <a:tab pos="347472" algn="r"/>
              </a:tabLst>
              <a:defRPr sz="800"/>
            </a:lvl1pPr>
          </a:lstStyle>
          <a:p>
            <a:pPr marL="429768" indent="-429768" defTabSz="914400">
              <a:lnSpc>
                <a:spcPct val="90000"/>
              </a:lnSpc>
              <a:tabLst>
                <a:tab pos="347472" algn="r"/>
              </a:tabLst>
            </a:pPr>
            <a:r>
              <a:rPr lang="de-DE" sz="800" dirty="0"/>
              <a:t>	Source:	Source Text</a:t>
            </a:r>
          </a:p>
        </p:txBody>
      </p:sp>
      <p:sp>
        <p:nvSpPr>
          <p:cNvPr id="3" name="Rectangle 27">
            <a:extLst>
              <a:ext uri="{FF2B5EF4-FFF2-40B4-BE49-F238E27FC236}">
                <a16:creationId xmlns:a16="http://schemas.microsoft.com/office/drawing/2014/main" id="{62086BA9-1591-C6CD-E573-A5F8961683B1}"/>
              </a:ext>
            </a:extLst>
          </p:cNvPr>
          <p:cNvSpPr/>
          <p:nvPr userDrawn="1"/>
        </p:nvSpPr>
        <p:spPr>
          <a:xfrm>
            <a:off x="406833" y="6517871"/>
            <a:ext cx="3410847" cy="219456"/>
          </a:xfrm>
          <a:prstGeom prst="rect">
            <a:avLst/>
          </a:prstGeom>
        </p:spPr>
        <p:txBody>
          <a:bodyPr wrap="square" lIns="0" tIns="0" rIns="0" bIns="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kern="0" dirty="0">
                <a:solidFill>
                  <a:schemeClr val="bg1">
                    <a:lumMod val="65000"/>
                  </a:schemeClr>
                </a:solidFill>
                <a:latin typeface="+mn-lt"/>
                <a:cs typeface="Arial" panose="020B0604020202020204" pitchFamily="34" charset="0"/>
              </a:rPr>
              <a:t>Presentation title | Author | Date</a:t>
            </a:r>
          </a:p>
        </p:txBody>
      </p:sp>
      <p:sp>
        <p:nvSpPr>
          <p:cNvPr id="6" name="Rectangle 27">
            <a:extLst>
              <a:ext uri="{FF2B5EF4-FFF2-40B4-BE49-F238E27FC236}">
                <a16:creationId xmlns:a16="http://schemas.microsoft.com/office/drawing/2014/main" id="{C7A3A5DA-5BBD-64D1-6DE2-E0F6859C58F2}"/>
              </a:ext>
            </a:extLst>
          </p:cNvPr>
          <p:cNvSpPr/>
          <p:nvPr userDrawn="1"/>
        </p:nvSpPr>
        <p:spPr>
          <a:xfrm>
            <a:off x="7131820" y="6517871"/>
            <a:ext cx="4532162" cy="219456"/>
          </a:xfrm>
          <a:prstGeom prst="rect">
            <a:avLst/>
          </a:prstGeom>
        </p:spPr>
        <p:txBody>
          <a:bodyPr wrap="square" lIns="0" tIns="0" rIns="0" bIns="0" anchor="ctr" anchorCtr="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700" dirty="0">
                <a:solidFill>
                  <a:schemeClr val="bg1">
                    <a:lumMod val="65000"/>
                  </a:schemeClr>
                </a:solidFill>
                <a:latin typeface="+mn-lt"/>
                <a:cs typeface="Arial" panose="020B0604020202020204" pitchFamily="34" charset="0"/>
              </a:rPr>
              <a:t>Public © Capgemini 2025. All rights reserved  |</a:t>
            </a:r>
          </a:p>
        </p:txBody>
      </p:sp>
      <p:sp>
        <p:nvSpPr>
          <p:cNvPr id="7" name="Rectangle 43">
            <a:extLst>
              <a:ext uri="{FF2B5EF4-FFF2-40B4-BE49-F238E27FC236}">
                <a16:creationId xmlns:a16="http://schemas.microsoft.com/office/drawing/2014/main" id="{5A64C6D2-B9B0-18AF-749A-15AAED7E4993}"/>
              </a:ext>
            </a:extLst>
          </p:cNvPr>
          <p:cNvSpPr/>
          <p:nvPr userDrawn="1"/>
        </p:nvSpPr>
        <p:spPr>
          <a:xfrm>
            <a:off x="11648878" y="6517658"/>
            <a:ext cx="229263" cy="215444"/>
          </a:xfrm>
          <a:prstGeom prst="rect">
            <a:avLst/>
          </a:prstGeom>
        </p:spPr>
        <p:txBody>
          <a:bodyPr wrap="square" lIns="0" rIns="0">
            <a:spAutoFit/>
          </a:bodyPr>
          <a:lstStyle/>
          <a:p>
            <a:pPr algn="r"/>
            <a:fld id="{0502E5A9-B53C-401E-A0E0-4A359BB0A9E5}" type="slidenum">
              <a:rPr lang="en-US" sz="800" smtClean="0">
                <a:solidFill>
                  <a:schemeClr val="bg1">
                    <a:lumMod val="65000"/>
                  </a:schemeClr>
                </a:solidFill>
                <a:latin typeface="+mn-lt"/>
                <a:cs typeface="Arial" panose="020B0604020202020204" pitchFamily="34" charset="0"/>
              </a:rPr>
              <a:pPr algn="r"/>
              <a:t>‹#›</a:t>
            </a:fld>
            <a:endParaRPr lang="en-US" sz="800" dirty="0">
              <a:solidFill>
                <a:schemeClr val="bg1">
                  <a:lumMod val="65000"/>
                </a:schemeClr>
              </a:solidFill>
              <a:latin typeface="+mn-lt"/>
              <a:cs typeface="Arial" panose="020B0604020202020204" pitchFamily="34" charset="0"/>
            </a:endParaRPr>
          </a:p>
        </p:txBody>
      </p:sp>
    </p:spTree>
    <p:extLst>
      <p:ext uri="{BB962C8B-B14F-4D97-AF65-F5344CB8AC3E}">
        <p14:creationId xmlns:p14="http://schemas.microsoft.com/office/powerpoint/2010/main" val="352637119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81" r:id="rId59"/>
  </p:sldLayoutIdLst>
  <p:hf sldNum="0" hdr="0" ftr="0" dt="0"/>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2800" b="0" i="0" u="none" strike="noStrike" kern="1200" cap="none" spc="0" normalizeH="0" baseline="0" noProof="0" dirty="0">
          <a:ln>
            <a:noFill/>
          </a:ln>
          <a:solidFill>
            <a:schemeClr val="tx1"/>
          </a:solidFill>
          <a:effectLst/>
          <a:uLnTx/>
          <a:uFillTx/>
          <a:latin typeface="+mj-lt"/>
          <a:ea typeface="+mj-ea"/>
          <a:cs typeface="+mj-cs"/>
        </a:defRPr>
      </a:lvl1pPr>
    </p:titleStyle>
    <p:bodyStyle>
      <a:lvl1pPr marL="0" indent="0" algn="l" defTabSz="914400"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accent1"/>
        </a:buClr>
        <a:buFont typeface="Wingdings" panose="05000000000000000000" pitchFamily="2" charset="2"/>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Tx/>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Tx/>
        <a:buFont typeface="Verdana" panose="020B060403050404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Tx/>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8" orient="horz" pos="663">
          <p15:clr>
            <a:srgbClr val="F26B43"/>
          </p15:clr>
        </p15:guide>
        <p15:guide id="19" orient="horz" pos="4320">
          <p15:clr>
            <a:srgbClr val="F26B43"/>
          </p15:clr>
        </p15:guide>
        <p15:guide id="20" pos="257">
          <p15:clr>
            <a:srgbClr val="F26B43"/>
          </p15:clr>
        </p15:guide>
        <p15:guide id="21" pos="3840">
          <p15:clr>
            <a:srgbClr val="F26B43"/>
          </p15:clr>
        </p15:guide>
        <p15:guide id="22" pos="7423">
          <p15:clr>
            <a:srgbClr val="F26B43"/>
          </p15:clr>
        </p15:guide>
        <p15:guide id="23" orient="horz" pos="255">
          <p15:clr>
            <a:srgbClr val="F26B43"/>
          </p15:clr>
        </p15:guide>
        <p15:guide id="24" orient="horz" pos="1026">
          <p15:clr>
            <a:srgbClr val="F26B43"/>
          </p15:clr>
        </p15:guide>
        <p15:guide id="26" orient="horz" pos="4065">
          <p15:clr>
            <a:srgbClr val="F26B43"/>
          </p15:clr>
        </p15:guide>
        <p15:guide id="27" orient="horz" pos="89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35" name="Date Placeholder 34">
            <a:extLst>
              <a:ext uri="{FF2B5EF4-FFF2-40B4-BE49-F238E27FC236}">
                <a16:creationId xmlns:a16="http://schemas.microsoft.com/office/drawing/2014/main" id="{9E7A3BD3-DDA4-42A3-B05C-F6E4E51D9B78}"/>
              </a:ext>
            </a:extLst>
          </p:cNvPr>
          <p:cNvSpPr>
            <a:spLocks noGrp="1"/>
          </p:cNvSpPr>
          <p:nvPr>
            <p:ph type="dt" sz="half" idx="2"/>
          </p:nvPr>
        </p:nvSpPr>
        <p:spPr>
          <a:xfrm>
            <a:off x="9809406" y="6650661"/>
            <a:ext cx="1831210" cy="123111"/>
          </a:xfrm>
          <a:prstGeom prst="rect">
            <a:avLst/>
          </a:prstGeom>
        </p:spPr>
        <p:txBody>
          <a:bodyPr wrap="none" lIns="0" tIns="0" rIns="0" bIns="0" anchor="ctr" anchorCtr="0">
            <a:noAutofit/>
          </a:bodyPr>
          <a:lstStyle>
            <a:lvl1pPr algn="r">
              <a:defRPr lang="de-DE" sz="800" smtClean="0">
                <a:solidFill>
                  <a:schemeClr val="bg1">
                    <a:lumMod val="65000"/>
                  </a:schemeClr>
                </a:solidFill>
                <a:latin typeface="+mn-lt"/>
              </a:defRPr>
            </a:lvl1pPr>
          </a:lstStyle>
          <a:p>
            <a:pPr>
              <a:spcBef>
                <a:spcPts val="1000"/>
              </a:spcBef>
            </a:pPr>
            <a:r>
              <a:rPr lang="en-US" kern="0">
                <a:solidFill>
                  <a:srgbClr val="FFFFFF">
                    <a:lumMod val="65000"/>
                  </a:srgbClr>
                </a:solidFill>
              </a:rPr>
              <a:t>Company Confidential © Capgemini 2026. All rights reserved.</a:t>
            </a:r>
            <a:endParaRPr lang="en-US" dirty="0"/>
          </a:p>
        </p:txBody>
      </p:sp>
      <p:sp>
        <p:nvSpPr>
          <p:cNvPr id="38" name="Slide Number Placeholder 37">
            <a:extLst>
              <a:ext uri="{FF2B5EF4-FFF2-40B4-BE49-F238E27FC236}">
                <a16:creationId xmlns:a16="http://schemas.microsoft.com/office/drawing/2014/main" id="{7AB8C2A9-4C2D-43C3-9F07-0C825FF51364}"/>
              </a:ext>
            </a:extLst>
          </p:cNvPr>
          <p:cNvSpPr>
            <a:spLocks noGrp="1"/>
          </p:cNvSpPr>
          <p:nvPr>
            <p:ph type="sldNum" sz="quarter" idx="4"/>
          </p:nvPr>
        </p:nvSpPr>
        <p:spPr>
          <a:xfrm>
            <a:off x="11778341" y="6650661"/>
            <a:ext cx="232665" cy="123111"/>
          </a:xfrm>
          <a:prstGeom prst="rect">
            <a:avLst/>
          </a:prstGeom>
        </p:spPr>
        <p:txBody>
          <a:bodyPr wrap="square" lIns="0" tIns="0" rIns="0" bIns="0" anchor="ctr" anchorCtr="0">
            <a:spAutoFit/>
          </a:bodyPr>
          <a:lstStyle>
            <a:lvl1pPr>
              <a:defRPr lang="de-DE" sz="800" b="0" i="0" smtClean="0">
                <a:solidFill>
                  <a:schemeClr val="bg1">
                    <a:lumMod val="65000"/>
                  </a:schemeClr>
                </a:solidFill>
                <a:latin typeface="+mn-lt"/>
                <a:cs typeface="Arial" panose="020B0604020202020204" pitchFamily="34" charset="0"/>
              </a:defRPr>
            </a:lvl1pPr>
          </a:lstStyle>
          <a:p>
            <a:pPr algn="r"/>
            <a:fld id="{5D9A5160-6218-4E5A-B9E6-B93E3DAE377C}" type="slidenum">
              <a:rPr lang="en-US" smtClean="0"/>
              <a:pPr algn="r"/>
              <a:t>‹#›</a:t>
            </a:fld>
            <a:endParaRPr lang="en-US"/>
          </a:p>
        </p:txBody>
      </p:sp>
      <p:sp>
        <p:nvSpPr>
          <p:cNvPr id="19" name="Footer Placeholder 9">
            <a:extLst>
              <a:ext uri="{FF2B5EF4-FFF2-40B4-BE49-F238E27FC236}">
                <a16:creationId xmlns:a16="http://schemas.microsoft.com/office/drawing/2014/main" id="{D3809B95-B2AA-47A9-8F86-88BF7BDE32FD}"/>
              </a:ext>
            </a:extLst>
          </p:cNvPr>
          <p:cNvSpPr>
            <a:spLocks noGrp="1"/>
          </p:cNvSpPr>
          <p:nvPr>
            <p:ph type="ftr" sz="quarter" idx="3"/>
          </p:nvPr>
        </p:nvSpPr>
        <p:spPr>
          <a:xfrm>
            <a:off x="550863" y="6650661"/>
            <a:ext cx="4716524" cy="123111"/>
          </a:xfrm>
          <a:prstGeom prst="rect">
            <a:avLst/>
          </a:prstGeom>
        </p:spPr>
        <p:txBody>
          <a:bodyPr wrap="none" lIns="0" tIns="0" rIns="0" bIns="0" anchor="ctr" anchorCtr="0">
            <a:noAutofit/>
          </a:bodyPr>
          <a:lstStyle>
            <a:lvl1pPr>
              <a:defRPr lang="de-DE" sz="800">
                <a:solidFill>
                  <a:schemeClr val="bg1">
                    <a:lumMod val="65000"/>
                  </a:schemeClr>
                </a:solidFill>
              </a:defRPr>
            </a:lvl1pPr>
          </a:lstStyle>
          <a:p>
            <a:pPr>
              <a:spcBef>
                <a:spcPts val="1000"/>
              </a:spcBef>
              <a:buFont typeface="Arial" panose="020B0604020202020204" pitchFamily="34" charset="0"/>
              <a:buNone/>
            </a:pPr>
            <a:r>
              <a:rPr lang="en-US"/>
              <a:t>Presentation Title | Author | Date</a:t>
            </a:r>
          </a:p>
        </p:txBody>
      </p:sp>
      <p:sp>
        <p:nvSpPr>
          <p:cNvPr id="20" name="Stickerbox" hidden="1">
            <a:extLst>
              <a:ext uri="{FF2B5EF4-FFF2-40B4-BE49-F238E27FC236}">
                <a16:creationId xmlns:a16="http://schemas.microsoft.com/office/drawing/2014/main" id="{D03A9799-ACDC-4925-8EE1-5C65CCCBD0FA}"/>
              </a:ext>
            </a:extLst>
          </p:cNvPr>
          <p:cNvSpPr>
            <a:spLocks noChangeArrowheads="1"/>
          </p:cNvSpPr>
          <p:nvPr userDrawn="1"/>
        </p:nvSpPr>
        <p:spPr bwMode="gray">
          <a:xfrm>
            <a:off x="11114363" y="1124744"/>
            <a:ext cx="804808" cy="402775"/>
          </a:xfrm>
          <a:prstGeom prst="rect">
            <a:avLst/>
          </a:prstGeom>
          <a:solidFill>
            <a:schemeClr val="accent2"/>
          </a:solidFill>
          <a:ln w="10795">
            <a:noFill/>
            <a:round/>
            <a:headEnd/>
            <a:tailEnd/>
          </a:ln>
          <a:effectLst/>
        </p:spPr>
        <p:txBody>
          <a:bodyPr vert="horz" wrap="none" lIns="108000" tIns="108000" rIns="108000" bIns="108000" anchor="ctr" anchorCtr="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all" spc="0" normalizeH="0" baseline="0" noProof="0">
                <a:ln>
                  <a:noFill/>
                </a:ln>
                <a:solidFill>
                  <a:srgbClr val="FFFFFF">
                    <a:lumMod val="100000"/>
                  </a:srgbClr>
                </a:solidFill>
                <a:effectLst/>
                <a:uLnTx/>
                <a:uFillTx/>
                <a:latin typeface="Ubuntu"/>
                <a:ea typeface="+mn-ea"/>
                <a:cs typeface="+mn-cs"/>
              </a:rPr>
              <a:t>Sticker</a:t>
            </a:r>
          </a:p>
        </p:txBody>
      </p:sp>
      <p:sp>
        <p:nvSpPr>
          <p:cNvPr id="22" name="CapgeminiBox" hidden="1">
            <a:extLst>
              <a:ext uri="{FF2B5EF4-FFF2-40B4-BE49-F238E27FC236}">
                <a16:creationId xmlns:a16="http://schemas.microsoft.com/office/drawing/2014/main" id="{7C293A1E-B461-4AFE-976D-6EE38B2AFEB4}"/>
              </a:ext>
            </a:extLst>
          </p:cNvPr>
          <p:cNvSpPr txBox="1">
            <a:spLocks/>
          </p:cNvSpPr>
          <p:nvPr userDrawn="1"/>
        </p:nvSpPr>
        <p:spPr>
          <a:xfrm>
            <a:off x="9592" y="0"/>
            <a:ext cx="1837661" cy="260350"/>
          </a:xfrm>
          <a:prstGeom prst="rect">
            <a:avLst/>
          </a:prstGeom>
        </p:spPr>
        <p:txBody>
          <a:bodyPr vert="horz" lIns="0" tIns="0" rIns="18000" bIns="0" rtlCol="0">
            <a:normAutofit fontScale="92500"/>
          </a:bodyPr>
          <a:lstStyle>
            <a:lvl1pPr marL="0" indent="0" algn="l" defTabSz="914400"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tx1"/>
              </a:buClr>
              <a:buFont typeface="Wingdings" panose="05000000000000000000" pitchFamily="2" charset="2"/>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
                <a:schemeClr val="tx1"/>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
                <a:schemeClr val="tx1"/>
              </a:buClr>
              <a:buFont typeface="Verdana" panose="020B060403050404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
                <a:schemeClr val="tx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Capgemini </a:t>
            </a:r>
            <a:r>
              <a:rPr lang="fr-FR" err="1"/>
              <a:t>Invent</a:t>
            </a:r>
            <a:r>
              <a:rPr lang="fr-FR"/>
              <a:t> v10.0</a:t>
            </a:r>
          </a:p>
        </p:txBody>
      </p:sp>
      <p:sp>
        <p:nvSpPr>
          <p:cNvPr id="29" name="FootnoteAndSource" hidden="1">
            <a:extLst>
              <a:ext uri="{FF2B5EF4-FFF2-40B4-BE49-F238E27FC236}">
                <a16:creationId xmlns:a16="http://schemas.microsoft.com/office/drawing/2014/main" id="{96E9BC24-418C-4CE4-8E81-3AF9AB04DEAA}"/>
              </a:ext>
            </a:extLst>
          </p:cNvPr>
          <p:cNvSpPr txBox="1"/>
          <p:nvPr userDrawn="1"/>
        </p:nvSpPr>
        <p:spPr>
          <a:xfrm>
            <a:off x="545323" y="6304130"/>
            <a:ext cx="11340000" cy="162096"/>
          </a:xfrm>
          <a:prstGeom prst="rect">
            <a:avLst/>
          </a:prstGeom>
          <a:noFill/>
        </p:spPr>
        <p:txBody>
          <a:bodyPr vert="horz" wrap="square" lIns="0" tIns="25400" rIns="0" bIns="25400" rtlCol="0" anchor="b" anchorCtr="0">
            <a:spAutoFit/>
          </a:bodyPr>
          <a:lstStyle>
            <a:defPPr>
              <a:defRPr lang="pt-PT"/>
            </a:defPPr>
            <a:lvl1pPr marL="429768" indent="-429768">
              <a:lnSpc>
                <a:spcPct val="90000"/>
              </a:lnSpc>
              <a:tabLst>
                <a:tab pos="347472" algn="r"/>
              </a:tabLst>
              <a:defRPr sz="800"/>
            </a:lvl1pPr>
          </a:lstStyle>
          <a:p>
            <a:pPr marL="429768" indent="-429768" defTabSz="914400">
              <a:lnSpc>
                <a:spcPct val="90000"/>
              </a:lnSpc>
              <a:tabLst>
                <a:tab pos="347472" algn="r"/>
              </a:tabLst>
            </a:pPr>
            <a:r>
              <a:rPr lang="de-DE" sz="800">
                <a:solidFill>
                  <a:schemeClr val="bg1"/>
                </a:solidFill>
              </a:rPr>
              <a:t>	Source:	Source Text</a:t>
            </a:r>
          </a:p>
        </p:txBody>
      </p:sp>
      <p:grpSp>
        <p:nvGrpSpPr>
          <p:cNvPr id="3" name="Group 37">
            <a:extLst>
              <a:ext uri="{FF2B5EF4-FFF2-40B4-BE49-F238E27FC236}">
                <a16:creationId xmlns:a16="http://schemas.microsoft.com/office/drawing/2014/main" id="{9962DC9F-19EF-0160-1ECB-38EA543386E4}"/>
              </a:ext>
            </a:extLst>
          </p:cNvPr>
          <p:cNvGrpSpPr/>
          <p:nvPr userDrawn="1"/>
        </p:nvGrpSpPr>
        <p:grpSpPr>
          <a:xfrm>
            <a:off x="11770322" y="176700"/>
            <a:ext cx="260230" cy="240782"/>
            <a:chOff x="5481638" y="2859088"/>
            <a:chExt cx="1231900" cy="1139825"/>
          </a:xfrm>
          <a:solidFill>
            <a:schemeClr val="bg1"/>
          </a:solidFill>
        </p:grpSpPr>
        <p:sp>
          <p:nvSpPr>
            <p:cNvPr id="6" name="Freeform 320">
              <a:extLst>
                <a:ext uri="{FF2B5EF4-FFF2-40B4-BE49-F238E27FC236}">
                  <a16:creationId xmlns:a16="http://schemas.microsoft.com/office/drawing/2014/main" id="{9EB66FFA-57EA-AE57-615D-D19F28A47239}"/>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7" name="Freeform 321">
              <a:extLst>
                <a:ext uri="{FF2B5EF4-FFF2-40B4-BE49-F238E27FC236}">
                  <a16:creationId xmlns:a16="http://schemas.microsoft.com/office/drawing/2014/main" id="{FF39CD59-7E45-33C5-FA77-E50FFA28B646}"/>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pic>
        <p:nvPicPr>
          <p:cNvPr id="4" name="GRID" hidden="1">
            <a:extLst>
              <a:ext uri="{FF2B5EF4-FFF2-40B4-BE49-F238E27FC236}">
                <a16:creationId xmlns:a16="http://schemas.microsoft.com/office/drawing/2014/main" id="{BFE9CEFE-AC76-53D3-2BFB-AAF1D501EAEE}"/>
              </a:ext>
            </a:extLst>
          </p:cNvPr>
          <p:cNvPicPr>
            <a:picLocks noGrp="1" noRot="1" noMove="1" noResize="1" noEditPoints="1" noAdjustHandles="1" noChangeArrowheads="1" noChangeShapeType="1" noCrop="1"/>
          </p:cNvPicPr>
          <p:nvPr userDrawn="1"/>
        </p:nvPicPr>
        <p:blipFill>
          <a:blip r:embed="rId61">
            <a:extLst>
              <a:ext uri="{28A0092B-C50C-407E-A947-70E740481C1C}">
                <a14:useLocalDpi xmlns:a14="http://schemas.microsoft.com/office/drawing/2010/main"/>
              </a:ext>
            </a:extLst>
          </a:blip>
          <a:stretch>
            <a:fillRect/>
          </a:stretch>
        </p:blipFill>
        <p:spPr>
          <a:xfrm>
            <a:off x="550863" y="560562"/>
            <a:ext cx="11089753" cy="5748164"/>
          </a:xfrm>
          <a:prstGeom prst="rect">
            <a:avLst/>
          </a:prstGeom>
        </p:spPr>
      </p:pic>
      <p:sp>
        <p:nvSpPr>
          <p:cNvPr id="10" name="Title Placeholder 4">
            <a:extLst>
              <a:ext uri="{FF2B5EF4-FFF2-40B4-BE49-F238E27FC236}">
                <a16:creationId xmlns:a16="http://schemas.microsoft.com/office/drawing/2014/main" id="{4EBDE9B6-7E8E-ECA3-7C18-8F15D7F2CDF6}"/>
              </a:ext>
            </a:extLst>
          </p:cNvPr>
          <p:cNvSpPr>
            <a:spLocks noGrp="1"/>
          </p:cNvSpPr>
          <p:nvPr>
            <p:ph type="title"/>
          </p:nvPr>
        </p:nvSpPr>
        <p:spPr>
          <a:xfrm>
            <a:off x="551384" y="549274"/>
            <a:ext cx="11090938" cy="930372"/>
          </a:xfrm>
          <a:prstGeom prst="rect">
            <a:avLst/>
          </a:prstGeom>
        </p:spPr>
        <p:txBody>
          <a:bodyPr vert="horz" lIns="0" tIns="0" rIns="0" bIns="126000" rtlCol="0" anchor="b" anchorCtr="0">
            <a:noAutofit/>
          </a:bodyPr>
          <a:lstStyle/>
          <a:p>
            <a:pPr lvl="0"/>
            <a:r>
              <a:rPr lang="en-GB" dirty="0"/>
              <a:t>Click to edit Master title style</a:t>
            </a:r>
            <a:endParaRPr lang="de-DE" dirty="0"/>
          </a:p>
        </p:txBody>
      </p:sp>
      <p:sp>
        <p:nvSpPr>
          <p:cNvPr id="11" name="Text Placeholder 1">
            <a:extLst>
              <a:ext uri="{FF2B5EF4-FFF2-40B4-BE49-F238E27FC236}">
                <a16:creationId xmlns:a16="http://schemas.microsoft.com/office/drawing/2014/main" id="{E1DE77AD-1B56-5F52-BDCF-20F452E15E85}"/>
              </a:ext>
            </a:extLst>
          </p:cNvPr>
          <p:cNvSpPr>
            <a:spLocks noGrp="1"/>
          </p:cNvSpPr>
          <p:nvPr>
            <p:ph type="body" idx="1"/>
          </p:nvPr>
        </p:nvSpPr>
        <p:spPr>
          <a:xfrm>
            <a:off x="551384" y="1628800"/>
            <a:ext cx="11090938" cy="4668638"/>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PL" dirty="0"/>
          </a:p>
        </p:txBody>
      </p:sp>
    </p:spTree>
    <p:extLst>
      <p:ext uri="{BB962C8B-B14F-4D97-AF65-F5344CB8AC3E}">
        <p14:creationId xmlns:p14="http://schemas.microsoft.com/office/powerpoint/2010/main" val="1805094976"/>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 id="2147483734" r:id="rId13"/>
    <p:sldLayoutId id="2147483735" r:id="rId14"/>
    <p:sldLayoutId id="2147483736" r:id="rId15"/>
    <p:sldLayoutId id="2147483737" r:id="rId16"/>
    <p:sldLayoutId id="2147483738" r:id="rId17"/>
    <p:sldLayoutId id="2147483739" r:id="rId18"/>
    <p:sldLayoutId id="2147483740" r:id="rId19"/>
    <p:sldLayoutId id="2147483741" r:id="rId20"/>
    <p:sldLayoutId id="2147483742" r:id="rId21"/>
    <p:sldLayoutId id="2147483743" r:id="rId22"/>
    <p:sldLayoutId id="2147483744" r:id="rId23"/>
    <p:sldLayoutId id="2147483745" r:id="rId24"/>
    <p:sldLayoutId id="2147483746" r:id="rId25"/>
    <p:sldLayoutId id="2147483747" r:id="rId26"/>
    <p:sldLayoutId id="2147483748" r:id="rId27"/>
    <p:sldLayoutId id="2147483749" r:id="rId28"/>
    <p:sldLayoutId id="2147483750" r:id="rId29"/>
    <p:sldLayoutId id="2147483751" r:id="rId30"/>
    <p:sldLayoutId id="2147483752" r:id="rId31"/>
    <p:sldLayoutId id="2147483753" r:id="rId32"/>
    <p:sldLayoutId id="2147483754" r:id="rId33"/>
    <p:sldLayoutId id="2147483755" r:id="rId34"/>
    <p:sldLayoutId id="2147483756" r:id="rId35"/>
    <p:sldLayoutId id="2147483757" r:id="rId36"/>
    <p:sldLayoutId id="2147483758" r:id="rId37"/>
    <p:sldLayoutId id="2147483759" r:id="rId38"/>
    <p:sldLayoutId id="2147483760" r:id="rId39"/>
    <p:sldLayoutId id="2147483761" r:id="rId40"/>
    <p:sldLayoutId id="2147483762" r:id="rId41"/>
    <p:sldLayoutId id="2147483763" r:id="rId42"/>
    <p:sldLayoutId id="2147483764" r:id="rId43"/>
    <p:sldLayoutId id="2147483765" r:id="rId44"/>
    <p:sldLayoutId id="2147483766" r:id="rId45"/>
    <p:sldLayoutId id="2147483767" r:id="rId46"/>
    <p:sldLayoutId id="2147483768" r:id="rId47"/>
    <p:sldLayoutId id="2147483769" r:id="rId48"/>
    <p:sldLayoutId id="2147483770" r:id="rId49"/>
    <p:sldLayoutId id="2147483771" r:id="rId50"/>
    <p:sldLayoutId id="2147483772" r:id="rId51"/>
    <p:sldLayoutId id="2147483773" r:id="rId52"/>
    <p:sldLayoutId id="2147483774" r:id="rId53"/>
    <p:sldLayoutId id="2147483775" r:id="rId54"/>
    <p:sldLayoutId id="2147483776" r:id="rId55"/>
    <p:sldLayoutId id="2147483777" r:id="rId56"/>
    <p:sldLayoutId id="2147483778" r:id="rId57"/>
    <p:sldLayoutId id="2147483779" r:id="rId58"/>
    <p:sldLayoutId id="2147483780" r:id="rId59"/>
  </p:sldLayoutIdLst>
  <p:hf hdr="0"/>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de-DE" sz="3200" b="0" i="0" u="none" strike="noStrike" kern="1200" cap="none" spc="0" normalizeH="0" baseline="0" noProof="0" dirty="0">
          <a:ln>
            <a:noFill/>
          </a:ln>
          <a:solidFill>
            <a:schemeClr val="bg1"/>
          </a:solidFill>
          <a:effectLst/>
          <a:uLnTx/>
          <a:uFillTx/>
          <a:latin typeface="+mj-lt"/>
          <a:ea typeface="+mj-ea"/>
          <a:cs typeface="+mj-cs"/>
        </a:defRPr>
      </a:lvl1pPr>
    </p:titleStyle>
    <p:bodyStyle>
      <a:lvl1pPr marL="0" marR="0" indent="0" algn="l" defTabSz="914400" rtl="0" eaLnBrk="1" fontAlgn="auto" latinLnBrk="0" hangingPunct="1">
        <a:lnSpc>
          <a:spcPct val="100000"/>
        </a:lnSpc>
        <a:spcBef>
          <a:spcPts val="1800"/>
        </a:spcBef>
        <a:spcAft>
          <a:spcPts val="0"/>
        </a:spcAft>
        <a:buClrTx/>
        <a:buSzTx/>
        <a:buFont typeface="Arial" panose="020B0604020202020204" pitchFamily="34" charset="0"/>
        <a:buNone/>
        <a:tabLst/>
        <a:defRPr sz="1400" kern="1200">
          <a:solidFill>
            <a:schemeClr val="bg1"/>
          </a:solidFill>
          <a:latin typeface="+mn-lt"/>
          <a:ea typeface="+mn-ea"/>
          <a:cs typeface="+mn-cs"/>
        </a:defRPr>
      </a:lvl1pPr>
      <a:lvl2pPr marL="180975" indent="-180975" algn="l" defTabSz="914400" rtl="0" eaLnBrk="1" latinLnBrk="0" hangingPunct="1">
        <a:lnSpc>
          <a:spcPct val="100000"/>
        </a:lnSpc>
        <a:spcBef>
          <a:spcPts val="600"/>
        </a:spcBef>
        <a:buClr>
          <a:schemeClr val="bg1"/>
        </a:buClr>
        <a:buFont typeface="Arial" panose="020B0604020202020204" pitchFamily="34" charset="0"/>
        <a:buChar char="•"/>
        <a:defRPr sz="1400" kern="1200">
          <a:solidFill>
            <a:schemeClr val="bg1"/>
          </a:solidFill>
          <a:latin typeface="+mn-lt"/>
          <a:ea typeface="+mn-ea"/>
          <a:cs typeface="+mn-cs"/>
        </a:defRPr>
      </a:lvl2pPr>
      <a:lvl3pPr marL="360000" indent="-180000" algn="l" defTabSz="914400" rtl="0" eaLnBrk="1" latinLnBrk="0" hangingPunct="1">
        <a:lnSpc>
          <a:spcPct val="100000"/>
        </a:lnSpc>
        <a:spcBef>
          <a:spcPts val="600"/>
        </a:spcBef>
        <a:buClr>
          <a:schemeClr val="bg1"/>
        </a:buClr>
        <a:buFont typeface="System Font Regular"/>
        <a:buChar char="-"/>
        <a:defRPr sz="1400" kern="1200">
          <a:solidFill>
            <a:schemeClr val="bg1"/>
          </a:solidFill>
          <a:latin typeface="+mn-lt"/>
          <a:ea typeface="+mn-ea"/>
          <a:cs typeface="+mn-cs"/>
        </a:defRPr>
      </a:lvl3pPr>
      <a:lvl4pPr marL="539750" indent="-180000" algn="l" defTabSz="914400" rtl="0" eaLnBrk="1" latinLnBrk="0" hangingPunct="1">
        <a:lnSpc>
          <a:spcPct val="100000"/>
        </a:lnSpc>
        <a:spcBef>
          <a:spcPts val="600"/>
        </a:spcBef>
        <a:buClr>
          <a:schemeClr val="accent2"/>
        </a:buClr>
        <a:buFont typeface="Arial" panose="020B0604020202020204" pitchFamily="34" charset="0"/>
        <a:buChar char="•"/>
        <a:tabLst/>
        <a:defRPr sz="1200" kern="1200">
          <a:solidFill>
            <a:schemeClr val="bg1"/>
          </a:solidFill>
          <a:latin typeface="+mn-lt"/>
          <a:ea typeface="+mn-ea"/>
          <a:cs typeface="+mn-cs"/>
        </a:defRPr>
      </a:lvl4pPr>
      <a:lvl5pPr marL="719138" indent="-180975" algn="l" defTabSz="914400" rtl="0" eaLnBrk="1" latinLnBrk="0" hangingPunct="1">
        <a:lnSpc>
          <a:spcPct val="100000"/>
        </a:lnSpc>
        <a:spcBef>
          <a:spcPts val="600"/>
        </a:spcBef>
        <a:buClr>
          <a:schemeClr val="accent2"/>
        </a:buClr>
        <a:buFont typeface="System Font Regular"/>
        <a:buChar char="-"/>
        <a:defRPr sz="12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8" orient="horz" pos="709">
          <p15:clr>
            <a:srgbClr val="F26B43"/>
          </p15:clr>
        </p15:guide>
        <p15:guide id="19" orient="horz" pos="4065">
          <p15:clr>
            <a:srgbClr val="F26B43"/>
          </p15:clr>
        </p15:guide>
        <p15:guide id="20" pos="347">
          <p15:clr>
            <a:srgbClr val="F26B43"/>
          </p15:clr>
        </p15:guide>
        <p15:guide id="21" pos="3840">
          <p15:clr>
            <a:srgbClr val="F26B43"/>
          </p15:clr>
        </p15:guide>
        <p15:guide id="22" pos="7333">
          <p15:clr>
            <a:srgbClr val="F26B43"/>
          </p15:clr>
        </p15:guide>
        <p15:guide id="23" orient="horz" pos="164">
          <p15:clr>
            <a:srgbClr val="F26B43"/>
          </p15:clr>
        </p15:guide>
        <p15:guide id="24" orient="horz" pos="1026">
          <p15:clr>
            <a:srgbClr val="F26B43"/>
          </p15:clr>
        </p15:guide>
        <p15:guide id="25" orient="horz" pos="346">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9068871"/>
      </p:ext>
    </p:extLst>
  </p:cSld>
  <p:clrMap bg1="lt1" tx1="dk1" bg2="lt2" tx2="dk2" accent1="accent1" accent2="accent2" accent3="accent3" accent4="accent4" accent5="accent5" accent6="accent6" hlink="hlink" folHlink="folHlink"/>
  <p:sldLayoutIdLst>
    <p:sldLayoutId id="2147483783" r:id="rId1"/>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GRID" hidden="1">
            <a:extLst>
              <a:ext uri="{FF2B5EF4-FFF2-40B4-BE49-F238E27FC236}">
                <a16:creationId xmlns:a16="http://schemas.microsoft.com/office/drawing/2014/main" id="{4C453AFD-72EA-BCED-EF09-6E1F49029575}"/>
              </a:ext>
            </a:extLst>
          </p:cNvPr>
          <p:cNvPicPr>
            <a:picLocks noGrp="1" noRot="1" noChangeAspect="1" noMove="1" noResize="1" noEditPoints="1" noAdjustHandles="1" noChangeArrowheads="1" noChangeShapeType="1" noCrop="1"/>
          </p:cNvPicPr>
          <p:nvPr userDrawn="1"/>
        </p:nvPicPr>
        <p:blipFill>
          <a:blip r:embed="rId61">
            <a:extLst>
              <a:ext uri="{28A0092B-C50C-407E-A947-70E740481C1C}">
                <a14:useLocalDpi xmlns:a14="http://schemas.microsoft.com/office/drawing/2010/main"/>
              </a:ext>
            </a:extLst>
          </a:blip>
          <a:stretch>
            <a:fillRect/>
          </a:stretch>
        </p:blipFill>
        <p:spPr>
          <a:xfrm>
            <a:off x="550863" y="560562"/>
            <a:ext cx="11089753" cy="5748164"/>
          </a:xfrm>
          <a:prstGeom prst="rect">
            <a:avLst/>
          </a:prstGeom>
        </p:spPr>
      </p:pic>
      <p:sp>
        <p:nvSpPr>
          <p:cNvPr id="35" name="Date Placeholder 34">
            <a:extLst>
              <a:ext uri="{FF2B5EF4-FFF2-40B4-BE49-F238E27FC236}">
                <a16:creationId xmlns:a16="http://schemas.microsoft.com/office/drawing/2014/main" id="{9E7A3BD3-DDA4-42A3-B05C-F6E4E51D9B78}"/>
              </a:ext>
            </a:extLst>
          </p:cNvPr>
          <p:cNvSpPr>
            <a:spLocks noGrp="1"/>
          </p:cNvSpPr>
          <p:nvPr>
            <p:ph type="dt" sz="half" idx="2"/>
          </p:nvPr>
        </p:nvSpPr>
        <p:spPr>
          <a:xfrm>
            <a:off x="9809927" y="6650661"/>
            <a:ext cx="1831210" cy="123111"/>
          </a:xfrm>
          <a:prstGeom prst="rect">
            <a:avLst/>
          </a:prstGeom>
        </p:spPr>
        <p:txBody>
          <a:bodyPr wrap="none" lIns="0" tIns="0" rIns="0" bIns="0" anchor="ctr" anchorCtr="0">
            <a:noAutofit/>
          </a:bodyPr>
          <a:lstStyle>
            <a:lvl1pPr algn="r">
              <a:defRPr lang="de-DE" sz="800" smtClean="0">
                <a:solidFill>
                  <a:schemeClr val="bg1">
                    <a:lumMod val="65000"/>
                  </a:schemeClr>
                </a:solidFill>
                <a:latin typeface="+mn-lt"/>
              </a:defRPr>
            </a:lvl1pPr>
          </a:lstStyle>
          <a:p>
            <a:pPr>
              <a:spcBef>
                <a:spcPts val="1000"/>
              </a:spcBef>
            </a:pPr>
            <a:r>
              <a:rPr lang="en-US" kern="0">
                <a:solidFill>
                  <a:srgbClr val="FFFFFF">
                    <a:lumMod val="65000"/>
                  </a:srgbClr>
                </a:solidFill>
              </a:rPr>
              <a:t>Company Confidential © Capgemini 2026. All rights reserved.</a:t>
            </a:r>
            <a:endParaRPr lang="en-US" dirty="0"/>
          </a:p>
        </p:txBody>
      </p:sp>
      <p:sp>
        <p:nvSpPr>
          <p:cNvPr id="38" name="Slide Number Placeholder 37">
            <a:extLst>
              <a:ext uri="{FF2B5EF4-FFF2-40B4-BE49-F238E27FC236}">
                <a16:creationId xmlns:a16="http://schemas.microsoft.com/office/drawing/2014/main" id="{7AB8C2A9-4C2D-43C3-9F07-0C825FF51364}"/>
              </a:ext>
            </a:extLst>
          </p:cNvPr>
          <p:cNvSpPr>
            <a:spLocks noGrp="1"/>
          </p:cNvSpPr>
          <p:nvPr>
            <p:ph type="sldNum" sz="quarter" idx="4"/>
          </p:nvPr>
        </p:nvSpPr>
        <p:spPr>
          <a:xfrm>
            <a:off x="11778341" y="6650661"/>
            <a:ext cx="232665" cy="123111"/>
          </a:xfrm>
          <a:prstGeom prst="rect">
            <a:avLst/>
          </a:prstGeom>
        </p:spPr>
        <p:txBody>
          <a:bodyPr wrap="square" lIns="0" tIns="0" rIns="0" bIns="0" anchor="ctr" anchorCtr="0">
            <a:spAutoFit/>
          </a:bodyPr>
          <a:lstStyle>
            <a:lvl1pPr>
              <a:defRPr lang="de-DE" sz="800" b="0" i="0" smtClean="0">
                <a:solidFill>
                  <a:schemeClr val="bg1">
                    <a:lumMod val="65000"/>
                  </a:schemeClr>
                </a:solidFill>
                <a:latin typeface="+mn-lt"/>
                <a:cs typeface="Arial" panose="020B0604020202020204" pitchFamily="34" charset="0"/>
              </a:defRPr>
            </a:lvl1pPr>
          </a:lstStyle>
          <a:p>
            <a:pPr algn="r"/>
            <a:fld id="{5D9A5160-6218-4E5A-B9E6-B93E3DAE377C}" type="slidenum">
              <a:rPr lang="en-US" smtClean="0"/>
              <a:pPr algn="r"/>
              <a:t>‹#›</a:t>
            </a:fld>
            <a:endParaRPr lang="en-US"/>
          </a:p>
        </p:txBody>
      </p:sp>
      <p:sp>
        <p:nvSpPr>
          <p:cNvPr id="5" name="Title Placeholder 4">
            <a:extLst>
              <a:ext uri="{FF2B5EF4-FFF2-40B4-BE49-F238E27FC236}">
                <a16:creationId xmlns:a16="http://schemas.microsoft.com/office/drawing/2014/main" id="{D28F27D4-FFE2-4FAB-BA1B-9D013846C4B7}"/>
              </a:ext>
            </a:extLst>
          </p:cNvPr>
          <p:cNvSpPr>
            <a:spLocks noGrp="1"/>
          </p:cNvSpPr>
          <p:nvPr>
            <p:ph type="title"/>
          </p:nvPr>
        </p:nvSpPr>
        <p:spPr>
          <a:xfrm>
            <a:off x="551384" y="549274"/>
            <a:ext cx="11090938" cy="930372"/>
          </a:xfrm>
          <a:prstGeom prst="rect">
            <a:avLst/>
          </a:prstGeom>
        </p:spPr>
        <p:txBody>
          <a:bodyPr vert="horz" lIns="0" tIns="0" rIns="0" bIns="126000" rtlCol="0" anchor="b" anchorCtr="0">
            <a:noAutofit/>
          </a:bodyPr>
          <a:lstStyle/>
          <a:p>
            <a:pPr lvl="0"/>
            <a:r>
              <a:rPr lang="en-US"/>
              <a:t>Click to edit Master title style</a:t>
            </a:r>
            <a:endParaRPr lang="de-DE" dirty="0"/>
          </a:p>
        </p:txBody>
      </p:sp>
      <p:sp>
        <p:nvSpPr>
          <p:cNvPr id="19" name="Footer Placeholder 9">
            <a:extLst>
              <a:ext uri="{FF2B5EF4-FFF2-40B4-BE49-F238E27FC236}">
                <a16:creationId xmlns:a16="http://schemas.microsoft.com/office/drawing/2014/main" id="{D3809B95-B2AA-47A9-8F86-88BF7BDE32FD}"/>
              </a:ext>
            </a:extLst>
          </p:cNvPr>
          <p:cNvSpPr>
            <a:spLocks noGrp="1"/>
          </p:cNvSpPr>
          <p:nvPr>
            <p:ph type="ftr" sz="quarter" idx="3"/>
          </p:nvPr>
        </p:nvSpPr>
        <p:spPr>
          <a:xfrm>
            <a:off x="550863" y="6650661"/>
            <a:ext cx="4716524" cy="123111"/>
          </a:xfrm>
          <a:prstGeom prst="rect">
            <a:avLst/>
          </a:prstGeom>
        </p:spPr>
        <p:txBody>
          <a:bodyPr wrap="none" lIns="0" tIns="0" rIns="0" bIns="0" anchor="ctr" anchorCtr="0">
            <a:noAutofit/>
          </a:bodyPr>
          <a:lstStyle>
            <a:lvl1pPr>
              <a:defRPr lang="de-DE" sz="800">
                <a:solidFill>
                  <a:schemeClr val="bg1">
                    <a:lumMod val="65000"/>
                  </a:schemeClr>
                </a:solidFill>
              </a:defRPr>
            </a:lvl1pPr>
          </a:lstStyle>
          <a:p>
            <a:pPr>
              <a:spcBef>
                <a:spcPts val="1000"/>
              </a:spcBef>
              <a:buFont typeface="Arial" panose="020B0604020202020204" pitchFamily="34" charset="0"/>
              <a:buNone/>
            </a:pPr>
            <a:r>
              <a:rPr lang="en-US"/>
              <a:t>Presentation Title | Author | Date</a:t>
            </a:r>
          </a:p>
        </p:txBody>
      </p:sp>
      <p:sp>
        <p:nvSpPr>
          <p:cNvPr id="20" name="Stickerbox" hidden="1">
            <a:extLst>
              <a:ext uri="{FF2B5EF4-FFF2-40B4-BE49-F238E27FC236}">
                <a16:creationId xmlns:a16="http://schemas.microsoft.com/office/drawing/2014/main" id="{D03A9799-ACDC-4925-8EE1-5C65CCCBD0FA}"/>
              </a:ext>
            </a:extLst>
          </p:cNvPr>
          <p:cNvSpPr>
            <a:spLocks noChangeArrowheads="1"/>
          </p:cNvSpPr>
          <p:nvPr userDrawn="1"/>
        </p:nvSpPr>
        <p:spPr bwMode="gray">
          <a:xfrm>
            <a:off x="11114363" y="1124744"/>
            <a:ext cx="804808" cy="402775"/>
          </a:xfrm>
          <a:prstGeom prst="rect">
            <a:avLst/>
          </a:prstGeom>
          <a:solidFill>
            <a:schemeClr val="accent2"/>
          </a:solidFill>
          <a:ln w="10795">
            <a:noFill/>
            <a:round/>
            <a:headEnd/>
            <a:tailEnd/>
          </a:ln>
          <a:effectLst/>
        </p:spPr>
        <p:txBody>
          <a:bodyPr vert="horz" wrap="none" lIns="108000" tIns="108000" rIns="108000" bIns="108000" anchor="ctr" anchorCtr="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all" spc="0" normalizeH="0" baseline="0" noProof="0">
                <a:ln>
                  <a:noFill/>
                </a:ln>
                <a:solidFill>
                  <a:srgbClr val="FFFFFF">
                    <a:lumMod val="100000"/>
                  </a:srgbClr>
                </a:solidFill>
                <a:effectLst/>
                <a:uLnTx/>
                <a:uFillTx/>
                <a:latin typeface="Ubuntu"/>
                <a:ea typeface="+mn-ea"/>
                <a:cs typeface="+mn-cs"/>
              </a:rPr>
              <a:t>Sticker</a:t>
            </a:r>
          </a:p>
        </p:txBody>
      </p:sp>
      <p:sp>
        <p:nvSpPr>
          <p:cNvPr id="22" name="CapgeminiBox" hidden="1">
            <a:extLst>
              <a:ext uri="{FF2B5EF4-FFF2-40B4-BE49-F238E27FC236}">
                <a16:creationId xmlns:a16="http://schemas.microsoft.com/office/drawing/2014/main" id="{7C293A1E-B461-4AFE-976D-6EE38B2AFEB4}"/>
              </a:ext>
            </a:extLst>
          </p:cNvPr>
          <p:cNvSpPr txBox="1">
            <a:spLocks/>
          </p:cNvSpPr>
          <p:nvPr userDrawn="1"/>
        </p:nvSpPr>
        <p:spPr>
          <a:xfrm>
            <a:off x="9592" y="0"/>
            <a:ext cx="1837661" cy="260350"/>
          </a:xfrm>
          <a:prstGeom prst="rect">
            <a:avLst/>
          </a:prstGeom>
        </p:spPr>
        <p:txBody>
          <a:bodyPr vert="horz" lIns="0" tIns="0" rIns="18000" bIns="0" rtlCol="0">
            <a:normAutofit fontScale="92500"/>
          </a:bodyPr>
          <a:lstStyle>
            <a:lvl1pPr marL="0" indent="0" algn="l" defTabSz="914400" rtl="0" eaLnBrk="1" latinLnBrk="0" hangingPunct="1">
              <a:lnSpc>
                <a:spcPct val="100000"/>
              </a:lnSpc>
              <a:spcBef>
                <a:spcPts val="600"/>
              </a:spcBef>
              <a:buFont typeface="Arial" panose="020B0604020202020204" pitchFamily="34" charset="0"/>
              <a:buNone/>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tx1"/>
              </a:buClr>
              <a:buFont typeface="Wingdings" panose="05000000000000000000" pitchFamily="2" charset="2"/>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
                <a:schemeClr val="tx1"/>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
                <a:schemeClr val="tx1"/>
              </a:buClr>
              <a:buFont typeface="Verdana" panose="020B060403050404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
                <a:schemeClr val="tx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Capgemini </a:t>
            </a:r>
            <a:r>
              <a:rPr lang="fr-FR" err="1"/>
              <a:t>Invent</a:t>
            </a:r>
            <a:r>
              <a:rPr lang="fr-FR"/>
              <a:t> v10.0</a:t>
            </a:r>
          </a:p>
        </p:txBody>
      </p:sp>
      <p:sp>
        <p:nvSpPr>
          <p:cNvPr id="29" name="FootnoteAndSource" hidden="1">
            <a:extLst>
              <a:ext uri="{FF2B5EF4-FFF2-40B4-BE49-F238E27FC236}">
                <a16:creationId xmlns:a16="http://schemas.microsoft.com/office/drawing/2014/main" id="{96E9BC24-418C-4CE4-8E81-3AF9AB04DEAA}"/>
              </a:ext>
            </a:extLst>
          </p:cNvPr>
          <p:cNvSpPr txBox="1"/>
          <p:nvPr userDrawn="1"/>
        </p:nvSpPr>
        <p:spPr>
          <a:xfrm>
            <a:off x="545323" y="6304130"/>
            <a:ext cx="11340000" cy="162096"/>
          </a:xfrm>
          <a:prstGeom prst="rect">
            <a:avLst/>
          </a:prstGeom>
          <a:noFill/>
        </p:spPr>
        <p:txBody>
          <a:bodyPr vert="horz" wrap="square" lIns="0" tIns="25400" rIns="0" bIns="25400" rtlCol="0" anchor="b" anchorCtr="0">
            <a:spAutoFit/>
          </a:bodyPr>
          <a:lstStyle>
            <a:defPPr>
              <a:defRPr lang="pt-PT"/>
            </a:defPPr>
            <a:lvl1pPr marL="429768" indent="-429768">
              <a:lnSpc>
                <a:spcPct val="90000"/>
              </a:lnSpc>
              <a:tabLst>
                <a:tab pos="347472" algn="r"/>
              </a:tabLst>
              <a:defRPr sz="800"/>
            </a:lvl1pPr>
          </a:lstStyle>
          <a:p>
            <a:pPr marL="429768" indent="-429768" defTabSz="914400">
              <a:lnSpc>
                <a:spcPct val="90000"/>
              </a:lnSpc>
              <a:tabLst>
                <a:tab pos="347472" algn="r"/>
              </a:tabLst>
            </a:pPr>
            <a:r>
              <a:rPr lang="de-DE" sz="800"/>
              <a:t>	Source:	Source Text</a:t>
            </a:r>
          </a:p>
        </p:txBody>
      </p:sp>
      <p:grpSp>
        <p:nvGrpSpPr>
          <p:cNvPr id="3" name="Group 37">
            <a:extLst>
              <a:ext uri="{FF2B5EF4-FFF2-40B4-BE49-F238E27FC236}">
                <a16:creationId xmlns:a16="http://schemas.microsoft.com/office/drawing/2014/main" id="{9962DC9F-19EF-0160-1ECB-38EA543386E4}"/>
              </a:ext>
            </a:extLst>
          </p:cNvPr>
          <p:cNvGrpSpPr/>
          <p:nvPr userDrawn="1"/>
        </p:nvGrpSpPr>
        <p:grpSpPr>
          <a:xfrm>
            <a:off x="11770322" y="176700"/>
            <a:ext cx="260230" cy="240782"/>
            <a:chOff x="5481638" y="2859088"/>
            <a:chExt cx="1231900" cy="1139825"/>
          </a:xfrm>
          <a:solidFill>
            <a:schemeClr val="tx2"/>
          </a:solidFill>
        </p:grpSpPr>
        <p:sp>
          <p:nvSpPr>
            <p:cNvPr id="6" name="Freeform 320">
              <a:extLst>
                <a:ext uri="{FF2B5EF4-FFF2-40B4-BE49-F238E27FC236}">
                  <a16:creationId xmlns:a16="http://schemas.microsoft.com/office/drawing/2014/main" id="{9EB66FFA-57EA-AE57-615D-D19F28A47239}"/>
                </a:ext>
              </a:extLst>
            </p:cNvPr>
            <p:cNvSpPr>
              <a:spLocks/>
            </p:cNvSpPr>
            <p:nvPr/>
          </p:nvSpPr>
          <p:spPr bwMode="auto">
            <a:xfrm>
              <a:off x="5481638" y="2859088"/>
              <a:ext cx="1203325" cy="1041400"/>
            </a:xfrm>
            <a:custGeom>
              <a:avLst/>
              <a:gdLst>
                <a:gd name="T0" fmla="*/ 229 w 281"/>
                <a:gd name="T1" fmla="*/ 105 h 243"/>
                <a:gd name="T2" fmla="*/ 186 w 281"/>
                <a:gd name="T3" fmla="*/ 141 h 243"/>
                <a:gd name="T4" fmla="*/ 154 w 281"/>
                <a:gd name="T5" fmla="*/ 194 h 243"/>
                <a:gd name="T6" fmla="*/ 112 w 281"/>
                <a:gd name="T7" fmla="*/ 233 h 243"/>
                <a:gd name="T8" fmla="*/ 53 w 281"/>
                <a:gd name="T9" fmla="*/ 236 h 243"/>
                <a:gd name="T10" fmla="*/ 0 w 281"/>
                <a:gd name="T11" fmla="*/ 159 h 243"/>
                <a:gd name="T12" fmla="*/ 153 w 281"/>
                <a:gd name="T13" fmla="*/ 0 h 243"/>
                <a:gd name="T14" fmla="*/ 153 w 281"/>
                <a:gd name="T15" fmla="*/ 0 h 243"/>
                <a:gd name="T16" fmla="*/ 160 w 281"/>
                <a:gd name="T17" fmla="*/ 3 h 243"/>
                <a:gd name="T18" fmla="*/ 237 w 281"/>
                <a:gd name="T19" fmla="*/ 51 h 243"/>
                <a:gd name="T20" fmla="*/ 281 w 281"/>
                <a:gd name="T21" fmla="*/ 118 h 243"/>
                <a:gd name="T22" fmla="*/ 229 w 281"/>
                <a:gd name="T23" fmla="*/ 105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1" h="243">
                  <a:moveTo>
                    <a:pt x="229" y="105"/>
                  </a:moveTo>
                  <a:cubicBezTo>
                    <a:pt x="210" y="109"/>
                    <a:pt x="196" y="125"/>
                    <a:pt x="186" y="141"/>
                  </a:cubicBezTo>
                  <a:cubicBezTo>
                    <a:pt x="175" y="159"/>
                    <a:pt x="166" y="177"/>
                    <a:pt x="154" y="194"/>
                  </a:cubicBezTo>
                  <a:cubicBezTo>
                    <a:pt x="143" y="211"/>
                    <a:pt x="130" y="225"/>
                    <a:pt x="112" y="233"/>
                  </a:cubicBezTo>
                  <a:cubicBezTo>
                    <a:pt x="93" y="242"/>
                    <a:pt x="72" y="243"/>
                    <a:pt x="53" y="236"/>
                  </a:cubicBezTo>
                  <a:cubicBezTo>
                    <a:pt x="21" y="224"/>
                    <a:pt x="0" y="192"/>
                    <a:pt x="0" y="159"/>
                  </a:cubicBezTo>
                  <a:cubicBezTo>
                    <a:pt x="0" y="72"/>
                    <a:pt x="119" y="42"/>
                    <a:pt x="153" y="0"/>
                  </a:cubicBezTo>
                  <a:cubicBezTo>
                    <a:pt x="153" y="0"/>
                    <a:pt x="153" y="0"/>
                    <a:pt x="153" y="0"/>
                  </a:cubicBezTo>
                  <a:cubicBezTo>
                    <a:pt x="155" y="1"/>
                    <a:pt x="158" y="2"/>
                    <a:pt x="160" y="3"/>
                  </a:cubicBezTo>
                  <a:cubicBezTo>
                    <a:pt x="188" y="15"/>
                    <a:pt x="214" y="30"/>
                    <a:pt x="237" y="51"/>
                  </a:cubicBezTo>
                  <a:cubicBezTo>
                    <a:pt x="258" y="70"/>
                    <a:pt x="273" y="92"/>
                    <a:pt x="281" y="118"/>
                  </a:cubicBezTo>
                  <a:cubicBezTo>
                    <a:pt x="268" y="105"/>
                    <a:pt x="247" y="100"/>
                    <a:pt x="229" y="105"/>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sp>
          <p:nvSpPr>
            <p:cNvPr id="7" name="Freeform 321">
              <a:extLst>
                <a:ext uri="{FF2B5EF4-FFF2-40B4-BE49-F238E27FC236}">
                  <a16:creationId xmlns:a16="http://schemas.microsoft.com/office/drawing/2014/main" id="{FF39CD59-7E45-33C5-FA77-E50FFA28B646}"/>
                </a:ext>
              </a:extLst>
            </p:cNvPr>
            <p:cNvSpPr>
              <a:spLocks/>
            </p:cNvSpPr>
            <p:nvPr/>
          </p:nvSpPr>
          <p:spPr bwMode="auto">
            <a:xfrm>
              <a:off x="5910263" y="3343275"/>
              <a:ext cx="803275" cy="655638"/>
            </a:xfrm>
            <a:custGeom>
              <a:avLst/>
              <a:gdLst>
                <a:gd name="T0" fmla="*/ 183 w 188"/>
                <a:gd name="T1" fmla="*/ 61 h 153"/>
                <a:gd name="T2" fmla="*/ 140 w 188"/>
                <a:gd name="T3" fmla="*/ 103 h 153"/>
                <a:gd name="T4" fmla="*/ 79 w 188"/>
                <a:gd name="T5" fmla="*/ 84 h 153"/>
                <a:gd name="T6" fmla="*/ 123 w 188"/>
                <a:gd name="T7" fmla="*/ 124 h 153"/>
                <a:gd name="T8" fmla="*/ 65 w 188"/>
                <a:gd name="T9" fmla="*/ 149 h 153"/>
                <a:gd name="T10" fmla="*/ 31 w 188"/>
                <a:gd name="T11" fmla="*/ 152 h 153"/>
                <a:gd name="T12" fmla="*/ 0 w 188"/>
                <a:gd name="T13" fmla="*/ 144 h 153"/>
                <a:gd name="T14" fmla="*/ 48 w 188"/>
                <a:gd name="T15" fmla="*/ 114 h 153"/>
                <a:gd name="T16" fmla="*/ 77 w 188"/>
                <a:gd name="T17" fmla="*/ 72 h 153"/>
                <a:gd name="T18" fmla="*/ 103 w 188"/>
                <a:gd name="T19" fmla="*/ 25 h 153"/>
                <a:gd name="T20" fmla="*/ 140 w 188"/>
                <a:gd name="T21" fmla="*/ 1 h 153"/>
                <a:gd name="T22" fmla="*/ 182 w 188"/>
                <a:gd name="T23" fmla="*/ 22 h 153"/>
                <a:gd name="T24" fmla="*/ 183 w 188"/>
                <a:gd name="T25" fmla="*/ 6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8" h="153">
                  <a:moveTo>
                    <a:pt x="183" y="61"/>
                  </a:moveTo>
                  <a:cubicBezTo>
                    <a:pt x="177" y="81"/>
                    <a:pt x="160" y="97"/>
                    <a:pt x="140" y="103"/>
                  </a:cubicBezTo>
                  <a:cubicBezTo>
                    <a:pt x="117" y="109"/>
                    <a:pt x="94" y="102"/>
                    <a:pt x="79" y="84"/>
                  </a:cubicBezTo>
                  <a:cubicBezTo>
                    <a:pt x="80" y="108"/>
                    <a:pt x="99" y="124"/>
                    <a:pt x="123" y="124"/>
                  </a:cubicBezTo>
                  <a:cubicBezTo>
                    <a:pt x="108" y="139"/>
                    <a:pt x="86" y="146"/>
                    <a:pt x="65" y="149"/>
                  </a:cubicBezTo>
                  <a:cubicBezTo>
                    <a:pt x="54" y="151"/>
                    <a:pt x="42" y="153"/>
                    <a:pt x="31" y="152"/>
                  </a:cubicBezTo>
                  <a:cubicBezTo>
                    <a:pt x="21" y="152"/>
                    <a:pt x="9" y="150"/>
                    <a:pt x="0" y="144"/>
                  </a:cubicBezTo>
                  <a:cubicBezTo>
                    <a:pt x="19" y="139"/>
                    <a:pt x="35" y="128"/>
                    <a:pt x="48" y="114"/>
                  </a:cubicBezTo>
                  <a:cubicBezTo>
                    <a:pt x="60" y="101"/>
                    <a:pt x="69" y="87"/>
                    <a:pt x="77" y="72"/>
                  </a:cubicBezTo>
                  <a:cubicBezTo>
                    <a:pt x="85" y="56"/>
                    <a:pt x="92" y="39"/>
                    <a:pt x="103" y="25"/>
                  </a:cubicBezTo>
                  <a:cubicBezTo>
                    <a:pt x="112" y="12"/>
                    <a:pt x="124" y="2"/>
                    <a:pt x="140" y="1"/>
                  </a:cubicBezTo>
                  <a:cubicBezTo>
                    <a:pt x="157" y="0"/>
                    <a:pt x="174" y="7"/>
                    <a:pt x="182" y="22"/>
                  </a:cubicBezTo>
                  <a:cubicBezTo>
                    <a:pt x="188" y="35"/>
                    <a:pt x="187" y="48"/>
                    <a:pt x="183" y="61"/>
                  </a:cubicBezTo>
                </a:path>
              </a:pathLst>
            </a:custGeom>
            <a:grpFill/>
            <a:ln>
              <a:noFill/>
            </a:ln>
          </p:spPr>
          <p:txBody>
            <a:bodyPr vert="horz" wrap="square" lIns="91440" tIns="45720" rIns="91440" bIns="45720" numCol="1" anchor="t" anchorCtr="0" compatLnSpc="1">
              <a:prstTxWarp prst="textNoShape">
                <a:avLst/>
              </a:prstTxWarp>
            </a:bodyPr>
            <a:lstStyle/>
            <a:p>
              <a:endParaRPr lang="en-US">
                <a:solidFill>
                  <a:schemeClr val="tx2"/>
                </a:solidFill>
              </a:endParaRPr>
            </a:p>
          </p:txBody>
        </p:sp>
      </p:grpSp>
      <p:sp>
        <p:nvSpPr>
          <p:cNvPr id="2" name="Text Placeholder 1">
            <a:extLst>
              <a:ext uri="{FF2B5EF4-FFF2-40B4-BE49-F238E27FC236}">
                <a16:creationId xmlns:a16="http://schemas.microsoft.com/office/drawing/2014/main" id="{156439DF-44D6-437D-43F8-6C05612D6564}"/>
              </a:ext>
            </a:extLst>
          </p:cNvPr>
          <p:cNvSpPr>
            <a:spLocks noGrp="1"/>
          </p:cNvSpPr>
          <p:nvPr>
            <p:ph type="body" idx="1"/>
          </p:nvPr>
        </p:nvSpPr>
        <p:spPr>
          <a:xfrm>
            <a:off x="551384" y="1628800"/>
            <a:ext cx="11090938" cy="46686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L" dirty="0"/>
          </a:p>
        </p:txBody>
      </p:sp>
    </p:spTree>
    <p:extLst>
      <p:ext uri="{BB962C8B-B14F-4D97-AF65-F5344CB8AC3E}">
        <p14:creationId xmlns:p14="http://schemas.microsoft.com/office/powerpoint/2010/main" val="2796707242"/>
      </p:ext>
    </p:extLst>
  </p:cSld>
  <p:clrMap bg1="lt1" tx1="dk1" bg2="lt2" tx2="dk2" accent1="accent1" accent2="accent2" accent3="accent3" accent4="accent4" accent5="accent5" accent6="accent6" hlink="hlink" folHlink="folHlink"/>
  <p:sldLayoutIdLst>
    <p:sldLayoutId id="2147483785" r:id="rId1"/>
    <p:sldLayoutId id="2147483786" r:id="rId2"/>
    <p:sldLayoutId id="2147483787" r:id="rId3"/>
    <p:sldLayoutId id="2147483788" r:id="rId4"/>
    <p:sldLayoutId id="2147483789" r:id="rId5"/>
    <p:sldLayoutId id="2147483790" r:id="rId6"/>
    <p:sldLayoutId id="2147483791" r:id="rId7"/>
    <p:sldLayoutId id="2147483792" r:id="rId8"/>
    <p:sldLayoutId id="2147483793" r:id="rId9"/>
    <p:sldLayoutId id="2147483794" r:id="rId10"/>
    <p:sldLayoutId id="2147483795" r:id="rId11"/>
    <p:sldLayoutId id="2147483796" r:id="rId12"/>
    <p:sldLayoutId id="2147483797" r:id="rId13"/>
    <p:sldLayoutId id="2147483798" r:id="rId14"/>
    <p:sldLayoutId id="2147483799" r:id="rId15"/>
    <p:sldLayoutId id="2147483800" r:id="rId16"/>
    <p:sldLayoutId id="2147483801" r:id="rId17"/>
    <p:sldLayoutId id="2147483802" r:id="rId18"/>
    <p:sldLayoutId id="2147483803" r:id="rId19"/>
    <p:sldLayoutId id="2147483804" r:id="rId20"/>
    <p:sldLayoutId id="2147483805" r:id="rId21"/>
    <p:sldLayoutId id="2147483806" r:id="rId22"/>
    <p:sldLayoutId id="2147483807" r:id="rId23"/>
    <p:sldLayoutId id="2147483808" r:id="rId24"/>
    <p:sldLayoutId id="2147483809" r:id="rId25"/>
    <p:sldLayoutId id="2147483810" r:id="rId26"/>
    <p:sldLayoutId id="2147483811" r:id="rId27"/>
    <p:sldLayoutId id="2147483812" r:id="rId28"/>
    <p:sldLayoutId id="2147483813" r:id="rId29"/>
    <p:sldLayoutId id="2147483814" r:id="rId30"/>
    <p:sldLayoutId id="2147483815" r:id="rId31"/>
    <p:sldLayoutId id="2147483816" r:id="rId32"/>
    <p:sldLayoutId id="2147483817" r:id="rId33"/>
    <p:sldLayoutId id="2147483818" r:id="rId34"/>
    <p:sldLayoutId id="2147483819" r:id="rId35"/>
    <p:sldLayoutId id="2147483820" r:id="rId36"/>
    <p:sldLayoutId id="2147483821" r:id="rId37"/>
    <p:sldLayoutId id="2147483822" r:id="rId38"/>
    <p:sldLayoutId id="2147483823" r:id="rId39"/>
    <p:sldLayoutId id="2147483824" r:id="rId40"/>
    <p:sldLayoutId id="2147483825" r:id="rId41"/>
    <p:sldLayoutId id="2147483826" r:id="rId42"/>
    <p:sldLayoutId id="2147483827" r:id="rId43"/>
    <p:sldLayoutId id="2147483828" r:id="rId44"/>
    <p:sldLayoutId id="2147483829" r:id="rId45"/>
    <p:sldLayoutId id="2147483830" r:id="rId46"/>
    <p:sldLayoutId id="2147483831" r:id="rId47"/>
    <p:sldLayoutId id="2147483832" r:id="rId48"/>
    <p:sldLayoutId id="2147483833" r:id="rId49"/>
    <p:sldLayoutId id="2147483834" r:id="rId50"/>
    <p:sldLayoutId id="2147483835" r:id="rId51"/>
    <p:sldLayoutId id="2147483836" r:id="rId52"/>
    <p:sldLayoutId id="2147483837" r:id="rId53"/>
    <p:sldLayoutId id="2147483838" r:id="rId54"/>
    <p:sldLayoutId id="2147483839" r:id="rId55"/>
    <p:sldLayoutId id="2147483840" r:id="rId56"/>
    <p:sldLayoutId id="2147483841" r:id="rId57"/>
    <p:sldLayoutId id="2147483842" r:id="rId58"/>
    <p:sldLayoutId id="2147483843" r:id="rId59"/>
  </p:sldLayoutIdLst>
  <p:hf hdr="0"/>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de-DE" sz="3200" b="0" i="0" u="none" strike="noStrike" kern="1200" cap="none" spc="0" normalizeH="0" baseline="0" noProof="0" dirty="0">
          <a:ln>
            <a:noFill/>
          </a:ln>
          <a:solidFill>
            <a:schemeClr val="tx1"/>
          </a:solidFill>
          <a:effectLst/>
          <a:uLnTx/>
          <a:uFillTx/>
          <a:latin typeface="+mj-lt"/>
          <a:ea typeface="+mj-ea"/>
          <a:cs typeface="+mj-cs"/>
        </a:defRPr>
      </a:lvl1pPr>
    </p:titleStyle>
    <p:bodyStyle>
      <a:lvl1pPr marL="0" marR="0" indent="0" algn="l" defTabSz="914400" rtl="0" eaLnBrk="1" fontAlgn="auto" latinLnBrk="0" hangingPunct="1">
        <a:lnSpc>
          <a:spcPct val="100000"/>
        </a:lnSpc>
        <a:spcBef>
          <a:spcPts val="1800"/>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600"/>
        </a:spcBef>
        <a:buClr>
          <a:schemeClr val="tx2"/>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600"/>
        </a:spcBef>
        <a:buClr>
          <a:schemeClr val="accent2"/>
        </a:buClr>
        <a:buFont typeface="Arial" panose="020B0604020202020204" pitchFamily="34" charset="0"/>
        <a:buChar char="•"/>
        <a:tabLst/>
        <a:defRPr sz="1400" kern="1200">
          <a:solidFill>
            <a:schemeClr val="tx1"/>
          </a:solidFill>
          <a:latin typeface="+mn-lt"/>
          <a:ea typeface="+mn-ea"/>
          <a:cs typeface="+mn-cs"/>
        </a:defRPr>
      </a:lvl4pPr>
      <a:lvl5pPr marL="719138" indent="-180975" algn="l" defTabSz="914400" rtl="0" eaLnBrk="1" latinLnBrk="0" hangingPunct="1">
        <a:lnSpc>
          <a:spcPct val="100000"/>
        </a:lnSpc>
        <a:spcBef>
          <a:spcPts val="600"/>
        </a:spcBef>
        <a:buClr>
          <a:schemeClr val="tx2"/>
        </a:buClr>
        <a:buFont typeface="System Font Regular"/>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8" orient="horz" pos="709">
          <p15:clr>
            <a:srgbClr val="F26B43"/>
          </p15:clr>
        </p15:guide>
        <p15:guide id="19" orient="horz" pos="4065">
          <p15:clr>
            <a:srgbClr val="F26B43"/>
          </p15:clr>
        </p15:guide>
        <p15:guide id="20" pos="347">
          <p15:clr>
            <a:srgbClr val="F26B43"/>
          </p15:clr>
        </p15:guide>
        <p15:guide id="21" pos="3840">
          <p15:clr>
            <a:srgbClr val="F26B43"/>
          </p15:clr>
        </p15:guide>
        <p15:guide id="22" pos="7333">
          <p15:clr>
            <a:srgbClr val="F26B43"/>
          </p15:clr>
        </p15:guide>
        <p15:guide id="23" orient="horz" pos="164">
          <p15:clr>
            <a:srgbClr val="F26B43"/>
          </p15:clr>
        </p15:guide>
        <p15:guide id="24" orient="horz" pos="1026">
          <p15:clr>
            <a:srgbClr val="F26B43"/>
          </p15:clr>
        </p15:guide>
        <p15:guide id="25" orient="horz" pos="3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3.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119.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9.xml"/></Relationships>
</file>

<file path=ppt/slides/_rels/slide7.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40.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9.png"/><Relationship Id="rId2" Type="http://schemas.openxmlformats.org/officeDocument/2006/relationships/notesSlide" Target="../notesSlides/notesSlide5.xml"/><Relationship Id="rId1" Type="http://schemas.openxmlformats.org/officeDocument/2006/relationships/slideLayout" Target="../slideLayouts/slideLayout119.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5.xml"/></Relationships>
</file>

<file path=ppt/slides/_rels/slide9.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svg"/><Relationship Id="rId1" Type="http://schemas.openxmlformats.org/officeDocument/2006/relationships/slideLayout" Target="../slideLayouts/slideLayout48.xml"/><Relationship Id="rId4" Type="http://schemas.openxmlformats.org/officeDocument/2006/relationships/image" Target="../media/image43.svg"/></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4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7.xml"/></Relationships>
</file>

<file path=ppt/slides/_rels/slide12.xml.rels><?xml version="1.0" encoding="UTF-8" standalone="yes"?>
<Relationships xmlns="http://schemas.openxmlformats.org/package/2006/relationships"><Relationship Id="rId3" Type="http://schemas.openxmlformats.org/officeDocument/2006/relationships/hyperlink" Target="https://dam.gettyimages.com/capgemini/photo-library" TargetMode="External"/><Relationship Id="rId2" Type="http://schemas.openxmlformats.org/officeDocument/2006/relationships/image" Target="../media/image44.jpeg"/><Relationship Id="rId1" Type="http://schemas.openxmlformats.org/officeDocument/2006/relationships/slideLayout" Target="../slideLayouts/slideLayout59.xml"/><Relationship Id="rId6" Type="http://schemas.openxmlformats.org/officeDocument/2006/relationships/hyperlink" Target="https://stock.adobe.com/" TargetMode="External"/><Relationship Id="rId5" Type="http://schemas.openxmlformats.org/officeDocument/2006/relationships/hyperlink" Target="https://www.shutterstock.com/" TargetMode="External"/><Relationship Id="rId4" Type="http://schemas.openxmlformats.org/officeDocument/2006/relationships/hyperlink" Target="https://www.gettyimages.co.u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C9CC838C-B765-8C43-BAC3-B3155BC11383}"/>
            </a:ext>
          </a:extLst>
        </p:cNvPr>
        <p:cNvGrpSpPr/>
        <p:nvPr/>
      </p:nvGrpSpPr>
      <p:grpSpPr>
        <a:xfrm>
          <a:off x="0" y="0"/>
          <a:ext cx="0" cy="0"/>
          <a:chOff x="0" y="0"/>
          <a:chExt cx="0" cy="0"/>
        </a:xfrm>
      </p:grpSpPr>
      <p:sp>
        <p:nvSpPr>
          <p:cNvPr id="16" name="Title 15">
            <a:extLst>
              <a:ext uri="{FF2B5EF4-FFF2-40B4-BE49-F238E27FC236}">
                <a16:creationId xmlns:a16="http://schemas.microsoft.com/office/drawing/2014/main" id="{5B0E99C8-FFE6-DCAB-866A-889E78FB7283}"/>
              </a:ext>
            </a:extLst>
          </p:cNvPr>
          <p:cNvSpPr>
            <a:spLocks noGrp="1"/>
          </p:cNvSpPr>
          <p:nvPr>
            <p:ph type="title"/>
          </p:nvPr>
        </p:nvSpPr>
        <p:spPr>
          <a:noFill/>
        </p:spPr>
        <p:txBody>
          <a:bodyPr/>
          <a:lstStyle/>
          <a:p>
            <a:pPr lvl="0"/>
            <a:r>
              <a:rPr lang="en-US" sz="6600" dirty="0">
                <a:latin typeface="Ubuntu Light" panose="020B0304030602030204" pitchFamily="34" charset="0"/>
              </a:rPr>
              <a:t>SENTIMENT ANALYZER MODEL</a:t>
            </a:r>
          </a:p>
        </p:txBody>
      </p:sp>
    </p:spTree>
    <p:extLst>
      <p:ext uri="{BB962C8B-B14F-4D97-AF65-F5344CB8AC3E}">
        <p14:creationId xmlns:p14="http://schemas.microsoft.com/office/powerpoint/2010/main" val="1690003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60D4B-AAEB-76BC-C178-6E10863FB8F6}"/>
            </a:ext>
          </a:extLst>
        </p:cNvPr>
        <p:cNvGrpSpPr/>
        <p:nvPr/>
      </p:nvGrpSpPr>
      <p:grpSpPr>
        <a:xfrm>
          <a:off x="0" y="0"/>
          <a:ext cx="0" cy="0"/>
          <a:chOff x="0" y="0"/>
          <a:chExt cx="0" cy="0"/>
        </a:xfrm>
      </p:grpSpPr>
      <p:sp>
        <p:nvSpPr>
          <p:cNvPr id="35" name="Date Placeholder 34">
            <a:extLst>
              <a:ext uri="{FF2B5EF4-FFF2-40B4-BE49-F238E27FC236}">
                <a16:creationId xmlns:a16="http://schemas.microsoft.com/office/drawing/2014/main" id="{943CB3BC-6175-8865-1181-8462FF056A2E}"/>
              </a:ext>
            </a:extLst>
          </p:cNvPr>
          <p:cNvSpPr>
            <a:spLocks noGrp="1"/>
          </p:cNvSpPr>
          <p:nvPr>
            <p:ph type="dt" sz="half" idx="45"/>
          </p:nvPr>
        </p:nvSpPr>
        <p:spPr/>
        <p:txBody>
          <a:body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US" sz="800" b="0" i="0" u="none" strike="noStrike" kern="1200" cap="none" spc="0" normalizeH="0" baseline="0" noProof="0">
                <a:ln>
                  <a:noFill/>
                </a:ln>
                <a:solidFill>
                  <a:srgbClr val="FFFFFF">
                    <a:lumMod val="65000"/>
                  </a:srgbClr>
                </a:solidFill>
                <a:effectLst/>
                <a:uLnTx/>
                <a:uFillTx/>
                <a:latin typeface="Ubuntu"/>
                <a:ea typeface="+mn-ea"/>
                <a:cs typeface="+mn-cs"/>
              </a:rPr>
              <a:t>Company Confidential © Capgemini 2026. All rights reserved.</a:t>
            </a:r>
            <a:endParaRPr kumimoji="0" lang="en-US" sz="800" b="0" i="0" u="none" strike="noStrike" kern="1200" cap="none" spc="0" normalizeH="0" baseline="0" noProof="0" dirty="0">
              <a:ln>
                <a:noFill/>
              </a:ln>
              <a:solidFill>
                <a:srgbClr val="FFFFFF">
                  <a:lumMod val="65000"/>
                </a:srgbClr>
              </a:solidFill>
              <a:effectLst/>
              <a:uLnTx/>
              <a:uFillTx/>
              <a:latin typeface="Ubuntu"/>
              <a:ea typeface="+mn-ea"/>
              <a:cs typeface="+mn-cs"/>
            </a:endParaRPr>
          </a:p>
        </p:txBody>
      </p:sp>
      <p:sp>
        <p:nvSpPr>
          <p:cNvPr id="36" name="Footer Placeholder 35">
            <a:extLst>
              <a:ext uri="{FF2B5EF4-FFF2-40B4-BE49-F238E27FC236}">
                <a16:creationId xmlns:a16="http://schemas.microsoft.com/office/drawing/2014/main" id="{24C2BA1E-020F-61DD-7B10-C808C5A9BC47}"/>
              </a:ext>
            </a:extLst>
          </p:cNvPr>
          <p:cNvSpPr>
            <a:spLocks noGrp="1"/>
          </p:cNvSpPr>
          <p:nvPr>
            <p:ph type="ftr" sz="quarter" idx="46"/>
          </p:nvPr>
        </p:nvSpPr>
        <p:spPr/>
        <p:txBody>
          <a:body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US" sz="800" b="0" i="0" u="none" strike="noStrike" kern="1200" cap="none" spc="0" normalizeH="0" baseline="0" noProof="0" dirty="0">
                <a:ln>
                  <a:noFill/>
                </a:ln>
                <a:solidFill>
                  <a:srgbClr val="FFFFFF">
                    <a:lumMod val="65000"/>
                  </a:srgbClr>
                </a:solidFill>
                <a:effectLst/>
                <a:uLnTx/>
                <a:uFillTx/>
                <a:latin typeface="Ubuntu"/>
                <a:ea typeface="+mn-ea"/>
                <a:cs typeface="+mn-cs"/>
              </a:rPr>
              <a:t>Presentation Title | Author | Date</a:t>
            </a:r>
          </a:p>
        </p:txBody>
      </p:sp>
      <p:sp>
        <p:nvSpPr>
          <p:cNvPr id="37" name="Slide Number Placeholder 36">
            <a:extLst>
              <a:ext uri="{FF2B5EF4-FFF2-40B4-BE49-F238E27FC236}">
                <a16:creationId xmlns:a16="http://schemas.microsoft.com/office/drawing/2014/main" id="{CA08F0A0-8662-9132-1F1E-07AB59F18665}"/>
              </a:ext>
            </a:extLst>
          </p:cNvPr>
          <p:cNvSpPr>
            <a:spLocks noGrp="1"/>
          </p:cNvSpPr>
          <p:nvPr>
            <p:ph type="sldNum" sz="quarter" idx="47"/>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9A5160-6218-4E5A-B9E6-B93E3DAE377C}" type="slidenum">
              <a:rPr kumimoji="0" lang="en-US" sz="800" b="0" i="0" u="none" strike="noStrike" kern="1200" cap="none" spc="0" normalizeH="0" baseline="0" noProof="0" smtClean="0">
                <a:ln>
                  <a:noFill/>
                </a:ln>
                <a:solidFill>
                  <a:srgbClr val="FFFFFF">
                    <a:lumMod val="65000"/>
                  </a:srgbClr>
                </a:solidFill>
                <a:effectLst/>
                <a:uLnTx/>
                <a:uFillTx/>
                <a:latin typeface="Ubuntu"/>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dirty="0">
              <a:ln>
                <a:noFill/>
              </a:ln>
              <a:solidFill>
                <a:srgbClr val="FFFFFF">
                  <a:lumMod val="65000"/>
                </a:srgbClr>
              </a:solidFill>
              <a:effectLst/>
              <a:uLnTx/>
              <a:uFillTx/>
              <a:latin typeface="Ubuntu"/>
              <a:ea typeface="+mn-ea"/>
              <a:cs typeface="Arial" panose="020B0604020202020204" pitchFamily="34" charset="0"/>
            </a:endParaRPr>
          </a:p>
        </p:txBody>
      </p:sp>
      <p:sp>
        <p:nvSpPr>
          <p:cNvPr id="40" name="Text Placeholder 14">
            <a:extLst>
              <a:ext uri="{FF2B5EF4-FFF2-40B4-BE49-F238E27FC236}">
                <a16:creationId xmlns:a16="http://schemas.microsoft.com/office/drawing/2014/main" id="{60198DE7-A3FC-44B5-4A74-2ED44741DDC0}"/>
              </a:ext>
            </a:extLst>
          </p:cNvPr>
          <p:cNvSpPr>
            <a:spLocks noGrp="1"/>
          </p:cNvSpPr>
          <p:nvPr>
            <p:ph type="body" sz="quarter" idx="22"/>
          </p:nvPr>
        </p:nvSpPr>
        <p:spPr>
          <a:xfrm>
            <a:off x="550863" y="2225997"/>
            <a:ext cx="3546475" cy="307777"/>
          </a:xfrm>
        </p:spPr>
        <p:txBody>
          <a:bodyPr lIns="0" tIns="0" rIns="0" bIns="0"/>
          <a:lstStyle/>
          <a:p>
            <a:r>
              <a:rPr lang="en-US" dirty="0">
                <a:solidFill>
                  <a:schemeClr val="accent4"/>
                </a:solidFill>
              </a:rPr>
              <a:t>PROBLEM STATEMENT</a:t>
            </a:r>
          </a:p>
        </p:txBody>
      </p:sp>
      <p:sp>
        <p:nvSpPr>
          <p:cNvPr id="43" name="Text Placeholder 60">
            <a:extLst>
              <a:ext uri="{FF2B5EF4-FFF2-40B4-BE49-F238E27FC236}">
                <a16:creationId xmlns:a16="http://schemas.microsoft.com/office/drawing/2014/main" id="{14A1404F-17B8-D97D-9917-4FC3415938D9}"/>
              </a:ext>
            </a:extLst>
          </p:cNvPr>
          <p:cNvSpPr>
            <a:spLocks noGrp="1"/>
          </p:cNvSpPr>
          <p:nvPr>
            <p:ph type="body" sz="quarter" idx="35"/>
          </p:nvPr>
        </p:nvSpPr>
        <p:spPr>
          <a:xfrm>
            <a:off x="4324350" y="2225998"/>
            <a:ext cx="3546475" cy="437932"/>
          </a:xfrm>
        </p:spPr>
        <p:txBody>
          <a:bodyPr lIns="0" tIns="0" rIns="0" bIns="0"/>
          <a:lstStyle/>
          <a:p>
            <a:r>
              <a:rPr lang="en-US" dirty="0">
                <a:solidFill>
                  <a:schemeClr val="accent5"/>
                </a:solidFill>
              </a:rPr>
              <a:t>WHY IT MATTERS</a:t>
            </a:r>
          </a:p>
          <a:p>
            <a:endParaRPr lang="en-US" dirty="0">
              <a:solidFill>
                <a:schemeClr val="accent5"/>
              </a:solidFill>
            </a:endParaRPr>
          </a:p>
          <a:p>
            <a:endParaRPr lang="en-US" dirty="0">
              <a:solidFill>
                <a:schemeClr val="accent5"/>
              </a:solidFill>
            </a:endParaRPr>
          </a:p>
        </p:txBody>
      </p:sp>
      <p:sp>
        <p:nvSpPr>
          <p:cNvPr id="45" name="Text Placeholder 62">
            <a:extLst>
              <a:ext uri="{FF2B5EF4-FFF2-40B4-BE49-F238E27FC236}">
                <a16:creationId xmlns:a16="http://schemas.microsoft.com/office/drawing/2014/main" id="{B3FF0420-D7CD-1186-1D1D-75154008D26C}"/>
              </a:ext>
            </a:extLst>
          </p:cNvPr>
          <p:cNvSpPr>
            <a:spLocks noGrp="1"/>
          </p:cNvSpPr>
          <p:nvPr>
            <p:ph type="body" sz="quarter" idx="36"/>
          </p:nvPr>
        </p:nvSpPr>
        <p:spPr>
          <a:xfrm>
            <a:off x="8097838" y="2225997"/>
            <a:ext cx="3509962" cy="1154162"/>
          </a:xfrm>
        </p:spPr>
        <p:txBody>
          <a:bodyPr lIns="0" tIns="0" rIns="0" bIns="0"/>
          <a:lstStyle/>
          <a:p>
            <a:r>
              <a:rPr lang="en-US" dirty="0">
                <a:solidFill>
                  <a:schemeClr val="accent6"/>
                </a:solidFill>
              </a:rPr>
              <a:t>SOLUTION: SENTIMENT ANALYZER</a:t>
            </a:r>
          </a:p>
          <a:p>
            <a:endParaRPr lang="en-US" dirty="0">
              <a:solidFill>
                <a:schemeClr val="accent6"/>
              </a:solidFill>
            </a:endParaRPr>
          </a:p>
        </p:txBody>
      </p:sp>
      <p:sp>
        <p:nvSpPr>
          <p:cNvPr id="42" name="Content Placeholder 15">
            <a:extLst>
              <a:ext uri="{FF2B5EF4-FFF2-40B4-BE49-F238E27FC236}">
                <a16:creationId xmlns:a16="http://schemas.microsoft.com/office/drawing/2014/main" id="{447CEF95-BC9B-5BF8-82CD-90F5709D1CF6}"/>
              </a:ext>
            </a:extLst>
          </p:cNvPr>
          <p:cNvSpPr>
            <a:spLocks noGrp="1"/>
          </p:cNvSpPr>
          <p:nvPr>
            <p:ph sz="quarter" idx="37"/>
          </p:nvPr>
        </p:nvSpPr>
        <p:spPr>
          <a:xfrm>
            <a:off x="550863" y="3068961"/>
            <a:ext cx="3544887" cy="2538518"/>
          </a:xfrm>
        </p:spPr>
        <p:txBody>
          <a:bodyPr lIns="0" tIns="0" rIns="0" bIns="0"/>
          <a:lstStyle/>
          <a:p>
            <a:r>
              <a:rPr lang="en-US" dirty="0"/>
              <a:t>Organizations are losing revenue due to unanalyzed feedback</a:t>
            </a:r>
          </a:p>
          <a:p>
            <a:pPr marL="285750" indent="-285750">
              <a:buFont typeface="Arial" panose="020B0604020202020204" pitchFamily="34" charset="0"/>
              <a:buChar char="•"/>
            </a:pPr>
            <a:r>
              <a:rPr lang="en-US" dirty="0"/>
              <a:t>95% of consumers read reviews               before buying</a:t>
            </a:r>
          </a:p>
          <a:p>
            <a:pPr marL="285750" indent="-285750">
              <a:buFont typeface="Arial" panose="020B0604020202020204" pitchFamily="34" charset="0"/>
              <a:buChar char="•"/>
            </a:pPr>
            <a:r>
              <a:rPr lang="en-US" dirty="0"/>
              <a:t>86% customers will pay more for better experience</a:t>
            </a:r>
          </a:p>
          <a:p>
            <a:pPr marL="285750" indent="-285750">
              <a:buFont typeface="Arial" panose="020B0604020202020204" pitchFamily="34" charset="0"/>
              <a:buChar char="•"/>
            </a:pPr>
            <a:r>
              <a:rPr lang="en-US" dirty="0"/>
              <a:t>$136.8B lost annually due to customer switching , often driven by unresolved  negative feedback</a:t>
            </a:r>
          </a:p>
          <a:p>
            <a:pPr marL="285750" indent="-285750">
              <a:buFont typeface="Arial" panose="020B0604020202020204" pitchFamily="34" charset="0"/>
              <a:buChar char="•"/>
            </a:pPr>
            <a:endParaRPr lang="en-IN" dirty="0"/>
          </a:p>
          <a:p>
            <a:endParaRPr lang="en-US" dirty="0"/>
          </a:p>
          <a:p>
            <a:endParaRPr lang="en-US" dirty="0"/>
          </a:p>
          <a:p>
            <a:endParaRPr lang="en-US" dirty="0"/>
          </a:p>
        </p:txBody>
      </p:sp>
      <p:sp>
        <p:nvSpPr>
          <p:cNvPr id="46" name="Content Placeholder 63">
            <a:extLst>
              <a:ext uri="{FF2B5EF4-FFF2-40B4-BE49-F238E27FC236}">
                <a16:creationId xmlns:a16="http://schemas.microsoft.com/office/drawing/2014/main" id="{258FCAF8-1AE3-B392-2C0A-99B0E759BD52}"/>
              </a:ext>
            </a:extLst>
          </p:cNvPr>
          <p:cNvSpPr>
            <a:spLocks noGrp="1"/>
          </p:cNvSpPr>
          <p:nvPr>
            <p:ph sz="quarter" idx="44"/>
          </p:nvPr>
        </p:nvSpPr>
        <p:spPr>
          <a:xfrm>
            <a:off x="8062913" y="3000012"/>
            <a:ext cx="3544887" cy="3308713"/>
          </a:xfrm>
        </p:spPr>
        <p:txBody>
          <a:bodyPr lIns="0" tIns="0" rIns="0" bIns="0"/>
          <a:lstStyle/>
          <a:p>
            <a:r>
              <a:rPr lang="en-US" dirty="0"/>
              <a:t>Sentiment Analyzer converts feedback  into actionable insights </a:t>
            </a:r>
          </a:p>
          <a:p>
            <a:pPr marL="285750" indent="-285750">
              <a:buFont typeface="Arial" panose="020B0604020202020204" pitchFamily="34" charset="0"/>
              <a:buChar char="•"/>
            </a:pPr>
            <a:r>
              <a:rPr lang="en-US" dirty="0"/>
              <a:t>Identifies positive/negative/neutral sentiment at scale in real time</a:t>
            </a:r>
          </a:p>
          <a:p>
            <a:pPr marL="285750" indent="-285750">
              <a:buFont typeface="Arial" panose="020B0604020202020204" pitchFamily="34" charset="0"/>
              <a:buChar char="•"/>
            </a:pPr>
            <a:r>
              <a:rPr lang="en-US" dirty="0"/>
              <a:t>Helps businesses detect issues early , identify key themes which customers are talking about and improve CX decisions faster</a:t>
            </a:r>
          </a:p>
          <a:p>
            <a:pPr marL="285750" indent="-285750">
              <a:buFont typeface="Arial" panose="020B0604020202020204" pitchFamily="34" charset="0"/>
              <a:buChar char="•"/>
            </a:pPr>
            <a:r>
              <a:rPr lang="en-US" dirty="0"/>
              <a:t>Provides Leadership recommendations based on the output obtained. </a:t>
            </a:r>
          </a:p>
          <a:p>
            <a:endParaRPr lang="en-US" dirty="0"/>
          </a:p>
          <a:p>
            <a:endParaRPr lang="en-US" dirty="0"/>
          </a:p>
          <a:p>
            <a:endParaRPr lang="en-US" dirty="0"/>
          </a:p>
        </p:txBody>
      </p:sp>
      <p:sp>
        <p:nvSpPr>
          <p:cNvPr id="27" name="Title 26">
            <a:extLst>
              <a:ext uri="{FF2B5EF4-FFF2-40B4-BE49-F238E27FC236}">
                <a16:creationId xmlns:a16="http://schemas.microsoft.com/office/drawing/2014/main" id="{4EB21FC3-5B0A-A45A-0CB7-58A460AF77CE}"/>
              </a:ext>
            </a:extLst>
          </p:cNvPr>
          <p:cNvSpPr>
            <a:spLocks noGrp="1"/>
          </p:cNvSpPr>
          <p:nvPr>
            <p:ph type="title"/>
          </p:nvPr>
        </p:nvSpPr>
        <p:spPr/>
        <p:txBody>
          <a:bodyPr/>
          <a:lstStyle/>
          <a:p>
            <a:r>
              <a:rPr lang="en-US" dirty="0"/>
              <a:t>Business Need for Sentiment Analysis</a:t>
            </a:r>
            <a:br>
              <a:rPr lang="en-US" dirty="0"/>
            </a:br>
            <a:endParaRPr lang="en-US" dirty="0"/>
          </a:p>
        </p:txBody>
      </p:sp>
      <p:cxnSp>
        <p:nvCxnSpPr>
          <p:cNvPr id="5" name="Straight Connector 4">
            <a:extLst>
              <a:ext uri="{FF2B5EF4-FFF2-40B4-BE49-F238E27FC236}">
                <a16:creationId xmlns:a16="http://schemas.microsoft.com/office/drawing/2014/main" id="{770FA212-63A1-55A8-0872-735AFDCFF83B}"/>
              </a:ext>
              <a:ext uri="{C183D7F6-B498-43B3-948B-1728B52AA6E4}">
                <adec:decorative xmlns:adec="http://schemas.microsoft.com/office/drawing/2017/decorative" val="1"/>
              </a:ext>
            </a:extLst>
          </p:cNvPr>
          <p:cNvCxnSpPr>
            <a:cxnSpLocks/>
          </p:cNvCxnSpPr>
          <p:nvPr/>
        </p:nvCxnSpPr>
        <p:spPr>
          <a:xfrm>
            <a:off x="550863" y="2029200"/>
            <a:ext cx="3546475" cy="0"/>
          </a:xfrm>
          <a:prstGeom prst="line">
            <a:avLst/>
          </a:prstGeom>
          <a:ln w="76200">
            <a:solidFill>
              <a:srgbClr val="00D5D0"/>
            </a:solidFill>
          </a:ln>
        </p:spPr>
        <p:style>
          <a:lnRef idx="1">
            <a:schemeClr val="accent1"/>
          </a:lnRef>
          <a:fillRef idx="0">
            <a:schemeClr val="accent1"/>
          </a:fillRef>
          <a:effectRef idx="0">
            <a:schemeClr val="accent1"/>
          </a:effectRef>
          <a:fontRef idx="minor">
            <a:schemeClr val="tx1"/>
          </a:fontRef>
        </p:style>
      </p:cxnSp>
      <p:cxnSp>
        <p:nvCxnSpPr>
          <p:cNvPr id="6" name="Straight Connector 4">
            <a:extLst>
              <a:ext uri="{FF2B5EF4-FFF2-40B4-BE49-F238E27FC236}">
                <a16:creationId xmlns:a16="http://schemas.microsoft.com/office/drawing/2014/main" id="{C33CE34D-2B18-D977-DF2D-B934727AC9ED}"/>
              </a:ext>
              <a:ext uri="{C183D7F6-B498-43B3-948B-1728B52AA6E4}">
                <adec:decorative xmlns:adec="http://schemas.microsoft.com/office/drawing/2017/decorative" val="1"/>
              </a:ext>
            </a:extLst>
          </p:cNvPr>
          <p:cNvCxnSpPr>
            <a:cxnSpLocks/>
          </p:cNvCxnSpPr>
          <p:nvPr/>
        </p:nvCxnSpPr>
        <p:spPr>
          <a:xfrm>
            <a:off x="4322763" y="2029200"/>
            <a:ext cx="3546237" cy="0"/>
          </a:xfrm>
          <a:prstGeom prst="line">
            <a:avLst/>
          </a:prstGeom>
          <a:ln w="76200">
            <a:solidFill>
              <a:srgbClr val="FEB100"/>
            </a:solidFill>
          </a:ln>
        </p:spPr>
        <p:style>
          <a:lnRef idx="1">
            <a:schemeClr val="accent1"/>
          </a:lnRef>
          <a:fillRef idx="0">
            <a:schemeClr val="accent1"/>
          </a:fillRef>
          <a:effectRef idx="0">
            <a:schemeClr val="accent1"/>
          </a:effectRef>
          <a:fontRef idx="minor">
            <a:schemeClr val="tx1"/>
          </a:fontRef>
        </p:style>
      </p:cxnSp>
      <p:cxnSp>
        <p:nvCxnSpPr>
          <p:cNvPr id="7" name="Straight Connector 4">
            <a:extLst>
              <a:ext uri="{FF2B5EF4-FFF2-40B4-BE49-F238E27FC236}">
                <a16:creationId xmlns:a16="http://schemas.microsoft.com/office/drawing/2014/main" id="{DF8277BE-2B9E-47E0-6004-A09F363EE338}"/>
              </a:ext>
              <a:ext uri="{C183D7F6-B498-43B3-948B-1728B52AA6E4}">
                <adec:decorative xmlns:adec="http://schemas.microsoft.com/office/drawing/2017/decorative" val="1"/>
              </a:ext>
            </a:extLst>
          </p:cNvPr>
          <p:cNvCxnSpPr>
            <a:cxnSpLocks/>
          </p:cNvCxnSpPr>
          <p:nvPr/>
        </p:nvCxnSpPr>
        <p:spPr>
          <a:xfrm>
            <a:off x="8081757" y="2029200"/>
            <a:ext cx="3546000" cy="0"/>
          </a:xfrm>
          <a:prstGeom prst="line">
            <a:avLst/>
          </a:prstGeom>
          <a:ln w="76200">
            <a:solidFill>
              <a:srgbClr val="FF816E"/>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EDAFA10-E7A0-33B5-9DE7-FCCBE57FC5F8}"/>
              </a:ext>
            </a:extLst>
          </p:cNvPr>
          <p:cNvSpPr txBox="1"/>
          <p:nvPr/>
        </p:nvSpPr>
        <p:spPr>
          <a:xfrm>
            <a:off x="4223792" y="2569125"/>
            <a:ext cx="3546475" cy="3541612"/>
          </a:xfrm>
          <a:prstGeom prst="rect">
            <a:avLst/>
          </a:prstGeom>
          <a:noFill/>
        </p:spPr>
        <p:txBody>
          <a:bodyPr vert="horz" wrap="square" lIns="90000" tIns="46800" rIns="90000" bIns="46800" rtlCol="0" anchor="ctr">
            <a:spAutoFit/>
          </a:body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Ubuntu"/>
              <a:ea typeface="+mn-ea"/>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endParaRPr lang="en-US" sz="1400" dirty="0">
              <a:solidFill>
                <a:srgbClr val="FFFFFF"/>
              </a:solidFill>
              <a:latin typeface="Ubuntu"/>
            </a:endParaRP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Feedback is everywhere , but not     effectively used </a:t>
            </a: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Ubuntu"/>
              <a:ea typeface="+mn-ea"/>
              <a:cs typeface="+mn-cs"/>
            </a:endParaRPr>
          </a:p>
          <a:p>
            <a:pPr marL="285750" marR="0" lvl="0" indent="-285750" algn="l" defTabSz="914400" rtl="0" eaLnBrk="1" fontAlgn="auto" latinLnBrk="0" hangingPunct="1">
              <a:lnSpc>
                <a:spcPct val="100000"/>
              </a:lnSpc>
              <a:spcBef>
                <a:spcPct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72% of companies collect customer feedback but struggle to act on it</a:t>
            </a: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Ubuntu"/>
              <a:ea typeface="+mn-ea"/>
              <a:cs typeface="+mn-cs"/>
            </a:endParaRPr>
          </a:p>
          <a:p>
            <a:pPr marL="285750" marR="0" lvl="0" indent="-285750" algn="l" defTabSz="914400" rtl="0" eaLnBrk="1" fontAlgn="auto" latinLnBrk="0" hangingPunct="1">
              <a:lnSpc>
                <a:spcPct val="100000"/>
              </a:lnSpc>
              <a:spcBef>
                <a:spcPct val="0"/>
              </a:spcBef>
              <a:spcAft>
                <a:spcPts val="0"/>
              </a:spcAft>
              <a:buClrTx/>
              <a:buSzTx/>
              <a:buFont typeface="Arial" panose="020B0604020202020204" pitchFamily="34" charset="0"/>
              <a:buChar char="•"/>
              <a:tabLst/>
              <a:defRPr/>
            </a:pPr>
            <a:r>
              <a:rPr lang="en-US" sz="1400" dirty="0">
                <a:solidFill>
                  <a:srgbClr val="FFFFFF"/>
                </a:solidFill>
                <a:latin typeface="Ubuntu"/>
              </a:rPr>
              <a:t>AI powered sentiment analysis reduces manual leadership decision making and reporting turnaround time from weeks to minutes</a:t>
            </a:r>
          </a:p>
          <a:p>
            <a:pPr marR="0" lvl="0" algn="l" defTabSz="914400" rtl="0" eaLnBrk="1" fontAlgn="auto" latinLnBrk="0" hangingPunct="1">
              <a:lnSpc>
                <a:spcPct val="100000"/>
              </a:lnSpc>
              <a:spcBef>
                <a:spcPct val="0"/>
              </a:spcBef>
              <a:spcAft>
                <a:spcPts val="0"/>
              </a:spcAft>
              <a:buClrTx/>
              <a:buSzTx/>
              <a:tabLst/>
              <a:defRPr/>
            </a:pPr>
            <a:endParaRPr kumimoji="0" lang="en-US" sz="1400" b="0" i="0" u="none" strike="noStrike" kern="1200" cap="none" spc="0" normalizeH="0" baseline="0" noProof="0" dirty="0">
              <a:ln>
                <a:noFill/>
              </a:ln>
              <a:solidFill>
                <a:srgbClr val="FFFFFF"/>
              </a:solidFill>
              <a:effectLst/>
              <a:uLnTx/>
              <a:uFillTx/>
              <a:latin typeface="Ubuntu"/>
              <a:ea typeface="+mn-ea"/>
              <a:cs typeface="+mn-cs"/>
            </a:endParaRPr>
          </a:p>
          <a:p>
            <a:pPr marL="285750" marR="0" lvl="0" indent="-285750" algn="l" defTabSz="914400" rtl="0" eaLnBrk="1" fontAlgn="auto" latinLnBrk="0" hangingPunct="1">
              <a:lnSpc>
                <a:spcPct val="100000"/>
              </a:lnSpc>
              <a:spcBef>
                <a:spcPct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FFFFFF"/>
                </a:solidFill>
                <a:effectLst/>
                <a:uLnTx/>
                <a:uFillTx/>
                <a:latin typeface="Ubuntu"/>
                <a:ea typeface="+mn-ea"/>
                <a:cs typeface="+mn-cs"/>
              </a:rPr>
              <a:t>76% of customers switch to competitors after negative experiences and dissatisfaction </a:t>
            </a:r>
          </a:p>
        </p:txBody>
      </p:sp>
    </p:spTree>
    <p:extLst>
      <p:ext uri="{BB962C8B-B14F-4D97-AF65-F5344CB8AC3E}">
        <p14:creationId xmlns:p14="http://schemas.microsoft.com/office/powerpoint/2010/main" val="1055302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1B3E"/>
        </a:solidFill>
        <a:effectLst/>
      </p:bgPr>
    </p:bg>
    <p:spTree>
      <p:nvGrpSpPr>
        <p:cNvPr id="1" name=""/>
        <p:cNvGrpSpPr/>
        <p:nvPr/>
      </p:nvGrpSpPr>
      <p:grpSpPr>
        <a:xfrm>
          <a:off x="0" y="0"/>
          <a:ext cx="0" cy="0"/>
          <a:chOff x="0" y="0"/>
          <a:chExt cx="0" cy="0"/>
        </a:xfrm>
      </p:grpSpPr>
      <p:sp>
        <p:nvSpPr>
          <p:cNvPr id="2" name="Text 0"/>
          <p:cNvSpPr/>
          <p:nvPr/>
        </p:nvSpPr>
        <p:spPr>
          <a:xfrm>
            <a:off x="487680" y="243840"/>
            <a:ext cx="11216640" cy="670560"/>
          </a:xfrm>
          <a:prstGeom prst="rect">
            <a:avLst/>
          </a:prstGeom>
          <a:noFill/>
          <a:ln/>
        </p:spPr>
        <p:txBody>
          <a:bodyPr wrap="square" rtlCol="0" anchor="ctr"/>
          <a:lstStyle/>
          <a:p>
            <a:pPr defTabSz="1219170"/>
            <a:r>
              <a:rPr lang="en-US" sz="3467" b="1" dirty="0">
                <a:solidFill>
                  <a:srgbClr val="FFFFFF"/>
                </a:solidFill>
                <a:latin typeface="Calibri" pitchFamily="34" charset="0"/>
                <a:ea typeface="Calibri" pitchFamily="34" charset="-122"/>
                <a:cs typeface="Calibri" pitchFamily="34" charset="-120"/>
              </a:rPr>
              <a:t>Data Scope &amp; Sentiment Methodology</a:t>
            </a:r>
            <a:endParaRPr lang="en-US" sz="3467" dirty="0">
              <a:solidFill>
                <a:prstClr val="black"/>
              </a:solidFill>
              <a:latin typeface="Calibri" panose="020F0502020204030204"/>
            </a:endParaRPr>
          </a:p>
        </p:txBody>
      </p:sp>
      <p:sp>
        <p:nvSpPr>
          <p:cNvPr id="3" name="Text 1"/>
          <p:cNvSpPr/>
          <p:nvPr/>
        </p:nvSpPr>
        <p:spPr>
          <a:xfrm>
            <a:off x="487680" y="877824"/>
            <a:ext cx="11216640" cy="365760"/>
          </a:xfrm>
          <a:prstGeom prst="rect">
            <a:avLst/>
          </a:prstGeom>
          <a:noFill/>
          <a:ln/>
        </p:spPr>
        <p:txBody>
          <a:bodyPr wrap="square" rtlCol="0" anchor="ctr"/>
          <a:lstStyle/>
          <a:p>
            <a:pPr defTabSz="1219170"/>
            <a:r>
              <a:rPr lang="en-US" sz="1600" i="1" dirty="0">
                <a:solidFill>
                  <a:srgbClr val="4DD9C0"/>
                </a:solidFill>
                <a:latin typeface="Calibri" pitchFamily="34" charset="0"/>
                <a:ea typeface="Calibri" pitchFamily="34" charset="-122"/>
                <a:cs typeface="Calibri" pitchFamily="34" charset="-120"/>
              </a:rPr>
              <a:t>AI-powered NLP pipeline for multi-domain feedback analysis</a:t>
            </a:r>
            <a:endParaRPr lang="en-US" sz="1600" dirty="0">
              <a:solidFill>
                <a:prstClr val="black"/>
              </a:solidFill>
              <a:latin typeface="Calibri" panose="020F0502020204030204"/>
            </a:endParaRPr>
          </a:p>
        </p:txBody>
      </p:sp>
      <p:sp>
        <p:nvSpPr>
          <p:cNvPr id="4" name="Shape 2"/>
          <p:cNvSpPr/>
          <p:nvPr/>
        </p:nvSpPr>
        <p:spPr>
          <a:xfrm>
            <a:off x="487680" y="1219200"/>
            <a:ext cx="5364480" cy="30480"/>
          </a:xfrm>
          <a:prstGeom prst="rect">
            <a:avLst/>
          </a:prstGeom>
          <a:solidFill>
            <a:srgbClr val="4DD9C0"/>
          </a:solidFill>
          <a:ln w="12700">
            <a:solidFill>
              <a:srgbClr val="4DD9C0"/>
            </a:solidFill>
            <a:prstDash val="solid"/>
          </a:ln>
        </p:spPr>
        <p:txBody>
          <a:bodyPr/>
          <a:lstStyle/>
          <a:p>
            <a:endParaRPr lang="en-IN"/>
          </a:p>
        </p:txBody>
      </p:sp>
      <p:sp>
        <p:nvSpPr>
          <p:cNvPr id="5" name="Shape 3"/>
          <p:cNvSpPr/>
          <p:nvPr/>
        </p:nvSpPr>
        <p:spPr>
          <a:xfrm>
            <a:off x="426720" y="1402080"/>
            <a:ext cx="5242560" cy="792480"/>
          </a:xfrm>
          <a:prstGeom prst="rect">
            <a:avLst/>
          </a:prstGeom>
          <a:solidFill>
            <a:srgbClr val="162244"/>
          </a:solidFill>
          <a:ln w="6350">
            <a:solidFill>
              <a:srgbClr val="1E3A6E"/>
            </a:solidFill>
            <a:prstDash val="solid"/>
          </a:ln>
        </p:spPr>
        <p:txBody>
          <a:bodyPr/>
          <a:lstStyle/>
          <a:p>
            <a:endParaRPr lang="en-IN"/>
          </a:p>
        </p:txBody>
      </p:sp>
      <p:sp>
        <p:nvSpPr>
          <p:cNvPr id="6" name="Shape 4"/>
          <p:cNvSpPr/>
          <p:nvPr/>
        </p:nvSpPr>
        <p:spPr>
          <a:xfrm>
            <a:off x="426720" y="1402080"/>
            <a:ext cx="73152" cy="792480"/>
          </a:xfrm>
          <a:prstGeom prst="rect">
            <a:avLst/>
          </a:prstGeom>
          <a:solidFill>
            <a:srgbClr val="4DD9C0"/>
          </a:solidFill>
          <a:ln w="12700">
            <a:solidFill>
              <a:srgbClr val="4DD9C0"/>
            </a:solidFill>
            <a:prstDash val="solid"/>
          </a:ln>
        </p:spPr>
        <p:txBody>
          <a:bodyPr/>
          <a:lstStyle/>
          <a:p>
            <a:endParaRPr lang="en-IN"/>
          </a:p>
        </p:txBody>
      </p:sp>
      <p:pic>
        <p:nvPicPr>
          <p:cNvPr id="7" name="Image 0" descr="preencoded.png"/>
          <p:cNvPicPr>
            <a:picLocks noChangeAspect="1"/>
          </p:cNvPicPr>
          <p:nvPr/>
        </p:nvPicPr>
        <p:blipFill>
          <a:blip r:embed="rId3"/>
          <a:stretch>
            <a:fillRect/>
          </a:stretch>
        </p:blipFill>
        <p:spPr>
          <a:xfrm>
            <a:off x="609600" y="1499616"/>
            <a:ext cx="548640" cy="548640"/>
          </a:xfrm>
          <a:prstGeom prst="rect">
            <a:avLst/>
          </a:prstGeom>
        </p:spPr>
      </p:pic>
      <p:sp>
        <p:nvSpPr>
          <p:cNvPr id="8" name="Text 5"/>
          <p:cNvSpPr/>
          <p:nvPr/>
        </p:nvSpPr>
        <p:spPr>
          <a:xfrm>
            <a:off x="1280160" y="1450848"/>
            <a:ext cx="4267200" cy="341376"/>
          </a:xfrm>
          <a:prstGeom prst="rect">
            <a:avLst/>
          </a:prstGeom>
          <a:noFill/>
          <a:ln/>
        </p:spPr>
        <p:txBody>
          <a:bodyPr wrap="square" rtlCol="0" anchor="b"/>
          <a:lstStyle/>
          <a:p>
            <a:pPr defTabSz="1219170"/>
            <a:r>
              <a:rPr lang="en-US" sz="1467" b="1" dirty="0">
                <a:solidFill>
                  <a:srgbClr val="FFFFFF"/>
                </a:solidFill>
                <a:latin typeface="Calibri" pitchFamily="34" charset="0"/>
                <a:ea typeface="Calibri" pitchFamily="34" charset="-122"/>
                <a:cs typeface="Calibri" pitchFamily="34" charset="-120"/>
              </a:rPr>
              <a:t>Multi-Source Text Data</a:t>
            </a:r>
            <a:endParaRPr lang="en-US" sz="1467" dirty="0">
              <a:solidFill>
                <a:prstClr val="black"/>
              </a:solidFill>
              <a:latin typeface="Calibri" panose="020F0502020204030204"/>
            </a:endParaRPr>
          </a:p>
        </p:txBody>
      </p:sp>
      <p:sp>
        <p:nvSpPr>
          <p:cNvPr id="9" name="Text 6"/>
          <p:cNvSpPr/>
          <p:nvPr/>
        </p:nvSpPr>
        <p:spPr>
          <a:xfrm>
            <a:off x="1280160" y="1792224"/>
            <a:ext cx="4267200" cy="304800"/>
          </a:xfrm>
          <a:prstGeom prst="rect">
            <a:avLst/>
          </a:prstGeom>
          <a:noFill/>
          <a:ln/>
        </p:spPr>
        <p:txBody>
          <a:bodyPr wrap="square" rtlCol="0" anchor="t"/>
          <a:lstStyle/>
          <a:p>
            <a:pPr defTabSz="1219170"/>
            <a:r>
              <a:rPr lang="en-US" sz="1200" dirty="0">
                <a:solidFill>
                  <a:srgbClr val="7B9CC8"/>
                </a:solidFill>
                <a:latin typeface="Calibri" pitchFamily="34" charset="0"/>
                <a:ea typeface="Calibri" pitchFamily="34" charset="-122"/>
                <a:cs typeface="Calibri" pitchFamily="34" charset="-120"/>
              </a:rPr>
              <a:t>Surveys, exits, onboarding, candidates</a:t>
            </a:r>
            <a:endParaRPr lang="en-US" sz="1200" dirty="0">
              <a:solidFill>
                <a:prstClr val="black"/>
              </a:solidFill>
              <a:latin typeface="Calibri" panose="020F0502020204030204"/>
            </a:endParaRPr>
          </a:p>
        </p:txBody>
      </p:sp>
      <p:sp>
        <p:nvSpPr>
          <p:cNvPr id="10" name="Shape 7"/>
          <p:cNvSpPr/>
          <p:nvPr/>
        </p:nvSpPr>
        <p:spPr>
          <a:xfrm>
            <a:off x="426720" y="2353056"/>
            <a:ext cx="5242560" cy="792480"/>
          </a:xfrm>
          <a:prstGeom prst="rect">
            <a:avLst/>
          </a:prstGeom>
          <a:solidFill>
            <a:srgbClr val="162244"/>
          </a:solidFill>
          <a:ln w="6350">
            <a:solidFill>
              <a:srgbClr val="1E3A6E"/>
            </a:solidFill>
            <a:prstDash val="solid"/>
          </a:ln>
        </p:spPr>
        <p:txBody>
          <a:bodyPr/>
          <a:lstStyle/>
          <a:p>
            <a:endParaRPr lang="en-IN"/>
          </a:p>
        </p:txBody>
      </p:sp>
      <p:sp>
        <p:nvSpPr>
          <p:cNvPr id="11" name="Shape 8"/>
          <p:cNvSpPr/>
          <p:nvPr/>
        </p:nvSpPr>
        <p:spPr>
          <a:xfrm>
            <a:off x="426720" y="2353056"/>
            <a:ext cx="73152" cy="792480"/>
          </a:xfrm>
          <a:prstGeom prst="rect">
            <a:avLst/>
          </a:prstGeom>
          <a:solidFill>
            <a:srgbClr val="4DD9C0"/>
          </a:solidFill>
          <a:ln w="12700">
            <a:solidFill>
              <a:srgbClr val="4DD9C0"/>
            </a:solidFill>
            <a:prstDash val="solid"/>
          </a:ln>
        </p:spPr>
        <p:txBody>
          <a:bodyPr/>
          <a:lstStyle/>
          <a:p>
            <a:endParaRPr lang="en-IN"/>
          </a:p>
        </p:txBody>
      </p:sp>
      <p:pic>
        <p:nvPicPr>
          <p:cNvPr id="12" name="Image 1" descr="preencoded.png"/>
          <p:cNvPicPr>
            <a:picLocks noChangeAspect="1"/>
          </p:cNvPicPr>
          <p:nvPr/>
        </p:nvPicPr>
        <p:blipFill>
          <a:blip r:embed="rId4"/>
          <a:stretch>
            <a:fillRect/>
          </a:stretch>
        </p:blipFill>
        <p:spPr>
          <a:xfrm>
            <a:off x="609600" y="2450592"/>
            <a:ext cx="548640" cy="548640"/>
          </a:xfrm>
          <a:prstGeom prst="rect">
            <a:avLst/>
          </a:prstGeom>
        </p:spPr>
      </p:pic>
      <p:sp>
        <p:nvSpPr>
          <p:cNvPr id="13" name="Text 9"/>
          <p:cNvSpPr/>
          <p:nvPr/>
        </p:nvSpPr>
        <p:spPr>
          <a:xfrm>
            <a:off x="1280160" y="2401824"/>
            <a:ext cx="4267200" cy="341376"/>
          </a:xfrm>
          <a:prstGeom prst="rect">
            <a:avLst/>
          </a:prstGeom>
          <a:noFill/>
          <a:ln/>
        </p:spPr>
        <p:txBody>
          <a:bodyPr wrap="square" rtlCol="0" anchor="b"/>
          <a:lstStyle/>
          <a:p>
            <a:pPr defTabSz="1219170"/>
            <a:r>
              <a:rPr lang="en-US" sz="1467" b="1" dirty="0">
                <a:solidFill>
                  <a:srgbClr val="FFFFFF"/>
                </a:solidFill>
                <a:latin typeface="Calibri" pitchFamily="34" charset="0"/>
                <a:ea typeface="Calibri" pitchFamily="34" charset="-122"/>
                <a:cs typeface="Calibri" pitchFamily="34" charset="-120"/>
              </a:rPr>
              <a:t>Standardized Pre-Processing</a:t>
            </a:r>
            <a:endParaRPr lang="en-US" sz="1467" dirty="0">
              <a:solidFill>
                <a:prstClr val="black"/>
              </a:solidFill>
              <a:latin typeface="Calibri" panose="020F0502020204030204"/>
            </a:endParaRPr>
          </a:p>
        </p:txBody>
      </p:sp>
      <p:sp>
        <p:nvSpPr>
          <p:cNvPr id="14" name="Text 10"/>
          <p:cNvSpPr/>
          <p:nvPr/>
        </p:nvSpPr>
        <p:spPr>
          <a:xfrm>
            <a:off x="1280160" y="2743200"/>
            <a:ext cx="4267200" cy="304800"/>
          </a:xfrm>
          <a:prstGeom prst="rect">
            <a:avLst/>
          </a:prstGeom>
          <a:noFill/>
          <a:ln/>
        </p:spPr>
        <p:txBody>
          <a:bodyPr wrap="square" rtlCol="0" anchor="t"/>
          <a:lstStyle/>
          <a:p>
            <a:pPr defTabSz="1219170"/>
            <a:r>
              <a:rPr lang="en-US" sz="1200" dirty="0">
                <a:solidFill>
                  <a:srgbClr val="7B9CC8"/>
                </a:solidFill>
                <a:latin typeface="Calibri" pitchFamily="34" charset="0"/>
                <a:ea typeface="Calibri" pitchFamily="34" charset="-122"/>
                <a:cs typeface="Calibri" pitchFamily="34" charset="-120"/>
              </a:rPr>
              <a:t>Cleaning, normalization, de-duplication</a:t>
            </a:r>
            <a:endParaRPr lang="en-US" sz="1200" dirty="0">
              <a:solidFill>
                <a:prstClr val="black"/>
              </a:solidFill>
              <a:latin typeface="Calibri" panose="020F0502020204030204"/>
            </a:endParaRPr>
          </a:p>
        </p:txBody>
      </p:sp>
      <p:sp>
        <p:nvSpPr>
          <p:cNvPr id="15" name="Shape 11"/>
          <p:cNvSpPr/>
          <p:nvPr/>
        </p:nvSpPr>
        <p:spPr>
          <a:xfrm>
            <a:off x="426720" y="3304032"/>
            <a:ext cx="5242560" cy="792480"/>
          </a:xfrm>
          <a:prstGeom prst="rect">
            <a:avLst/>
          </a:prstGeom>
          <a:solidFill>
            <a:srgbClr val="162244"/>
          </a:solidFill>
          <a:ln w="6350">
            <a:solidFill>
              <a:srgbClr val="1E3A6E"/>
            </a:solidFill>
            <a:prstDash val="solid"/>
          </a:ln>
        </p:spPr>
        <p:txBody>
          <a:bodyPr/>
          <a:lstStyle/>
          <a:p>
            <a:endParaRPr lang="en-IN"/>
          </a:p>
        </p:txBody>
      </p:sp>
      <p:sp>
        <p:nvSpPr>
          <p:cNvPr id="16" name="Shape 12"/>
          <p:cNvSpPr/>
          <p:nvPr/>
        </p:nvSpPr>
        <p:spPr>
          <a:xfrm>
            <a:off x="426720" y="3304032"/>
            <a:ext cx="73152" cy="792480"/>
          </a:xfrm>
          <a:prstGeom prst="rect">
            <a:avLst/>
          </a:prstGeom>
          <a:solidFill>
            <a:srgbClr val="4DD9C0"/>
          </a:solidFill>
          <a:ln w="12700">
            <a:solidFill>
              <a:srgbClr val="4DD9C0"/>
            </a:solidFill>
            <a:prstDash val="solid"/>
          </a:ln>
        </p:spPr>
        <p:txBody>
          <a:bodyPr/>
          <a:lstStyle/>
          <a:p>
            <a:endParaRPr lang="en-IN"/>
          </a:p>
        </p:txBody>
      </p:sp>
      <p:pic>
        <p:nvPicPr>
          <p:cNvPr id="17" name="Image 2" descr="preencoded.png"/>
          <p:cNvPicPr>
            <a:picLocks noChangeAspect="1"/>
          </p:cNvPicPr>
          <p:nvPr/>
        </p:nvPicPr>
        <p:blipFill>
          <a:blip r:embed="rId5"/>
          <a:stretch>
            <a:fillRect/>
          </a:stretch>
        </p:blipFill>
        <p:spPr>
          <a:xfrm>
            <a:off x="609600" y="3401568"/>
            <a:ext cx="548640" cy="548640"/>
          </a:xfrm>
          <a:prstGeom prst="rect">
            <a:avLst/>
          </a:prstGeom>
        </p:spPr>
      </p:pic>
      <p:sp>
        <p:nvSpPr>
          <p:cNvPr id="18" name="Text 13"/>
          <p:cNvSpPr/>
          <p:nvPr/>
        </p:nvSpPr>
        <p:spPr>
          <a:xfrm>
            <a:off x="1280160" y="3352800"/>
            <a:ext cx="4267200" cy="341376"/>
          </a:xfrm>
          <a:prstGeom prst="rect">
            <a:avLst/>
          </a:prstGeom>
          <a:noFill/>
          <a:ln/>
        </p:spPr>
        <p:txBody>
          <a:bodyPr wrap="square" rtlCol="0" anchor="b"/>
          <a:lstStyle/>
          <a:p>
            <a:pPr defTabSz="1219170"/>
            <a:r>
              <a:rPr lang="en-US" sz="1467" b="1" dirty="0">
                <a:solidFill>
                  <a:srgbClr val="FFFFFF"/>
                </a:solidFill>
                <a:latin typeface="Calibri" pitchFamily="34" charset="0"/>
                <a:ea typeface="Calibri" pitchFamily="34" charset="-122"/>
                <a:cs typeface="Calibri" pitchFamily="34" charset="-120"/>
              </a:rPr>
              <a:t>AI-Driven Sentiment Scoring</a:t>
            </a:r>
            <a:endParaRPr lang="en-US" sz="1467" dirty="0">
              <a:solidFill>
                <a:prstClr val="black"/>
              </a:solidFill>
              <a:latin typeface="Calibri" panose="020F0502020204030204"/>
            </a:endParaRPr>
          </a:p>
        </p:txBody>
      </p:sp>
      <p:sp>
        <p:nvSpPr>
          <p:cNvPr id="19" name="Text 14"/>
          <p:cNvSpPr/>
          <p:nvPr/>
        </p:nvSpPr>
        <p:spPr>
          <a:xfrm>
            <a:off x="1280160" y="3694176"/>
            <a:ext cx="4267200" cy="304800"/>
          </a:xfrm>
          <a:prstGeom prst="rect">
            <a:avLst/>
          </a:prstGeom>
          <a:noFill/>
          <a:ln/>
        </p:spPr>
        <p:txBody>
          <a:bodyPr wrap="square" rtlCol="0" anchor="t"/>
          <a:lstStyle/>
          <a:p>
            <a:pPr defTabSz="1219170"/>
            <a:r>
              <a:rPr lang="en-US" sz="1200" dirty="0">
                <a:solidFill>
                  <a:srgbClr val="7B9CC8"/>
                </a:solidFill>
                <a:latin typeface="Calibri" pitchFamily="34" charset="0"/>
                <a:ea typeface="Calibri" pitchFamily="34" charset="-122"/>
                <a:cs typeface="Calibri" pitchFamily="34" charset="-120"/>
              </a:rPr>
              <a:t>Transformer NLP: </a:t>
            </a:r>
            <a:r>
              <a:rPr lang="en-US" sz="1200" dirty="0">
                <a:solidFill>
                  <a:schemeClr val="accent1">
                    <a:lumMod val="60000"/>
                    <a:lumOff val="40000"/>
                  </a:schemeClr>
                </a:solidFill>
                <a:latin typeface="Calibri" pitchFamily="34" charset="0"/>
                <a:ea typeface="Calibri" pitchFamily="34" charset="-122"/>
                <a:cs typeface="Calibri" pitchFamily="34" charset="-120"/>
              </a:rPr>
              <a:t>Positive</a:t>
            </a:r>
            <a:r>
              <a:rPr lang="en-US" sz="1200" dirty="0">
                <a:solidFill>
                  <a:srgbClr val="7B9CC8"/>
                </a:solidFill>
                <a:latin typeface="Calibri" pitchFamily="34" charset="0"/>
                <a:ea typeface="Calibri" pitchFamily="34" charset="-122"/>
                <a:cs typeface="Calibri" pitchFamily="34" charset="-120"/>
              </a:rPr>
              <a:t> / Neutral / Negative</a:t>
            </a:r>
            <a:endParaRPr lang="en-US" sz="1200" dirty="0">
              <a:solidFill>
                <a:prstClr val="black"/>
              </a:solidFill>
              <a:latin typeface="Calibri" panose="020F0502020204030204"/>
            </a:endParaRPr>
          </a:p>
        </p:txBody>
      </p:sp>
      <p:sp>
        <p:nvSpPr>
          <p:cNvPr id="20" name="Shape 15"/>
          <p:cNvSpPr/>
          <p:nvPr/>
        </p:nvSpPr>
        <p:spPr>
          <a:xfrm>
            <a:off x="426720" y="4255008"/>
            <a:ext cx="5242560" cy="792480"/>
          </a:xfrm>
          <a:prstGeom prst="rect">
            <a:avLst/>
          </a:prstGeom>
          <a:solidFill>
            <a:srgbClr val="162244"/>
          </a:solidFill>
          <a:ln w="6350">
            <a:solidFill>
              <a:srgbClr val="1E3A6E"/>
            </a:solidFill>
            <a:prstDash val="solid"/>
          </a:ln>
        </p:spPr>
        <p:txBody>
          <a:bodyPr/>
          <a:lstStyle/>
          <a:p>
            <a:endParaRPr lang="en-IN"/>
          </a:p>
        </p:txBody>
      </p:sp>
      <p:sp>
        <p:nvSpPr>
          <p:cNvPr id="21" name="Shape 16"/>
          <p:cNvSpPr/>
          <p:nvPr/>
        </p:nvSpPr>
        <p:spPr>
          <a:xfrm>
            <a:off x="426720" y="4255008"/>
            <a:ext cx="73152" cy="792480"/>
          </a:xfrm>
          <a:prstGeom prst="rect">
            <a:avLst/>
          </a:prstGeom>
          <a:solidFill>
            <a:srgbClr val="4DD9C0"/>
          </a:solidFill>
          <a:ln w="12700">
            <a:solidFill>
              <a:srgbClr val="4DD9C0"/>
            </a:solidFill>
            <a:prstDash val="solid"/>
          </a:ln>
        </p:spPr>
        <p:txBody>
          <a:bodyPr/>
          <a:lstStyle/>
          <a:p>
            <a:endParaRPr lang="en-IN"/>
          </a:p>
        </p:txBody>
      </p:sp>
      <p:pic>
        <p:nvPicPr>
          <p:cNvPr id="22" name="Image 3" descr="preencoded.png"/>
          <p:cNvPicPr>
            <a:picLocks noChangeAspect="1"/>
          </p:cNvPicPr>
          <p:nvPr/>
        </p:nvPicPr>
        <p:blipFill>
          <a:blip r:embed="rId6"/>
          <a:stretch>
            <a:fillRect/>
          </a:stretch>
        </p:blipFill>
        <p:spPr>
          <a:xfrm>
            <a:off x="609600" y="4352544"/>
            <a:ext cx="548640" cy="548640"/>
          </a:xfrm>
          <a:prstGeom prst="rect">
            <a:avLst/>
          </a:prstGeom>
        </p:spPr>
      </p:pic>
      <p:sp>
        <p:nvSpPr>
          <p:cNvPr id="23" name="Text 17"/>
          <p:cNvSpPr/>
          <p:nvPr/>
        </p:nvSpPr>
        <p:spPr>
          <a:xfrm>
            <a:off x="1280160" y="4303776"/>
            <a:ext cx="4267200" cy="341376"/>
          </a:xfrm>
          <a:prstGeom prst="rect">
            <a:avLst/>
          </a:prstGeom>
          <a:noFill/>
          <a:ln/>
        </p:spPr>
        <p:txBody>
          <a:bodyPr wrap="square" rtlCol="0" anchor="b"/>
          <a:lstStyle/>
          <a:p>
            <a:pPr defTabSz="1219170"/>
            <a:r>
              <a:rPr lang="en-US" sz="1467" b="1" dirty="0">
                <a:solidFill>
                  <a:srgbClr val="FFFFFF"/>
                </a:solidFill>
                <a:latin typeface="Calibri" pitchFamily="34" charset="0"/>
                <a:ea typeface="Calibri" pitchFamily="34" charset="-122"/>
                <a:cs typeface="Calibri" pitchFamily="34" charset="-120"/>
              </a:rPr>
              <a:t>Context-Aware Logic</a:t>
            </a:r>
            <a:endParaRPr lang="en-US" sz="1467" dirty="0">
              <a:solidFill>
                <a:prstClr val="black"/>
              </a:solidFill>
              <a:latin typeface="Calibri" panose="020F0502020204030204"/>
            </a:endParaRPr>
          </a:p>
        </p:txBody>
      </p:sp>
      <p:sp>
        <p:nvSpPr>
          <p:cNvPr id="24" name="Text 18"/>
          <p:cNvSpPr/>
          <p:nvPr/>
        </p:nvSpPr>
        <p:spPr>
          <a:xfrm>
            <a:off x="1280160" y="4645152"/>
            <a:ext cx="4267200" cy="304800"/>
          </a:xfrm>
          <a:prstGeom prst="rect">
            <a:avLst/>
          </a:prstGeom>
          <a:noFill/>
          <a:ln/>
        </p:spPr>
        <p:txBody>
          <a:bodyPr wrap="square" rtlCol="0" anchor="t"/>
          <a:lstStyle/>
          <a:p>
            <a:pPr defTabSz="1219170"/>
            <a:r>
              <a:rPr lang="en-US" sz="1200" dirty="0">
                <a:solidFill>
                  <a:srgbClr val="7B9CC8"/>
                </a:solidFill>
                <a:latin typeface="Calibri" pitchFamily="34" charset="0"/>
                <a:ea typeface="Calibri" pitchFamily="34" charset="-122"/>
                <a:cs typeface="Calibri" pitchFamily="34" charset="-120"/>
              </a:rPr>
              <a:t>Contrast phrases handled for accuracy</a:t>
            </a:r>
            <a:endParaRPr lang="en-US" sz="1200" dirty="0">
              <a:solidFill>
                <a:prstClr val="black"/>
              </a:solidFill>
              <a:latin typeface="Calibri" panose="020F0502020204030204"/>
            </a:endParaRPr>
          </a:p>
        </p:txBody>
      </p:sp>
      <p:sp>
        <p:nvSpPr>
          <p:cNvPr id="25" name="Shape 19"/>
          <p:cNvSpPr/>
          <p:nvPr/>
        </p:nvSpPr>
        <p:spPr>
          <a:xfrm>
            <a:off x="426720" y="5205984"/>
            <a:ext cx="5242560" cy="792480"/>
          </a:xfrm>
          <a:prstGeom prst="rect">
            <a:avLst/>
          </a:prstGeom>
          <a:solidFill>
            <a:srgbClr val="162244"/>
          </a:solidFill>
          <a:ln w="6350">
            <a:solidFill>
              <a:srgbClr val="1E3A6E"/>
            </a:solidFill>
            <a:prstDash val="solid"/>
          </a:ln>
        </p:spPr>
        <p:txBody>
          <a:bodyPr/>
          <a:lstStyle/>
          <a:p>
            <a:endParaRPr lang="en-IN"/>
          </a:p>
        </p:txBody>
      </p:sp>
      <p:sp>
        <p:nvSpPr>
          <p:cNvPr id="26" name="Shape 20"/>
          <p:cNvSpPr/>
          <p:nvPr/>
        </p:nvSpPr>
        <p:spPr>
          <a:xfrm>
            <a:off x="426720" y="5205984"/>
            <a:ext cx="73152" cy="792480"/>
          </a:xfrm>
          <a:prstGeom prst="rect">
            <a:avLst/>
          </a:prstGeom>
          <a:solidFill>
            <a:srgbClr val="4DD9C0"/>
          </a:solidFill>
          <a:ln w="12700">
            <a:solidFill>
              <a:srgbClr val="4DD9C0"/>
            </a:solidFill>
            <a:prstDash val="solid"/>
          </a:ln>
        </p:spPr>
        <p:txBody>
          <a:bodyPr/>
          <a:lstStyle/>
          <a:p>
            <a:endParaRPr lang="en-IN"/>
          </a:p>
        </p:txBody>
      </p:sp>
      <p:pic>
        <p:nvPicPr>
          <p:cNvPr id="27" name="Image 4" descr="preencoded.png"/>
          <p:cNvPicPr>
            <a:picLocks noChangeAspect="1"/>
          </p:cNvPicPr>
          <p:nvPr/>
        </p:nvPicPr>
        <p:blipFill>
          <a:blip r:embed="rId7"/>
          <a:stretch>
            <a:fillRect/>
          </a:stretch>
        </p:blipFill>
        <p:spPr>
          <a:xfrm>
            <a:off x="609600" y="5303520"/>
            <a:ext cx="548640" cy="548640"/>
          </a:xfrm>
          <a:prstGeom prst="rect">
            <a:avLst/>
          </a:prstGeom>
        </p:spPr>
      </p:pic>
      <p:sp>
        <p:nvSpPr>
          <p:cNvPr id="28" name="Text 21"/>
          <p:cNvSpPr/>
          <p:nvPr/>
        </p:nvSpPr>
        <p:spPr>
          <a:xfrm>
            <a:off x="1280160" y="5254752"/>
            <a:ext cx="4267200" cy="341376"/>
          </a:xfrm>
          <a:prstGeom prst="rect">
            <a:avLst/>
          </a:prstGeom>
          <a:noFill/>
          <a:ln/>
        </p:spPr>
        <p:txBody>
          <a:bodyPr wrap="square" rtlCol="0" anchor="b"/>
          <a:lstStyle/>
          <a:p>
            <a:pPr defTabSz="1219170"/>
            <a:r>
              <a:rPr lang="en-US" sz="1467" b="1" dirty="0">
                <a:solidFill>
                  <a:srgbClr val="FFFFFF"/>
                </a:solidFill>
                <a:latin typeface="Calibri" pitchFamily="34" charset="0"/>
                <a:ea typeface="Calibri" pitchFamily="34" charset="-122"/>
                <a:cs typeface="Calibri" pitchFamily="34" charset="-120"/>
              </a:rPr>
              <a:t>Insight-to-Action Outputs</a:t>
            </a:r>
            <a:endParaRPr lang="en-US" sz="1467" dirty="0">
              <a:solidFill>
                <a:prstClr val="black"/>
              </a:solidFill>
              <a:latin typeface="Calibri" panose="020F0502020204030204"/>
            </a:endParaRPr>
          </a:p>
        </p:txBody>
      </p:sp>
      <p:sp>
        <p:nvSpPr>
          <p:cNvPr id="29" name="Text 22"/>
          <p:cNvSpPr/>
          <p:nvPr/>
        </p:nvSpPr>
        <p:spPr>
          <a:xfrm>
            <a:off x="1280160" y="5596128"/>
            <a:ext cx="4267200" cy="304800"/>
          </a:xfrm>
          <a:prstGeom prst="rect">
            <a:avLst/>
          </a:prstGeom>
          <a:noFill/>
          <a:ln/>
        </p:spPr>
        <p:txBody>
          <a:bodyPr wrap="square" rtlCol="0" anchor="t"/>
          <a:lstStyle/>
          <a:p>
            <a:pPr defTabSz="1219170"/>
            <a:r>
              <a:rPr lang="en-US" sz="1200" dirty="0">
                <a:solidFill>
                  <a:srgbClr val="7B9CC8"/>
                </a:solidFill>
                <a:latin typeface="Calibri" pitchFamily="34" charset="0"/>
                <a:ea typeface="Calibri" pitchFamily="34" charset="-122"/>
                <a:cs typeface="Calibri" pitchFamily="34" charset="-120"/>
              </a:rPr>
              <a:t>Aggregated insights for priority decisions</a:t>
            </a:r>
            <a:endParaRPr lang="en-US" sz="1200" dirty="0">
              <a:solidFill>
                <a:prstClr val="black"/>
              </a:solidFill>
              <a:latin typeface="Calibri" panose="020F0502020204030204"/>
            </a:endParaRPr>
          </a:p>
        </p:txBody>
      </p:sp>
      <p:sp>
        <p:nvSpPr>
          <p:cNvPr id="30" name="Text 23"/>
          <p:cNvSpPr/>
          <p:nvPr/>
        </p:nvSpPr>
        <p:spPr>
          <a:xfrm>
            <a:off x="6035040" y="1341120"/>
            <a:ext cx="5730240" cy="304800"/>
          </a:xfrm>
          <a:prstGeom prst="rect">
            <a:avLst/>
          </a:prstGeom>
          <a:noFill/>
          <a:ln/>
        </p:spPr>
        <p:txBody>
          <a:bodyPr wrap="square" rtlCol="0" anchor="ctr"/>
          <a:lstStyle/>
          <a:p>
            <a:pPr defTabSz="1219170"/>
            <a:r>
              <a:rPr lang="en-US" sz="1200" b="1" kern="0" spc="267" dirty="0">
                <a:solidFill>
                  <a:srgbClr val="4DD9C0"/>
                </a:solidFill>
                <a:latin typeface="Calibri" pitchFamily="34" charset="0"/>
                <a:ea typeface="Calibri" pitchFamily="34" charset="-122"/>
                <a:cs typeface="Calibri" pitchFamily="34" charset="-120"/>
              </a:rPr>
              <a:t>SENTIMENT ANALYSIS MATRIX</a:t>
            </a:r>
            <a:endParaRPr lang="en-US" sz="1200" dirty="0">
              <a:solidFill>
                <a:prstClr val="black"/>
              </a:solidFill>
              <a:latin typeface="Calibri" panose="020F0502020204030204"/>
            </a:endParaRPr>
          </a:p>
        </p:txBody>
      </p:sp>
      <p:graphicFrame>
        <p:nvGraphicFramePr>
          <p:cNvPr id="31" name="Table 0"/>
          <p:cNvGraphicFramePr>
            <a:graphicFrameLocks noGrp="1"/>
          </p:cNvGraphicFramePr>
          <p:nvPr>
            <p:extLst>
              <p:ext uri="{D42A27DB-BD31-4B8C-83A1-F6EECF244321}">
                <p14:modId xmlns:p14="http://schemas.microsoft.com/office/powerpoint/2010/main" val="3787102879"/>
              </p:ext>
            </p:extLst>
          </p:nvPr>
        </p:nvGraphicFramePr>
        <p:xfrm>
          <a:off x="6035040" y="1682496"/>
          <a:ext cx="5730240" cy="2340864"/>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585216">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Input Type</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A3060"/>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NLP Method</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A3060"/>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Special Rules</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A3060"/>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A3060"/>
                    </a:solidFill>
                  </a:tcPr>
                </a:tc>
                <a:extLst>
                  <a:ext uri="{0D108BD9-81ED-4DB2-BD59-A6C34878D82A}">
                    <a16:rowId xmlns:a16="http://schemas.microsoft.com/office/drawing/2014/main" val="10000"/>
                  </a:ext>
                </a:extLst>
              </a:tr>
              <a:tr h="585216">
                <a:tc>
                  <a:txBody>
                    <a:bodyPr/>
                    <a:lstStyle/>
                    <a:p>
                      <a:pPr marL="0" indent="0">
                        <a:buNone/>
                      </a:pPr>
                      <a:r>
                        <a:rPr lang="en-US" sz="1300" dirty="0">
                          <a:solidFill>
                            <a:srgbClr val="FFFFFF"/>
                          </a:solidFill>
                          <a:latin typeface="Calibri" pitchFamily="34" charset="0"/>
                          <a:ea typeface="Calibri" pitchFamily="34" charset="-122"/>
                          <a:cs typeface="Calibri" pitchFamily="34" charset="-120"/>
                        </a:rPr>
                        <a:t>Long Feedback</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tc>
                  <a:txBody>
                    <a:bodyPr/>
                    <a:lstStyle/>
                    <a:p>
                      <a:pPr marL="0" indent="0">
                        <a:buNone/>
                      </a:pPr>
                      <a:r>
                        <a:rPr lang="en-US" sz="1300" dirty="0">
                          <a:solidFill>
                            <a:srgbClr val="7B9CC8"/>
                          </a:solidFill>
                          <a:latin typeface="Calibri" pitchFamily="34" charset="0"/>
                          <a:ea typeface="Calibri" pitchFamily="34" charset="-122"/>
                          <a:cs typeface="Calibri" pitchFamily="34" charset="-120"/>
                        </a:rPr>
                        <a:t>Sentiment + Topic</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tc>
                  <a:txBody>
                    <a:bodyPr/>
                    <a:lstStyle/>
                    <a:p>
                      <a:pPr marL="0" indent="0">
                        <a:buNone/>
                      </a:pPr>
                      <a:r>
                        <a:rPr lang="en-US" sz="1300" dirty="0">
                          <a:solidFill>
                            <a:srgbClr val="7B9CC8"/>
                          </a:solidFill>
                          <a:latin typeface="Calibri" pitchFamily="34" charset="0"/>
                          <a:ea typeface="Calibri" pitchFamily="34" charset="-122"/>
                          <a:cs typeface="Calibri" pitchFamily="34" charset="-120"/>
                        </a:rPr>
                        <a:t>Contrast override</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tc>
                  <a:txBody>
                    <a:bodyPr/>
                    <a:lstStyle/>
                    <a:p>
                      <a:pPr marL="0" indent="0">
                        <a:buNone/>
                      </a:pPr>
                      <a:r>
                        <a:rPr lang="en-US" sz="1300" b="0" dirty="0">
                          <a:solidFill>
                            <a:schemeClr val="tx2">
                              <a:lumMod val="60000"/>
                              <a:lumOff val="40000"/>
                            </a:schemeClr>
                          </a:solidFill>
                          <a:latin typeface="Calibri" pitchFamily="34" charset="0"/>
                          <a:ea typeface="Calibri" pitchFamily="34" charset="-122"/>
                          <a:cs typeface="Calibri" pitchFamily="34" charset="-120"/>
                        </a:rPr>
                        <a:t>Pos / Neu / Neg</a:t>
                      </a:r>
                      <a:endParaRPr lang="en-US" sz="1300" b="0" dirty="0">
                        <a:solidFill>
                          <a:schemeClr val="tx2">
                            <a:lumMod val="60000"/>
                            <a:lumOff val="40000"/>
                          </a:schemeClr>
                        </a:solidFill>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extLst>
                  <a:ext uri="{0D108BD9-81ED-4DB2-BD59-A6C34878D82A}">
                    <a16:rowId xmlns:a16="http://schemas.microsoft.com/office/drawing/2014/main" val="10001"/>
                  </a:ext>
                </a:extLst>
              </a:tr>
              <a:tr h="585216">
                <a:tc>
                  <a:txBody>
                    <a:bodyPr/>
                    <a:lstStyle/>
                    <a:p>
                      <a:pPr marL="0" indent="0">
                        <a:buNone/>
                      </a:pPr>
                      <a:r>
                        <a:rPr lang="en-US" sz="1300" dirty="0">
                          <a:solidFill>
                            <a:srgbClr val="FFFFFF"/>
                          </a:solidFill>
                          <a:latin typeface="Calibri" pitchFamily="34" charset="0"/>
                          <a:ea typeface="Calibri" pitchFamily="34" charset="-122"/>
                          <a:cs typeface="Calibri" pitchFamily="34" charset="-120"/>
                        </a:rPr>
                        <a:t>Suggestions</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12040"/>
                    </a:solidFill>
                  </a:tcPr>
                </a:tc>
                <a:tc>
                  <a:txBody>
                    <a:bodyPr/>
                    <a:lstStyle/>
                    <a:p>
                      <a:pPr marL="0" indent="0">
                        <a:buNone/>
                      </a:pPr>
                      <a:r>
                        <a:rPr lang="en-US" sz="1300" dirty="0">
                          <a:solidFill>
                            <a:srgbClr val="7B9CC8"/>
                          </a:solidFill>
                          <a:latin typeface="Calibri" pitchFamily="34" charset="0"/>
                          <a:ea typeface="Calibri" pitchFamily="34" charset="-122"/>
                          <a:cs typeface="Calibri" pitchFamily="34" charset="-120"/>
                        </a:rPr>
                        <a:t>Topic Modelling</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12040"/>
                    </a:solidFill>
                  </a:tcPr>
                </a:tc>
                <a:tc>
                  <a:txBody>
                    <a:bodyPr/>
                    <a:lstStyle/>
                    <a:p>
                      <a:pPr marL="0" indent="0">
                        <a:buNone/>
                      </a:pPr>
                      <a:r>
                        <a:rPr lang="en-US" sz="1300" dirty="0">
                          <a:solidFill>
                            <a:srgbClr val="7B9CC8"/>
                          </a:solidFill>
                          <a:latin typeface="Calibri" pitchFamily="34" charset="0"/>
                          <a:ea typeface="Calibri" pitchFamily="34" charset="-122"/>
                          <a:cs typeface="Calibri" pitchFamily="34" charset="-120"/>
                        </a:rPr>
                        <a:t>Topic Extraction only</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12040"/>
                    </a:solidFill>
                  </a:tcPr>
                </a:tc>
                <a:tc>
                  <a:txBody>
                    <a:bodyPr/>
                    <a:lstStyle/>
                    <a:p>
                      <a:pPr marL="0" indent="0">
                        <a:buNone/>
                      </a:pPr>
                      <a:r>
                        <a:rPr lang="en-US" sz="1300" b="0" dirty="0">
                          <a:solidFill>
                            <a:schemeClr val="tx2">
                              <a:lumMod val="60000"/>
                              <a:lumOff val="40000"/>
                            </a:schemeClr>
                          </a:solidFill>
                          <a:latin typeface="Calibri" pitchFamily="34" charset="0"/>
                          <a:ea typeface="Calibri" pitchFamily="34" charset="-122"/>
                          <a:cs typeface="Calibri" pitchFamily="34" charset="-120"/>
                        </a:rPr>
                        <a:t>Key Themes</a:t>
                      </a:r>
                      <a:endParaRPr lang="en-US" sz="1300" b="0" dirty="0">
                        <a:solidFill>
                          <a:schemeClr val="tx2">
                            <a:lumMod val="60000"/>
                            <a:lumOff val="40000"/>
                          </a:schemeClr>
                        </a:solidFill>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12040"/>
                    </a:solidFill>
                  </a:tcPr>
                </a:tc>
                <a:extLst>
                  <a:ext uri="{0D108BD9-81ED-4DB2-BD59-A6C34878D82A}">
                    <a16:rowId xmlns:a16="http://schemas.microsoft.com/office/drawing/2014/main" val="10002"/>
                  </a:ext>
                </a:extLst>
              </a:tr>
              <a:tr h="585216">
                <a:tc>
                  <a:txBody>
                    <a:bodyPr/>
                    <a:lstStyle/>
                    <a:p>
                      <a:pPr marL="0" indent="0">
                        <a:buNone/>
                      </a:pPr>
                      <a:r>
                        <a:rPr lang="en-US" sz="1300" dirty="0">
                          <a:solidFill>
                            <a:srgbClr val="FFFFFF"/>
                          </a:solidFill>
                          <a:latin typeface="Calibri" pitchFamily="34" charset="0"/>
                          <a:ea typeface="Calibri" pitchFamily="34" charset="-122"/>
                          <a:cs typeface="Calibri" pitchFamily="34" charset="-120"/>
                        </a:rPr>
                        <a:t>Survey Ratings (1–5)</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tc>
                  <a:txBody>
                    <a:bodyPr/>
                    <a:lstStyle/>
                    <a:p>
                      <a:pPr marL="0" indent="0">
                        <a:buNone/>
                      </a:pPr>
                      <a:r>
                        <a:rPr lang="en-US" sz="1300" dirty="0">
                          <a:solidFill>
                            <a:schemeClr val="tx2">
                              <a:lumMod val="60000"/>
                              <a:lumOff val="40000"/>
                            </a:schemeClr>
                          </a:solidFill>
                          <a:latin typeface="Calibri" pitchFamily="34" charset="0"/>
                          <a:ea typeface="Calibri" pitchFamily="34" charset="-122"/>
                          <a:cs typeface="Calibri" pitchFamily="34" charset="-120"/>
                        </a:rPr>
                        <a:t>Rule-Based</a:t>
                      </a:r>
                      <a:r>
                        <a:rPr lang="en-US" sz="1300" dirty="0">
                          <a:solidFill>
                            <a:srgbClr val="7B9CC8"/>
                          </a:solidFill>
                          <a:latin typeface="Calibri" pitchFamily="34" charset="0"/>
                          <a:ea typeface="Calibri" pitchFamily="34" charset="-122"/>
                          <a:cs typeface="Calibri" pitchFamily="34" charset="-120"/>
                        </a:rPr>
                        <a:t> Mapping</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tc>
                  <a:txBody>
                    <a:bodyPr/>
                    <a:lstStyle/>
                    <a:p>
                      <a:pPr marL="0" indent="0">
                        <a:buNone/>
                      </a:pPr>
                      <a:r>
                        <a:rPr lang="en-US" sz="1300" dirty="0">
                          <a:solidFill>
                            <a:srgbClr val="7B9CC8"/>
                          </a:solidFill>
                          <a:latin typeface="Calibri" pitchFamily="34" charset="0"/>
                          <a:ea typeface="Calibri" pitchFamily="34" charset="-122"/>
                          <a:cs typeface="Calibri" pitchFamily="34" charset="-120"/>
                        </a:rPr>
                        <a:t>1–2=Neg, 3=Neu, 4–5=Pos</a:t>
                      </a:r>
                      <a:endParaRPr lang="en-US" sz="1300" dirty="0">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tc>
                  <a:txBody>
                    <a:bodyPr/>
                    <a:lstStyle/>
                    <a:p>
                      <a:pPr marL="0" indent="0">
                        <a:buNone/>
                      </a:pPr>
                      <a:r>
                        <a:rPr lang="en-US" sz="1300" b="0" dirty="0">
                          <a:solidFill>
                            <a:schemeClr val="tx2">
                              <a:lumMod val="60000"/>
                              <a:lumOff val="40000"/>
                            </a:schemeClr>
                          </a:solidFill>
                          <a:latin typeface="Calibri" pitchFamily="34" charset="0"/>
                          <a:ea typeface="Calibri" pitchFamily="34" charset="-122"/>
                          <a:cs typeface="Calibri" pitchFamily="34" charset="-120"/>
                        </a:rPr>
                        <a:t>Pos / Neu / Neg</a:t>
                      </a:r>
                      <a:endParaRPr lang="en-US" sz="1300" b="0" dirty="0">
                        <a:solidFill>
                          <a:schemeClr val="tx2">
                            <a:lumMod val="60000"/>
                            <a:lumOff val="40000"/>
                          </a:schemeClr>
                        </a:solidFill>
                        <a:latin typeface="Calibri" charset="0"/>
                        <a:ea typeface="Calibri" charset="0"/>
                        <a:cs typeface="Calibri" charset="0"/>
                      </a:endParaRPr>
                    </a:p>
                  </a:txBody>
                  <a:tcPr marL="85344" marR="85344" marT="85344" marB="85344">
                    <a:lnL w="6350" cap="flat" cmpd="sng" algn="ctr">
                      <a:solidFill>
                        <a:srgbClr val="1E3A6E"/>
                      </a:solidFill>
                      <a:prstDash val="solid"/>
                      <a:round/>
                      <a:headEnd type="none" w="med" len="med"/>
                      <a:tailEnd type="none" w="med" len="med"/>
                    </a:lnL>
                    <a:lnR w="6350" cap="flat" cmpd="sng" algn="ctr">
                      <a:solidFill>
                        <a:srgbClr val="1E3A6E"/>
                      </a:solidFill>
                      <a:prstDash val="solid"/>
                      <a:round/>
                      <a:headEnd type="none" w="med" len="med"/>
                      <a:tailEnd type="none" w="med" len="med"/>
                    </a:lnR>
                    <a:lnT w="6350" cap="flat" cmpd="sng" algn="ctr">
                      <a:solidFill>
                        <a:srgbClr val="1E3A6E"/>
                      </a:solidFill>
                      <a:prstDash val="solid"/>
                      <a:round/>
                      <a:headEnd type="none" w="med" len="med"/>
                      <a:tailEnd type="none" w="med" len="med"/>
                    </a:lnT>
                    <a:lnB w="6350" cap="flat" cmpd="sng" algn="ctr">
                      <a:solidFill>
                        <a:srgbClr val="1E3A6E"/>
                      </a:solidFill>
                      <a:prstDash val="solid"/>
                      <a:round/>
                      <a:headEnd type="none" w="med" len="med"/>
                      <a:tailEnd type="none" w="med" len="med"/>
                    </a:lnB>
                    <a:solidFill>
                      <a:srgbClr val="162244"/>
                    </a:solidFill>
                  </a:tcPr>
                </a:tc>
                <a:extLst>
                  <a:ext uri="{0D108BD9-81ED-4DB2-BD59-A6C34878D82A}">
                    <a16:rowId xmlns:a16="http://schemas.microsoft.com/office/drawing/2014/main" val="10003"/>
                  </a:ext>
                </a:extLst>
              </a:tr>
            </a:tbl>
          </a:graphicData>
        </a:graphic>
      </p:graphicFrame>
      <p:sp>
        <p:nvSpPr>
          <p:cNvPr id="32" name="Text 24"/>
          <p:cNvSpPr/>
          <p:nvPr/>
        </p:nvSpPr>
        <p:spPr>
          <a:xfrm>
            <a:off x="6035040" y="4084320"/>
            <a:ext cx="5730240" cy="304800"/>
          </a:xfrm>
          <a:prstGeom prst="rect">
            <a:avLst/>
          </a:prstGeom>
          <a:noFill/>
          <a:ln/>
        </p:spPr>
        <p:txBody>
          <a:bodyPr wrap="square" rtlCol="0" anchor="ctr"/>
          <a:lstStyle/>
          <a:p>
            <a:pPr defTabSz="1219170"/>
            <a:r>
              <a:rPr lang="en-US" sz="1200" b="1" kern="0" spc="267" dirty="0">
                <a:solidFill>
                  <a:srgbClr val="4DD9C0"/>
                </a:solidFill>
                <a:latin typeface="Calibri" pitchFamily="34" charset="0"/>
                <a:ea typeface="Calibri" pitchFamily="34" charset="-122"/>
                <a:cs typeface="Calibri" pitchFamily="34" charset="-120"/>
              </a:rPr>
              <a:t>SAMPLE SENTIMENT DISTRIBUTION</a:t>
            </a:r>
            <a:endParaRPr lang="en-US" sz="1200" dirty="0">
              <a:solidFill>
                <a:prstClr val="black"/>
              </a:solidFill>
              <a:latin typeface="Calibri" panose="020F0502020204030204"/>
            </a:endParaRPr>
          </a:p>
        </p:txBody>
      </p:sp>
      <p:sp>
        <p:nvSpPr>
          <p:cNvPr id="33" name="Shape 25"/>
          <p:cNvSpPr/>
          <p:nvPr/>
        </p:nvSpPr>
        <p:spPr>
          <a:xfrm>
            <a:off x="6035040" y="4450080"/>
            <a:ext cx="1767840" cy="1584960"/>
          </a:xfrm>
          <a:prstGeom prst="rect">
            <a:avLst/>
          </a:prstGeom>
          <a:solidFill>
            <a:srgbClr val="162244"/>
          </a:solidFill>
          <a:ln w="6350">
            <a:solidFill>
              <a:srgbClr val="1E3A6E"/>
            </a:solidFill>
            <a:prstDash val="solid"/>
          </a:ln>
        </p:spPr>
        <p:txBody>
          <a:bodyPr/>
          <a:lstStyle/>
          <a:p>
            <a:endParaRPr lang="en-IN"/>
          </a:p>
        </p:txBody>
      </p:sp>
      <p:sp>
        <p:nvSpPr>
          <p:cNvPr id="34" name="Shape 26"/>
          <p:cNvSpPr/>
          <p:nvPr/>
        </p:nvSpPr>
        <p:spPr>
          <a:xfrm>
            <a:off x="6035040" y="4450080"/>
            <a:ext cx="1767840" cy="73152"/>
          </a:xfrm>
          <a:prstGeom prst="rect">
            <a:avLst/>
          </a:prstGeom>
          <a:solidFill>
            <a:srgbClr val="2ECC71"/>
          </a:solidFill>
          <a:ln w="12700">
            <a:solidFill>
              <a:srgbClr val="2ECC71"/>
            </a:solidFill>
            <a:prstDash val="solid"/>
          </a:ln>
        </p:spPr>
        <p:txBody>
          <a:bodyPr/>
          <a:lstStyle/>
          <a:p>
            <a:endParaRPr lang="en-IN"/>
          </a:p>
        </p:txBody>
      </p:sp>
      <p:sp>
        <p:nvSpPr>
          <p:cNvPr id="35" name="Text 27"/>
          <p:cNvSpPr/>
          <p:nvPr/>
        </p:nvSpPr>
        <p:spPr>
          <a:xfrm>
            <a:off x="6035040" y="4547616"/>
            <a:ext cx="1767840" cy="853440"/>
          </a:xfrm>
          <a:prstGeom prst="rect">
            <a:avLst/>
          </a:prstGeom>
          <a:noFill/>
          <a:ln/>
        </p:spPr>
        <p:txBody>
          <a:bodyPr wrap="square" rtlCol="0" anchor="ctr"/>
          <a:lstStyle/>
          <a:p>
            <a:pPr algn="ctr" defTabSz="1219170"/>
            <a:r>
              <a:rPr lang="en-US" sz="4267" b="1" dirty="0">
                <a:solidFill>
                  <a:srgbClr val="2ECC71"/>
                </a:solidFill>
                <a:latin typeface="Calibri" pitchFamily="34" charset="0"/>
                <a:ea typeface="Calibri" pitchFamily="34" charset="-122"/>
                <a:cs typeface="Calibri" pitchFamily="34" charset="-120"/>
              </a:rPr>
              <a:t>68%</a:t>
            </a:r>
            <a:endParaRPr lang="en-US" sz="4267" dirty="0">
              <a:solidFill>
                <a:prstClr val="black"/>
              </a:solidFill>
              <a:latin typeface="Calibri" panose="020F0502020204030204"/>
            </a:endParaRPr>
          </a:p>
        </p:txBody>
      </p:sp>
      <p:sp>
        <p:nvSpPr>
          <p:cNvPr id="36" name="Text 28"/>
          <p:cNvSpPr/>
          <p:nvPr/>
        </p:nvSpPr>
        <p:spPr>
          <a:xfrm>
            <a:off x="6035040" y="5449824"/>
            <a:ext cx="1767840" cy="426720"/>
          </a:xfrm>
          <a:prstGeom prst="rect">
            <a:avLst/>
          </a:prstGeom>
          <a:noFill/>
          <a:ln/>
        </p:spPr>
        <p:txBody>
          <a:bodyPr wrap="square" rtlCol="0" anchor="ctr"/>
          <a:lstStyle/>
          <a:p>
            <a:pPr algn="ctr" defTabSz="1219170"/>
            <a:r>
              <a:rPr lang="en-US" sz="1333" dirty="0">
                <a:solidFill>
                  <a:srgbClr val="FFFFFF"/>
                </a:solidFill>
                <a:latin typeface="Calibri" pitchFamily="34" charset="0"/>
                <a:ea typeface="Calibri" pitchFamily="34" charset="-122"/>
                <a:cs typeface="Calibri" pitchFamily="34" charset="-120"/>
              </a:rPr>
              <a:t>Positive</a:t>
            </a:r>
            <a:endParaRPr lang="en-US" sz="1333" dirty="0">
              <a:solidFill>
                <a:prstClr val="black"/>
              </a:solidFill>
              <a:latin typeface="Calibri" panose="020F0502020204030204"/>
            </a:endParaRPr>
          </a:p>
        </p:txBody>
      </p:sp>
      <p:sp>
        <p:nvSpPr>
          <p:cNvPr id="37" name="Shape 29"/>
          <p:cNvSpPr/>
          <p:nvPr/>
        </p:nvSpPr>
        <p:spPr>
          <a:xfrm>
            <a:off x="7985760" y="4450080"/>
            <a:ext cx="1767840" cy="1584960"/>
          </a:xfrm>
          <a:prstGeom prst="rect">
            <a:avLst/>
          </a:prstGeom>
          <a:solidFill>
            <a:srgbClr val="162244"/>
          </a:solidFill>
          <a:ln w="6350">
            <a:solidFill>
              <a:srgbClr val="1E3A6E"/>
            </a:solidFill>
            <a:prstDash val="solid"/>
          </a:ln>
        </p:spPr>
        <p:txBody>
          <a:bodyPr/>
          <a:lstStyle/>
          <a:p>
            <a:endParaRPr lang="en-IN"/>
          </a:p>
        </p:txBody>
      </p:sp>
      <p:sp>
        <p:nvSpPr>
          <p:cNvPr id="38" name="Shape 30"/>
          <p:cNvSpPr/>
          <p:nvPr/>
        </p:nvSpPr>
        <p:spPr>
          <a:xfrm>
            <a:off x="7985760" y="4450080"/>
            <a:ext cx="1767840" cy="73152"/>
          </a:xfrm>
          <a:prstGeom prst="rect">
            <a:avLst/>
          </a:prstGeom>
          <a:solidFill>
            <a:srgbClr val="F1C40F"/>
          </a:solidFill>
          <a:ln w="12700">
            <a:solidFill>
              <a:srgbClr val="F1C40F"/>
            </a:solidFill>
            <a:prstDash val="solid"/>
          </a:ln>
        </p:spPr>
        <p:txBody>
          <a:bodyPr/>
          <a:lstStyle/>
          <a:p>
            <a:endParaRPr lang="en-IN"/>
          </a:p>
        </p:txBody>
      </p:sp>
      <p:sp>
        <p:nvSpPr>
          <p:cNvPr id="39" name="Text 31"/>
          <p:cNvSpPr/>
          <p:nvPr/>
        </p:nvSpPr>
        <p:spPr>
          <a:xfrm>
            <a:off x="7985760" y="4547616"/>
            <a:ext cx="1767840" cy="853440"/>
          </a:xfrm>
          <a:prstGeom prst="rect">
            <a:avLst/>
          </a:prstGeom>
          <a:noFill/>
          <a:ln/>
        </p:spPr>
        <p:txBody>
          <a:bodyPr wrap="square" rtlCol="0" anchor="ctr"/>
          <a:lstStyle/>
          <a:p>
            <a:pPr algn="ctr" defTabSz="1219170"/>
            <a:r>
              <a:rPr lang="en-US" sz="4267" b="1" dirty="0">
                <a:solidFill>
                  <a:srgbClr val="F1C40F"/>
                </a:solidFill>
                <a:latin typeface="Calibri" pitchFamily="34" charset="0"/>
                <a:ea typeface="Calibri" pitchFamily="34" charset="-122"/>
                <a:cs typeface="Calibri" pitchFamily="34" charset="-120"/>
              </a:rPr>
              <a:t>20%</a:t>
            </a:r>
            <a:endParaRPr lang="en-US" sz="4267" dirty="0">
              <a:solidFill>
                <a:prstClr val="black"/>
              </a:solidFill>
              <a:latin typeface="Calibri" panose="020F0502020204030204"/>
            </a:endParaRPr>
          </a:p>
        </p:txBody>
      </p:sp>
      <p:sp>
        <p:nvSpPr>
          <p:cNvPr id="40" name="Text 32"/>
          <p:cNvSpPr/>
          <p:nvPr/>
        </p:nvSpPr>
        <p:spPr>
          <a:xfrm>
            <a:off x="7985760" y="5449824"/>
            <a:ext cx="1767840" cy="426720"/>
          </a:xfrm>
          <a:prstGeom prst="rect">
            <a:avLst/>
          </a:prstGeom>
          <a:noFill/>
          <a:ln/>
        </p:spPr>
        <p:txBody>
          <a:bodyPr wrap="square" rtlCol="0" anchor="ctr"/>
          <a:lstStyle/>
          <a:p>
            <a:pPr algn="ctr" defTabSz="1219170"/>
            <a:r>
              <a:rPr lang="en-US" sz="1333" dirty="0">
                <a:solidFill>
                  <a:srgbClr val="FFFFFF"/>
                </a:solidFill>
                <a:latin typeface="Calibri" pitchFamily="34" charset="0"/>
                <a:ea typeface="Calibri" pitchFamily="34" charset="-122"/>
                <a:cs typeface="Calibri" pitchFamily="34" charset="-120"/>
              </a:rPr>
              <a:t>Neutral</a:t>
            </a:r>
            <a:endParaRPr lang="en-US" sz="1333" dirty="0">
              <a:solidFill>
                <a:prstClr val="black"/>
              </a:solidFill>
              <a:latin typeface="Calibri" panose="020F0502020204030204"/>
            </a:endParaRPr>
          </a:p>
        </p:txBody>
      </p:sp>
      <p:sp>
        <p:nvSpPr>
          <p:cNvPr id="41" name="Shape 33"/>
          <p:cNvSpPr/>
          <p:nvPr/>
        </p:nvSpPr>
        <p:spPr>
          <a:xfrm>
            <a:off x="9936480" y="4450080"/>
            <a:ext cx="1767840" cy="1584960"/>
          </a:xfrm>
          <a:prstGeom prst="rect">
            <a:avLst/>
          </a:prstGeom>
          <a:solidFill>
            <a:srgbClr val="162244"/>
          </a:solidFill>
          <a:ln w="6350">
            <a:solidFill>
              <a:srgbClr val="1E3A6E"/>
            </a:solidFill>
            <a:prstDash val="solid"/>
          </a:ln>
        </p:spPr>
        <p:txBody>
          <a:bodyPr/>
          <a:lstStyle/>
          <a:p>
            <a:endParaRPr lang="en-IN"/>
          </a:p>
        </p:txBody>
      </p:sp>
      <p:sp>
        <p:nvSpPr>
          <p:cNvPr id="42" name="Shape 34"/>
          <p:cNvSpPr/>
          <p:nvPr/>
        </p:nvSpPr>
        <p:spPr>
          <a:xfrm>
            <a:off x="9936480" y="4450080"/>
            <a:ext cx="1767840" cy="73152"/>
          </a:xfrm>
          <a:prstGeom prst="rect">
            <a:avLst/>
          </a:prstGeom>
          <a:solidFill>
            <a:srgbClr val="E74C3C"/>
          </a:solidFill>
          <a:ln w="12700">
            <a:solidFill>
              <a:srgbClr val="E74C3C"/>
            </a:solidFill>
            <a:prstDash val="solid"/>
          </a:ln>
        </p:spPr>
        <p:txBody>
          <a:bodyPr/>
          <a:lstStyle/>
          <a:p>
            <a:endParaRPr lang="en-IN"/>
          </a:p>
        </p:txBody>
      </p:sp>
      <p:sp>
        <p:nvSpPr>
          <p:cNvPr id="43" name="Text 35"/>
          <p:cNvSpPr/>
          <p:nvPr/>
        </p:nvSpPr>
        <p:spPr>
          <a:xfrm>
            <a:off x="9936480" y="4547616"/>
            <a:ext cx="1767840" cy="853440"/>
          </a:xfrm>
          <a:prstGeom prst="rect">
            <a:avLst/>
          </a:prstGeom>
          <a:noFill/>
          <a:ln/>
        </p:spPr>
        <p:txBody>
          <a:bodyPr wrap="square" rtlCol="0" anchor="ctr"/>
          <a:lstStyle/>
          <a:p>
            <a:pPr algn="ctr" defTabSz="1219170"/>
            <a:r>
              <a:rPr lang="en-US" sz="4267" b="1" dirty="0">
                <a:solidFill>
                  <a:srgbClr val="E74C3C"/>
                </a:solidFill>
                <a:latin typeface="Calibri" pitchFamily="34" charset="0"/>
                <a:ea typeface="Calibri" pitchFamily="34" charset="-122"/>
                <a:cs typeface="Calibri" pitchFamily="34" charset="-120"/>
              </a:rPr>
              <a:t>12%</a:t>
            </a:r>
            <a:endParaRPr lang="en-US" sz="4267" dirty="0">
              <a:solidFill>
                <a:prstClr val="black"/>
              </a:solidFill>
              <a:latin typeface="Calibri" panose="020F0502020204030204"/>
            </a:endParaRPr>
          </a:p>
        </p:txBody>
      </p:sp>
      <p:sp>
        <p:nvSpPr>
          <p:cNvPr id="44" name="Text 36"/>
          <p:cNvSpPr/>
          <p:nvPr/>
        </p:nvSpPr>
        <p:spPr>
          <a:xfrm>
            <a:off x="9936480" y="5449824"/>
            <a:ext cx="1767840" cy="426720"/>
          </a:xfrm>
          <a:prstGeom prst="rect">
            <a:avLst/>
          </a:prstGeom>
          <a:noFill/>
          <a:ln/>
        </p:spPr>
        <p:txBody>
          <a:bodyPr wrap="square" rtlCol="0" anchor="ctr"/>
          <a:lstStyle/>
          <a:p>
            <a:pPr algn="ctr" defTabSz="1219170"/>
            <a:r>
              <a:rPr lang="en-US" sz="1333" dirty="0">
                <a:solidFill>
                  <a:srgbClr val="FFFFFF"/>
                </a:solidFill>
                <a:latin typeface="Calibri" pitchFamily="34" charset="0"/>
                <a:ea typeface="Calibri" pitchFamily="34" charset="-122"/>
                <a:cs typeface="Calibri" pitchFamily="34" charset="-120"/>
              </a:rPr>
              <a:t>Negative</a:t>
            </a:r>
            <a:endParaRPr lang="en-US" sz="1333" dirty="0">
              <a:solidFill>
                <a:prstClr val="black"/>
              </a:solidFill>
              <a:latin typeface="Calibri" panose="020F0502020204030204"/>
            </a:endParaRPr>
          </a:p>
        </p:txBody>
      </p:sp>
      <p:sp>
        <p:nvSpPr>
          <p:cNvPr id="45" name="Text 37"/>
          <p:cNvSpPr/>
          <p:nvPr/>
        </p:nvSpPr>
        <p:spPr>
          <a:xfrm>
            <a:off x="426720" y="6522720"/>
            <a:ext cx="11338560" cy="243840"/>
          </a:xfrm>
          <a:prstGeom prst="rect">
            <a:avLst/>
          </a:prstGeom>
          <a:noFill/>
          <a:ln/>
        </p:spPr>
        <p:txBody>
          <a:bodyPr wrap="square" rtlCol="0" anchor="ctr"/>
          <a:lstStyle/>
          <a:p>
            <a:pPr defTabSz="1219170"/>
            <a:r>
              <a:rPr lang="en-US" sz="1000" dirty="0">
                <a:solidFill>
                  <a:srgbClr val="3D5A80"/>
                </a:solidFill>
                <a:latin typeface="Calibri" pitchFamily="34" charset="0"/>
                <a:ea typeface="Calibri" pitchFamily="34" charset="-122"/>
                <a:cs typeface="Calibri" pitchFamily="34" charset="-120"/>
              </a:rPr>
              <a:t>Source: Competitor websites and other secondary sources  |  Public © Capgemini 2023</a:t>
            </a:r>
            <a:endParaRPr lang="en-US" sz="1000" dirty="0">
              <a:solidFill>
                <a:prstClr val="black"/>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Shape 0"/>
          <p:cNvSpPr/>
          <p:nvPr/>
        </p:nvSpPr>
        <p:spPr>
          <a:xfrm>
            <a:off x="0" y="-12192"/>
            <a:ext cx="12192000" cy="768096"/>
          </a:xfrm>
          <a:prstGeom prst="rect">
            <a:avLst/>
          </a:prstGeom>
          <a:solidFill>
            <a:srgbClr val="102236"/>
          </a:solidFill>
          <a:ln w="12700">
            <a:solidFill>
              <a:srgbClr val="102236"/>
            </a:solidFill>
            <a:prstDash val="solid"/>
          </a:ln>
        </p:spPr>
        <p:txBody>
          <a:bodyPr/>
          <a:lstStyle/>
          <a:p>
            <a:endParaRPr lang="en-IN"/>
          </a:p>
        </p:txBody>
      </p:sp>
      <p:sp>
        <p:nvSpPr>
          <p:cNvPr id="3" name="Shape 1"/>
          <p:cNvSpPr/>
          <p:nvPr/>
        </p:nvSpPr>
        <p:spPr>
          <a:xfrm>
            <a:off x="0" y="0"/>
            <a:ext cx="12192000" cy="48768"/>
          </a:xfrm>
          <a:prstGeom prst="rect">
            <a:avLst/>
          </a:prstGeom>
          <a:solidFill>
            <a:srgbClr val="00BFBF"/>
          </a:solidFill>
          <a:ln w="12700">
            <a:solidFill>
              <a:srgbClr val="00BFBF"/>
            </a:solidFill>
            <a:prstDash val="solid"/>
          </a:ln>
        </p:spPr>
        <p:txBody>
          <a:bodyPr/>
          <a:lstStyle/>
          <a:p>
            <a:endParaRPr lang="en-IN"/>
          </a:p>
        </p:txBody>
      </p:sp>
      <p:sp>
        <p:nvSpPr>
          <p:cNvPr id="6" name="Text 4"/>
          <p:cNvSpPr/>
          <p:nvPr/>
        </p:nvSpPr>
        <p:spPr>
          <a:xfrm>
            <a:off x="2743200" y="73152"/>
            <a:ext cx="9144000" cy="633984"/>
          </a:xfrm>
          <a:prstGeom prst="rect">
            <a:avLst/>
          </a:prstGeom>
          <a:noFill/>
          <a:ln/>
        </p:spPr>
        <p:txBody>
          <a:bodyPr wrap="square" lIns="0" tIns="0" rIns="0" bIns="0" rtlCol="0" anchor="ctr"/>
          <a:lstStyle/>
          <a:p>
            <a:r>
              <a:rPr lang="en-US" sz="2667" b="1" dirty="0">
                <a:solidFill>
                  <a:srgbClr val="FFFFFF"/>
                </a:solidFill>
                <a:latin typeface="Calibri" pitchFamily="34" charset="0"/>
                <a:ea typeface="Calibri" pitchFamily="34" charset="-122"/>
                <a:cs typeface="Calibri" pitchFamily="34" charset="-120"/>
              </a:rPr>
              <a:t>Sentiment Analysis Flowchart</a:t>
            </a:r>
            <a:endParaRPr lang="en-US" sz="2667" dirty="0"/>
          </a:p>
        </p:txBody>
      </p:sp>
      <p:sp>
        <p:nvSpPr>
          <p:cNvPr id="7" name="Shape 5"/>
          <p:cNvSpPr/>
          <p:nvPr/>
        </p:nvSpPr>
        <p:spPr>
          <a:xfrm>
            <a:off x="4084320" y="914400"/>
            <a:ext cx="1463040" cy="390144"/>
          </a:xfrm>
          <a:prstGeom prst="roundRect">
            <a:avLst>
              <a:gd name="adj" fmla="val 37500"/>
            </a:avLst>
          </a:prstGeom>
          <a:solidFill>
            <a:srgbClr val="1A9E5A"/>
          </a:solidFill>
          <a:ln w="12700">
            <a:solidFill>
              <a:srgbClr val="1A9E5A"/>
            </a:solidFill>
            <a:prstDash val="solid"/>
          </a:ln>
          <a:effectLst>
            <a:outerShdw blurRad="50800" dist="25400" dir="2700000" algn="bl" rotWithShape="0">
              <a:srgbClr val="000000">
                <a:alpha val="35000"/>
              </a:srgbClr>
            </a:outerShdw>
          </a:effectLst>
        </p:spPr>
        <p:txBody>
          <a:bodyPr/>
          <a:lstStyle/>
          <a:p>
            <a:endParaRPr lang="en-IN"/>
          </a:p>
        </p:txBody>
      </p:sp>
      <p:sp>
        <p:nvSpPr>
          <p:cNvPr id="8" name="Text 6"/>
          <p:cNvSpPr/>
          <p:nvPr/>
        </p:nvSpPr>
        <p:spPr>
          <a:xfrm>
            <a:off x="4084320" y="914400"/>
            <a:ext cx="1463040" cy="390144"/>
          </a:xfrm>
          <a:prstGeom prst="rect">
            <a:avLst/>
          </a:prstGeom>
          <a:noFill/>
          <a:ln/>
        </p:spPr>
        <p:txBody>
          <a:bodyPr wrap="square" lIns="33867" tIns="33867" rIns="33867" bIns="33867" rtlCol="0" anchor="ctr"/>
          <a:lstStyle/>
          <a:p>
            <a:pPr algn="ctr"/>
            <a:r>
              <a:rPr lang="en-US" sz="1200" b="1" dirty="0">
                <a:solidFill>
                  <a:srgbClr val="FFFFFF"/>
                </a:solidFill>
                <a:latin typeface="Calibri" pitchFamily="34" charset="0"/>
                <a:ea typeface="Calibri" pitchFamily="34" charset="-122"/>
                <a:cs typeface="Calibri" pitchFamily="34" charset="-120"/>
              </a:rPr>
              <a:t>Start</a:t>
            </a:r>
            <a:endParaRPr lang="en-US" sz="1200" dirty="0"/>
          </a:p>
        </p:txBody>
      </p:sp>
      <p:sp>
        <p:nvSpPr>
          <p:cNvPr id="9" name="Shape 7"/>
          <p:cNvSpPr/>
          <p:nvPr/>
        </p:nvSpPr>
        <p:spPr>
          <a:xfrm>
            <a:off x="4815840" y="1304544"/>
            <a:ext cx="0" cy="182880"/>
          </a:xfrm>
          <a:prstGeom prst="line">
            <a:avLst/>
          </a:prstGeom>
          <a:noFill/>
          <a:ln w="12700">
            <a:solidFill>
              <a:srgbClr val="00BFBF"/>
            </a:solidFill>
            <a:prstDash val="solid"/>
            <a:tailEnd type="arrow"/>
          </a:ln>
        </p:spPr>
        <p:txBody>
          <a:bodyPr/>
          <a:lstStyle/>
          <a:p>
            <a:endParaRPr lang="en-IN"/>
          </a:p>
        </p:txBody>
      </p:sp>
      <p:sp>
        <p:nvSpPr>
          <p:cNvPr id="10" name="Shape 8"/>
          <p:cNvSpPr/>
          <p:nvPr/>
        </p:nvSpPr>
        <p:spPr>
          <a:xfrm>
            <a:off x="3535680" y="1487424"/>
            <a:ext cx="2560320" cy="390144"/>
          </a:xfrm>
          <a:prstGeom prst="roundRect">
            <a:avLst>
              <a:gd name="adj" fmla="val 37500"/>
            </a:avLst>
          </a:prstGeom>
          <a:solidFill>
            <a:srgbClr val="1F6FBF"/>
          </a:solidFill>
          <a:ln w="12700">
            <a:solidFill>
              <a:srgbClr val="1F6FBF"/>
            </a:solidFill>
            <a:prstDash val="solid"/>
          </a:ln>
          <a:effectLst>
            <a:outerShdw blurRad="50800" dist="25400" dir="2700000" algn="bl" rotWithShape="0">
              <a:srgbClr val="000000">
                <a:alpha val="35000"/>
              </a:srgbClr>
            </a:outerShdw>
          </a:effectLst>
        </p:spPr>
        <p:txBody>
          <a:bodyPr/>
          <a:lstStyle/>
          <a:p>
            <a:endParaRPr lang="en-IN"/>
          </a:p>
        </p:txBody>
      </p:sp>
      <p:sp>
        <p:nvSpPr>
          <p:cNvPr id="11" name="Text 9"/>
          <p:cNvSpPr/>
          <p:nvPr/>
        </p:nvSpPr>
        <p:spPr>
          <a:xfrm>
            <a:off x="3535680" y="1487424"/>
            <a:ext cx="256032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Upload Excel Files</a:t>
            </a:r>
            <a:endParaRPr lang="en-US" sz="1067" dirty="0"/>
          </a:p>
        </p:txBody>
      </p:sp>
      <p:sp>
        <p:nvSpPr>
          <p:cNvPr id="12" name="Shape 10"/>
          <p:cNvSpPr/>
          <p:nvPr/>
        </p:nvSpPr>
        <p:spPr>
          <a:xfrm>
            <a:off x="4815840" y="1877568"/>
            <a:ext cx="0" cy="170688"/>
          </a:xfrm>
          <a:prstGeom prst="line">
            <a:avLst/>
          </a:prstGeom>
          <a:noFill/>
          <a:ln w="12700">
            <a:solidFill>
              <a:srgbClr val="00BFBF"/>
            </a:solidFill>
            <a:prstDash val="solid"/>
            <a:tailEnd type="arrow"/>
          </a:ln>
        </p:spPr>
        <p:txBody>
          <a:bodyPr/>
          <a:lstStyle/>
          <a:p>
            <a:endParaRPr lang="en-IN"/>
          </a:p>
        </p:txBody>
      </p:sp>
      <p:sp>
        <p:nvSpPr>
          <p:cNvPr id="13" name="Shape 11"/>
          <p:cNvSpPr/>
          <p:nvPr/>
        </p:nvSpPr>
        <p:spPr>
          <a:xfrm>
            <a:off x="3535680" y="2048256"/>
            <a:ext cx="2560320" cy="390144"/>
          </a:xfrm>
          <a:prstGeom prst="roundRect">
            <a:avLst>
              <a:gd name="adj" fmla="val 37500"/>
            </a:avLst>
          </a:prstGeom>
          <a:solidFill>
            <a:srgbClr val="007A7A"/>
          </a:solidFill>
          <a:ln w="12700">
            <a:solidFill>
              <a:srgbClr val="00BFBF"/>
            </a:solidFill>
            <a:prstDash val="solid"/>
          </a:ln>
          <a:effectLst>
            <a:outerShdw blurRad="50800" dist="25400" dir="2700000" algn="bl" rotWithShape="0">
              <a:srgbClr val="000000">
                <a:alpha val="35000"/>
              </a:srgbClr>
            </a:outerShdw>
          </a:effectLst>
        </p:spPr>
        <p:txBody>
          <a:bodyPr/>
          <a:lstStyle/>
          <a:p>
            <a:endParaRPr lang="en-IN"/>
          </a:p>
        </p:txBody>
      </p:sp>
      <p:sp>
        <p:nvSpPr>
          <p:cNvPr id="14" name="Text 12"/>
          <p:cNvSpPr/>
          <p:nvPr/>
        </p:nvSpPr>
        <p:spPr>
          <a:xfrm>
            <a:off x="3535680" y="2048256"/>
            <a:ext cx="256032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Loop Through Each File</a:t>
            </a:r>
            <a:endParaRPr lang="en-US" sz="1067" dirty="0"/>
          </a:p>
        </p:txBody>
      </p:sp>
      <p:sp>
        <p:nvSpPr>
          <p:cNvPr id="15" name="Shape 13"/>
          <p:cNvSpPr/>
          <p:nvPr/>
        </p:nvSpPr>
        <p:spPr>
          <a:xfrm>
            <a:off x="4815840" y="2438400"/>
            <a:ext cx="0" cy="341376"/>
          </a:xfrm>
          <a:prstGeom prst="line">
            <a:avLst/>
          </a:prstGeom>
          <a:noFill/>
          <a:ln w="12700">
            <a:solidFill>
              <a:srgbClr val="00BFBF"/>
            </a:solidFill>
            <a:prstDash val="solid"/>
            <a:tailEnd type="arrow"/>
          </a:ln>
        </p:spPr>
        <p:txBody>
          <a:bodyPr/>
          <a:lstStyle/>
          <a:p>
            <a:endParaRPr lang="en-IN"/>
          </a:p>
        </p:txBody>
      </p:sp>
      <p:sp>
        <p:nvSpPr>
          <p:cNvPr id="16" name="Shape 14"/>
          <p:cNvSpPr/>
          <p:nvPr/>
        </p:nvSpPr>
        <p:spPr>
          <a:xfrm>
            <a:off x="3535680" y="2779776"/>
            <a:ext cx="2560320" cy="390144"/>
          </a:xfrm>
          <a:prstGeom prst="roundRect">
            <a:avLst>
              <a:gd name="adj" fmla="val 37500"/>
            </a:avLst>
          </a:prstGeom>
          <a:solidFill>
            <a:srgbClr val="163350"/>
          </a:solidFill>
          <a:ln w="12700">
            <a:solidFill>
              <a:srgbClr val="00AEEF"/>
            </a:solidFill>
            <a:prstDash val="solid"/>
          </a:ln>
          <a:effectLst>
            <a:outerShdw blurRad="50800" dist="25400" dir="2700000" algn="bl" rotWithShape="0">
              <a:srgbClr val="000000">
                <a:alpha val="35000"/>
              </a:srgbClr>
            </a:outerShdw>
          </a:effectLst>
        </p:spPr>
        <p:txBody>
          <a:bodyPr/>
          <a:lstStyle/>
          <a:p>
            <a:endParaRPr lang="en-IN"/>
          </a:p>
        </p:txBody>
      </p:sp>
      <p:sp>
        <p:nvSpPr>
          <p:cNvPr id="17" name="Text 15"/>
          <p:cNvSpPr/>
          <p:nvPr/>
        </p:nvSpPr>
        <p:spPr>
          <a:xfrm>
            <a:off x="3535680" y="2779776"/>
            <a:ext cx="256032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Read DataFrame</a:t>
            </a:r>
            <a:endParaRPr lang="en-US" sz="1067" dirty="0"/>
          </a:p>
        </p:txBody>
      </p:sp>
      <p:sp>
        <p:nvSpPr>
          <p:cNvPr id="18" name="Shape 16"/>
          <p:cNvSpPr/>
          <p:nvPr/>
        </p:nvSpPr>
        <p:spPr>
          <a:xfrm>
            <a:off x="4815840" y="3169920"/>
            <a:ext cx="0" cy="292608"/>
          </a:xfrm>
          <a:prstGeom prst="line">
            <a:avLst/>
          </a:prstGeom>
          <a:noFill/>
          <a:ln w="12700">
            <a:solidFill>
              <a:srgbClr val="00BFBF"/>
            </a:solidFill>
            <a:prstDash val="solid"/>
            <a:tailEnd type="arrow"/>
          </a:ln>
        </p:spPr>
        <p:txBody>
          <a:bodyPr/>
          <a:lstStyle/>
          <a:p>
            <a:endParaRPr lang="en-IN"/>
          </a:p>
        </p:txBody>
      </p:sp>
      <p:sp>
        <p:nvSpPr>
          <p:cNvPr id="19" name="Shape 17"/>
          <p:cNvSpPr/>
          <p:nvPr/>
        </p:nvSpPr>
        <p:spPr>
          <a:xfrm>
            <a:off x="3535680" y="3462528"/>
            <a:ext cx="2560320" cy="390144"/>
          </a:xfrm>
          <a:prstGeom prst="roundRect">
            <a:avLst>
              <a:gd name="adj" fmla="val 37500"/>
            </a:avLst>
          </a:prstGeom>
          <a:solidFill>
            <a:srgbClr val="163350"/>
          </a:solidFill>
          <a:ln w="12700">
            <a:solidFill>
              <a:srgbClr val="00AEEF"/>
            </a:solidFill>
            <a:prstDash val="solid"/>
          </a:ln>
          <a:effectLst>
            <a:outerShdw blurRad="50800" dist="25400" dir="2700000" algn="bl" rotWithShape="0">
              <a:srgbClr val="000000">
                <a:alpha val="35000"/>
              </a:srgbClr>
            </a:outerShdw>
          </a:effectLst>
        </p:spPr>
        <p:txBody>
          <a:bodyPr/>
          <a:lstStyle/>
          <a:p>
            <a:endParaRPr lang="en-IN"/>
          </a:p>
        </p:txBody>
      </p:sp>
      <p:sp>
        <p:nvSpPr>
          <p:cNvPr id="20" name="Text 18"/>
          <p:cNvSpPr/>
          <p:nvPr/>
        </p:nvSpPr>
        <p:spPr>
          <a:xfrm>
            <a:off x="3535680" y="3462528"/>
            <a:ext cx="256032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Detect Config</a:t>
            </a:r>
            <a:endParaRPr lang="en-US" sz="1067" dirty="0"/>
          </a:p>
        </p:txBody>
      </p:sp>
      <p:sp>
        <p:nvSpPr>
          <p:cNvPr id="21" name="Shape 19"/>
          <p:cNvSpPr/>
          <p:nvPr/>
        </p:nvSpPr>
        <p:spPr>
          <a:xfrm>
            <a:off x="4815840" y="3852672"/>
            <a:ext cx="0" cy="158496"/>
          </a:xfrm>
          <a:prstGeom prst="line">
            <a:avLst/>
          </a:prstGeom>
          <a:noFill/>
          <a:ln w="12700">
            <a:solidFill>
              <a:srgbClr val="00BFBF"/>
            </a:solidFill>
            <a:prstDash val="solid"/>
            <a:tailEnd type="arrow"/>
          </a:ln>
        </p:spPr>
        <p:txBody>
          <a:bodyPr/>
          <a:lstStyle/>
          <a:p>
            <a:endParaRPr lang="en-IN"/>
          </a:p>
        </p:txBody>
      </p:sp>
      <p:sp>
        <p:nvSpPr>
          <p:cNvPr id="22" name="Shape 20"/>
          <p:cNvSpPr/>
          <p:nvPr/>
        </p:nvSpPr>
        <p:spPr>
          <a:xfrm>
            <a:off x="4145280" y="4096512"/>
            <a:ext cx="1341120" cy="560832"/>
          </a:xfrm>
          <a:prstGeom prst="diamond">
            <a:avLst/>
          </a:prstGeom>
          <a:solidFill>
            <a:srgbClr val="E8A800"/>
          </a:solidFill>
          <a:ln w="12700">
            <a:solidFill>
              <a:srgbClr val="E8A800"/>
            </a:solidFill>
            <a:prstDash val="solid"/>
          </a:ln>
          <a:effectLst>
            <a:outerShdw blurRad="50800" dist="25400" dir="2700000" algn="bl" rotWithShape="0">
              <a:srgbClr val="000000">
                <a:alpha val="35000"/>
              </a:srgbClr>
            </a:outerShdw>
          </a:effectLst>
        </p:spPr>
        <p:txBody>
          <a:bodyPr/>
          <a:lstStyle/>
          <a:p>
            <a:endParaRPr lang="en-IN"/>
          </a:p>
        </p:txBody>
      </p:sp>
      <p:sp>
        <p:nvSpPr>
          <p:cNvPr id="23" name="Text 21"/>
          <p:cNvSpPr/>
          <p:nvPr/>
        </p:nvSpPr>
        <p:spPr>
          <a:xfrm>
            <a:off x="4145280" y="4096512"/>
            <a:ext cx="1341120" cy="560832"/>
          </a:xfrm>
          <a:prstGeom prst="rect">
            <a:avLst/>
          </a:prstGeom>
          <a:noFill/>
          <a:ln/>
        </p:spPr>
        <p:txBody>
          <a:bodyPr wrap="square" lIns="33867" tIns="33867" rIns="33867" bIns="33867" rtlCol="0" anchor="ctr"/>
          <a:lstStyle/>
          <a:p>
            <a:pPr algn="ctr"/>
            <a:r>
              <a:rPr lang="en-US" sz="1000" b="1" dirty="0">
                <a:solidFill>
                  <a:srgbClr val="0D1B2A"/>
                </a:solidFill>
                <a:latin typeface="Calibri" pitchFamily="34" charset="0"/>
                <a:ea typeface="Calibri" pitchFamily="34" charset="-122"/>
                <a:cs typeface="Calibri" pitchFamily="34" charset="-120"/>
              </a:rPr>
              <a:t>Config</a:t>
            </a:r>
            <a:endParaRPr lang="en-US" sz="1000" dirty="0"/>
          </a:p>
          <a:p>
            <a:pPr algn="ctr"/>
            <a:r>
              <a:rPr lang="en-US" sz="1000" b="1" dirty="0">
                <a:solidFill>
                  <a:srgbClr val="0D1B2A"/>
                </a:solidFill>
                <a:latin typeface="Calibri" pitchFamily="34" charset="0"/>
                <a:ea typeface="Calibri" pitchFamily="34" charset="-122"/>
                <a:cs typeface="Calibri" pitchFamily="34" charset="-120"/>
              </a:rPr>
              <a:t>Found?</a:t>
            </a:r>
            <a:endParaRPr lang="en-US" sz="1000" dirty="0"/>
          </a:p>
        </p:txBody>
      </p:sp>
      <p:sp>
        <p:nvSpPr>
          <p:cNvPr id="24" name="Text 22"/>
          <p:cNvSpPr/>
          <p:nvPr/>
        </p:nvSpPr>
        <p:spPr>
          <a:xfrm>
            <a:off x="4888992" y="4669536"/>
            <a:ext cx="975360" cy="268224"/>
          </a:xfrm>
          <a:prstGeom prst="rect">
            <a:avLst/>
          </a:prstGeom>
          <a:noFill/>
          <a:ln/>
        </p:spPr>
        <p:txBody>
          <a:bodyPr wrap="square" lIns="0" tIns="0" rIns="0" bIns="0" rtlCol="0" anchor="ctr"/>
          <a:lstStyle/>
          <a:p>
            <a:r>
              <a:rPr lang="en-US" sz="933" b="1" dirty="0">
                <a:solidFill>
                  <a:srgbClr val="1A9E5A"/>
                </a:solidFill>
                <a:latin typeface="Calibri" pitchFamily="34" charset="0"/>
                <a:ea typeface="Calibri" pitchFamily="34" charset="-122"/>
                <a:cs typeface="Calibri" pitchFamily="34" charset="-120"/>
              </a:rPr>
              <a:t>Yes</a:t>
            </a:r>
            <a:endParaRPr lang="en-US" sz="933" dirty="0"/>
          </a:p>
        </p:txBody>
      </p:sp>
      <p:sp>
        <p:nvSpPr>
          <p:cNvPr id="25" name="Shape 23"/>
          <p:cNvSpPr/>
          <p:nvPr/>
        </p:nvSpPr>
        <p:spPr>
          <a:xfrm>
            <a:off x="4815840" y="4657344"/>
            <a:ext cx="0" cy="292608"/>
          </a:xfrm>
          <a:prstGeom prst="line">
            <a:avLst/>
          </a:prstGeom>
          <a:noFill/>
          <a:ln w="12700">
            <a:solidFill>
              <a:srgbClr val="00BFBF"/>
            </a:solidFill>
            <a:prstDash val="solid"/>
            <a:tailEnd type="arrow"/>
          </a:ln>
        </p:spPr>
        <p:txBody>
          <a:bodyPr/>
          <a:lstStyle/>
          <a:p>
            <a:endParaRPr lang="en-IN"/>
          </a:p>
        </p:txBody>
      </p:sp>
      <p:sp>
        <p:nvSpPr>
          <p:cNvPr id="26" name="Shape 24"/>
          <p:cNvSpPr/>
          <p:nvPr/>
        </p:nvSpPr>
        <p:spPr>
          <a:xfrm>
            <a:off x="5486400" y="4376928"/>
            <a:ext cx="1097280" cy="0"/>
          </a:xfrm>
          <a:prstGeom prst="line">
            <a:avLst/>
          </a:prstGeom>
          <a:noFill/>
          <a:ln w="12700">
            <a:solidFill>
              <a:srgbClr val="C0392B"/>
            </a:solidFill>
            <a:prstDash val="solid"/>
          </a:ln>
        </p:spPr>
        <p:txBody>
          <a:bodyPr/>
          <a:lstStyle/>
          <a:p>
            <a:endParaRPr lang="en-IN"/>
          </a:p>
        </p:txBody>
      </p:sp>
      <p:sp>
        <p:nvSpPr>
          <p:cNvPr id="27" name="Shape 25"/>
          <p:cNvSpPr/>
          <p:nvPr/>
        </p:nvSpPr>
        <p:spPr>
          <a:xfrm>
            <a:off x="6583680" y="2243328"/>
            <a:ext cx="0" cy="2133600"/>
          </a:xfrm>
          <a:prstGeom prst="line">
            <a:avLst/>
          </a:prstGeom>
          <a:noFill/>
          <a:ln w="12700">
            <a:solidFill>
              <a:srgbClr val="C0392B"/>
            </a:solidFill>
            <a:prstDash val="solid"/>
            <a:tailEnd type="arrow"/>
          </a:ln>
        </p:spPr>
        <p:txBody>
          <a:bodyPr/>
          <a:lstStyle/>
          <a:p>
            <a:endParaRPr lang="en-IN"/>
          </a:p>
        </p:txBody>
      </p:sp>
      <p:sp>
        <p:nvSpPr>
          <p:cNvPr id="28" name="Shape 26"/>
          <p:cNvSpPr/>
          <p:nvPr/>
        </p:nvSpPr>
        <p:spPr>
          <a:xfrm>
            <a:off x="6096000" y="2243328"/>
            <a:ext cx="487680" cy="0"/>
          </a:xfrm>
          <a:prstGeom prst="line">
            <a:avLst/>
          </a:prstGeom>
          <a:noFill/>
          <a:ln w="12700">
            <a:solidFill>
              <a:srgbClr val="C0392B"/>
            </a:solidFill>
            <a:prstDash val="solid"/>
          </a:ln>
        </p:spPr>
        <p:txBody>
          <a:bodyPr/>
          <a:lstStyle/>
          <a:p>
            <a:endParaRPr lang="en-IN"/>
          </a:p>
        </p:txBody>
      </p:sp>
      <p:sp>
        <p:nvSpPr>
          <p:cNvPr id="29" name="Text 27"/>
          <p:cNvSpPr/>
          <p:nvPr/>
        </p:nvSpPr>
        <p:spPr>
          <a:xfrm>
            <a:off x="6608064" y="4035552"/>
            <a:ext cx="975360" cy="268224"/>
          </a:xfrm>
          <a:prstGeom prst="rect">
            <a:avLst/>
          </a:prstGeom>
          <a:noFill/>
          <a:ln/>
        </p:spPr>
        <p:txBody>
          <a:bodyPr wrap="square" lIns="0" tIns="0" rIns="0" bIns="0" rtlCol="0" anchor="ctr"/>
          <a:lstStyle/>
          <a:p>
            <a:r>
              <a:rPr lang="en-US" sz="933" b="1" dirty="0">
                <a:solidFill>
                  <a:srgbClr val="C0392B"/>
                </a:solidFill>
                <a:latin typeface="Calibri" pitchFamily="34" charset="0"/>
                <a:ea typeface="Calibri" pitchFamily="34" charset="-122"/>
                <a:cs typeface="Calibri" pitchFamily="34" charset="-120"/>
              </a:rPr>
              <a:t>No (Skip File)</a:t>
            </a:r>
            <a:endParaRPr lang="en-US" sz="933" dirty="0"/>
          </a:p>
        </p:txBody>
      </p:sp>
      <p:sp>
        <p:nvSpPr>
          <p:cNvPr id="30" name="Shape 28"/>
          <p:cNvSpPr/>
          <p:nvPr/>
        </p:nvSpPr>
        <p:spPr>
          <a:xfrm>
            <a:off x="3169920" y="4949952"/>
            <a:ext cx="3291840" cy="463296"/>
          </a:xfrm>
          <a:prstGeom prst="roundRect">
            <a:avLst>
              <a:gd name="adj" fmla="val 31579"/>
            </a:avLst>
          </a:prstGeom>
          <a:solidFill>
            <a:srgbClr val="7B2D8B"/>
          </a:solidFill>
          <a:ln w="12700">
            <a:solidFill>
              <a:srgbClr val="7B2D8B"/>
            </a:solidFill>
            <a:prstDash val="solid"/>
          </a:ln>
          <a:effectLst>
            <a:outerShdw blurRad="50800" dist="25400" dir="2700000" algn="bl" rotWithShape="0">
              <a:srgbClr val="000000">
                <a:alpha val="35000"/>
              </a:srgbClr>
            </a:outerShdw>
          </a:effectLst>
        </p:spPr>
        <p:txBody>
          <a:bodyPr/>
          <a:lstStyle/>
          <a:p>
            <a:endParaRPr lang="en-IN"/>
          </a:p>
        </p:txBody>
      </p:sp>
      <p:sp>
        <p:nvSpPr>
          <p:cNvPr id="31" name="Text 29"/>
          <p:cNvSpPr/>
          <p:nvPr/>
        </p:nvSpPr>
        <p:spPr>
          <a:xfrm>
            <a:off x="3169920" y="4949952"/>
            <a:ext cx="3291840" cy="463296"/>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Process DataFrame (Topics + Sentiment)</a:t>
            </a:r>
            <a:endParaRPr lang="en-US" sz="1067" dirty="0"/>
          </a:p>
        </p:txBody>
      </p:sp>
      <p:sp>
        <p:nvSpPr>
          <p:cNvPr id="32" name="Shape 30"/>
          <p:cNvSpPr/>
          <p:nvPr/>
        </p:nvSpPr>
        <p:spPr>
          <a:xfrm>
            <a:off x="4815840" y="5413248"/>
            <a:ext cx="0" cy="146304"/>
          </a:xfrm>
          <a:prstGeom prst="line">
            <a:avLst/>
          </a:prstGeom>
          <a:noFill/>
          <a:ln w="12700">
            <a:solidFill>
              <a:srgbClr val="00BFBF"/>
            </a:solidFill>
            <a:prstDash val="solid"/>
            <a:tailEnd type="arrow"/>
          </a:ln>
        </p:spPr>
        <p:txBody>
          <a:bodyPr/>
          <a:lstStyle/>
          <a:p>
            <a:endParaRPr lang="en-IN"/>
          </a:p>
        </p:txBody>
      </p:sp>
      <p:sp>
        <p:nvSpPr>
          <p:cNvPr id="33" name="Shape 31"/>
          <p:cNvSpPr/>
          <p:nvPr/>
        </p:nvSpPr>
        <p:spPr>
          <a:xfrm>
            <a:off x="3535680" y="5559552"/>
            <a:ext cx="2560320" cy="390144"/>
          </a:xfrm>
          <a:prstGeom prst="roundRect">
            <a:avLst>
              <a:gd name="adj" fmla="val 37500"/>
            </a:avLst>
          </a:prstGeom>
          <a:solidFill>
            <a:srgbClr val="007A7A"/>
          </a:solidFill>
          <a:ln w="12700">
            <a:solidFill>
              <a:srgbClr val="007A7A"/>
            </a:solidFill>
            <a:prstDash val="solid"/>
          </a:ln>
          <a:effectLst>
            <a:outerShdw blurRad="50800" dist="25400" dir="2700000" algn="bl" rotWithShape="0">
              <a:srgbClr val="000000">
                <a:alpha val="35000"/>
              </a:srgbClr>
            </a:outerShdw>
          </a:effectLst>
        </p:spPr>
        <p:txBody>
          <a:bodyPr/>
          <a:lstStyle/>
          <a:p>
            <a:endParaRPr lang="en-IN"/>
          </a:p>
        </p:txBody>
      </p:sp>
      <p:sp>
        <p:nvSpPr>
          <p:cNvPr id="34" name="Text 32"/>
          <p:cNvSpPr/>
          <p:nvPr/>
        </p:nvSpPr>
        <p:spPr>
          <a:xfrm>
            <a:off x="3535680" y="5559552"/>
            <a:ext cx="256032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Generate Insights</a:t>
            </a:r>
            <a:endParaRPr lang="en-US" sz="1067" dirty="0"/>
          </a:p>
        </p:txBody>
      </p:sp>
      <p:sp>
        <p:nvSpPr>
          <p:cNvPr id="35" name="Shape 33"/>
          <p:cNvSpPr/>
          <p:nvPr/>
        </p:nvSpPr>
        <p:spPr>
          <a:xfrm>
            <a:off x="4815840" y="5949696"/>
            <a:ext cx="0" cy="268224"/>
          </a:xfrm>
          <a:prstGeom prst="line">
            <a:avLst/>
          </a:prstGeom>
          <a:noFill/>
          <a:ln w="12700">
            <a:solidFill>
              <a:srgbClr val="00BFBF"/>
            </a:solidFill>
            <a:prstDash val="solid"/>
            <a:tailEnd type="arrow"/>
          </a:ln>
        </p:spPr>
        <p:txBody>
          <a:bodyPr/>
          <a:lstStyle/>
          <a:p>
            <a:endParaRPr lang="en-IN"/>
          </a:p>
        </p:txBody>
      </p:sp>
      <p:sp>
        <p:nvSpPr>
          <p:cNvPr id="36" name="Shape 34"/>
          <p:cNvSpPr/>
          <p:nvPr/>
        </p:nvSpPr>
        <p:spPr>
          <a:xfrm>
            <a:off x="4815840" y="6217920"/>
            <a:ext cx="4998720" cy="0"/>
          </a:xfrm>
          <a:prstGeom prst="line">
            <a:avLst/>
          </a:prstGeom>
          <a:noFill/>
          <a:ln w="12700">
            <a:solidFill>
              <a:srgbClr val="00BFBF"/>
            </a:solidFill>
            <a:prstDash val="solid"/>
            <a:tailEnd type="arrow"/>
          </a:ln>
        </p:spPr>
        <p:txBody>
          <a:bodyPr/>
          <a:lstStyle/>
          <a:p>
            <a:endParaRPr lang="en-IN"/>
          </a:p>
        </p:txBody>
      </p:sp>
      <p:sp>
        <p:nvSpPr>
          <p:cNvPr id="37" name="Shape 35"/>
          <p:cNvSpPr/>
          <p:nvPr/>
        </p:nvSpPr>
        <p:spPr>
          <a:xfrm>
            <a:off x="7680960" y="792480"/>
            <a:ext cx="4267200" cy="97536"/>
          </a:xfrm>
          <a:prstGeom prst="rect">
            <a:avLst/>
          </a:prstGeom>
          <a:solidFill>
            <a:srgbClr val="00BFBF"/>
          </a:solidFill>
          <a:ln w="12700">
            <a:solidFill>
              <a:srgbClr val="00BFBF"/>
            </a:solidFill>
            <a:prstDash val="solid"/>
          </a:ln>
        </p:spPr>
        <p:txBody>
          <a:bodyPr/>
          <a:lstStyle/>
          <a:p>
            <a:endParaRPr lang="en-IN"/>
          </a:p>
        </p:txBody>
      </p:sp>
      <p:sp>
        <p:nvSpPr>
          <p:cNvPr id="38" name="Text 36"/>
          <p:cNvSpPr/>
          <p:nvPr/>
        </p:nvSpPr>
        <p:spPr>
          <a:xfrm>
            <a:off x="7680960" y="792480"/>
            <a:ext cx="4267200" cy="97536"/>
          </a:xfrm>
          <a:prstGeom prst="rect">
            <a:avLst/>
          </a:prstGeom>
          <a:noFill/>
          <a:ln/>
        </p:spPr>
        <p:txBody>
          <a:bodyPr wrap="square" lIns="0" tIns="0" rIns="0" bIns="0" rtlCol="0" anchor="ctr"/>
          <a:lstStyle/>
          <a:p>
            <a:pPr algn="ctr"/>
            <a:r>
              <a:rPr lang="en-US" sz="1050" b="1" kern="0" spc="200" dirty="0">
                <a:solidFill>
                  <a:srgbClr val="0D1B2A"/>
                </a:solidFill>
                <a:latin typeface="Calibri" pitchFamily="34" charset="0"/>
                <a:ea typeface="Calibri" pitchFamily="34" charset="-122"/>
                <a:cs typeface="Calibri" pitchFamily="34" charset="-120"/>
              </a:rPr>
              <a:t>OUTPUT STAGE</a:t>
            </a:r>
            <a:endParaRPr lang="en-US" sz="1050" dirty="0"/>
          </a:p>
        </p:txBody>
      </p:sp>
      <p:sp>
        <p:nvSpPr>
          <p:cNvPr id="39" name="Shape 37"/>
          <p:cNvSpPr/>
          <p:nvPr/>
        </p:nvSpPr>
        <p:spPr>
          <a:xfrm>
            <a:off x="7802880" y="914400"/>
            <a:ext cx="4023360" cy="390144"/>
          </a:xfrm>
          <a:prstGeom prst="roundRect">
            <a:avLst>
              <a:gd name="adj" fmla="val 37500"/>
            </a:avLst>
          </a:prstGeom>
          <a:solidFill>
            <a:srgbClr val="1F6FBF"/>
          </a:solidFill>
          <a:ln w="12700">
            <a:solidFill>
              <a:srgbClr val="1F6FBF"/>
            </a:solidFill>
            <a:prstDash val="solid"/>
          </a:ln>
          <a:effectLst>
            <a:outerShdw blurRad="50800" dist="25400" dir="2700000" algn="bl" rotWithShape="0">
              <a:srgbClr val="000000">
                <a:alpha val="35000"/>
              </a:srgbClr>
            </a:outerShdw>
          </a:effectLst>
        </p:spPr>
        <p:txBody>
          <a:bodyPr/>
          <a:lstStyle/>
          <a:p>
            <a:endParaRPr lang="en-IN"/>
          </a:p>
        </p:txBody>
      </p:sp>
      <p:sp>
        <p:nvSpPr>
          <p:cNvPr id="40" name="Text 38"/>
          <p:cNvSpPr/>
          <p:nvPr/>
        </p:nvSpPr>
        <p:spPr>
          <a:xfrm>
            <a:off x="7802880" y="914400"/>
            <a:ext cx="402336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Display Metrics &amp; Charts</a:t>
            </a:r>
            <a:endParaRPr lang="en-US" sz="1067" dirty="0"/>
          </a:p>
        </p:txBody>
      </p:sp>
      <p:sp>
        <p:nvSpPr>
          <p:cNvPr id="41" name="Shape 39"/>
          <p:cNvSpPr/>
          <p:nvPr/>
        </p:nvSpPr>
        <p:spPr>
          <a:xfrm>
            <a:off x="9814560" y="1304544"/>
            <a:ext cx="0" cy="134112"/>
          </a:xfrm>
          <a:prstGeom prst="line">
            <a:avLst/>
          </a:prstGeom>
          <a:noFill/>
          <a:ln w="12700">
            <a:solidFill>
              <a:srgbClr val="00BFBF"/>
            </a:solidFill>
            <a:prstDash val="solid"/>
            <a:tailEnd type="arrow"/>
          </a:ln>
        </p:spPr>
        <p:txBody>
          <a:bodyPr/>
          <a:lstStyle/>
          <a:p>
            <a:endParaRPr lang="en-IN"/>
          </a:p>
        </p:txBody>
      </p:sp>
      <p:sp>
        <p:nvSpPr>
          <p:cNvPr id="42" name="Shape 40"/>
          <p:cNvSpPr/>
          <p:nvPr/>
        </p:nvSpPr>
        <p:spPr>
          <a:xfrm>
            <a:off x="7802880" y="1438656"/>
            <a:ext cx="4023360" cy="390144"/>
          </a:xfrm>
          <a:prstGeom prst="roundRect">
            <a:avLst>
              <a:gd name="adj" fmla="val 37500"/>
            </a:avLst>
          </a:prstGeom>
          <a:solidFill>
            <a:srgbClr val="1F6FBF"/>
          </a:solidFill>
          <a:ln w="12700">
            <a:solidFill>
              <a:srgbClr val="1F6FBF"/>
            </a:solidFill>
            <a:prstDash val="solid"/>
          </a:ln>
          <a:effectLst>
            <a:outerShdw blurRad="50800" dist="25400" dir="2700000" algn="bl" rotWithShape="0">
              <a:srgbClr val="000000">
                <a:alpha val="35000"/>
              </a:srgbClr>
            </a:outerShdw>
          </a:effectLst>
        </p:spPr>
        <p:txBody>
          <a:bodyPr/>
          <a:lstStyle/>
          <a:p>
            <a:endParaRPr lang="en-IN"/>
          </a:p>
        </p:txBody>
      </p:sp>
      <p:sp>
        <p:nvSpPr>
          <p:cNvPr id="43" name="Text 41"/>
          <p:cNvSpPr/>
          <p:nvPr/>
        </p:nvSpPr>
        <p:spPr>
          <a:xfrm>
            <a:off x="7802880" y="1438656"/>
            <a:ext cx="402336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Show Topics &amp; Keywords</a:t>
            </a:r>
            <a:endParaRPr lang="en-US" sz="1067" dirty="0"/>
          </a:p>
        </p:txBody>
      </p:sp>
      <p:sp>
        <p:nvSpPr>
          <p:cNvPr id="44" name="Shape 42"/>
          <p:cNvSpPr/>
          <p:nvPr/>
        </p:nvSpPr>
        <p:spPr>
          <a:xfrm>
            <a:off x="9814560" y="1828800"/>
            <a:ext cx="0" cy="134112"/>
          </a:xfrm>
          <a:prstGeom prst="line">
            <a:avLst/>
          </a:prstGeom>
          <a:noFill/>
          <a:ln w="12700">
            <a:solidFill>
              <a:srgbClr val="00BFBF"/>
            </a:solidFill>
            <a:prstDash val="solid"/>
            <a:tailEnd type="arrow"/>
          </a:ln>
        </p:spPr>
        <p:txBody>
          <a:bodyPr/>
          <a:lstStyle/>
          <a:p>
            <a:endParaRPr lang="en-IN"/>
          </a:p>
        </p:txBody>
      </p:sp>
      <p:sp>
        <p:nvSpPr>
          <p:cNvPr id="45" name="Shape 43"/>
          <p:cNvSpPr/>
          <p:nvPr/>
        </p:nvSpPr>
        <p:spPr>
          <a:xfrm>
            <a:off x="7802880" y="1962912"/>
            <a:ext cx="4023360" cy="390144"/>
          </a:xfrm>
          <a:prstGeom prst="roundRect">
            <a:avLst>
              <a:gd name="adj" fmla="val 37500"/>
            </a:avLst>
          </a:prstGeom>
          <a:solidFill>
            <a:srgbClr val="163350"/>
          </a:solidFill>
          <a:ln w="12700">
            <a:solidFill>
              <a:srgbClr val="00AEEF"/>
            </a:solidFill>
            <a:prstDash val="solid"/>
          </a:ln>
          <a:effectLst>
            <a:outerShdw blurRad="50800" dist="25400" dir="2700000" algn="bl" rotWithShape="0">
              <a:srgbClr val="000000">
                <a:alpha val="35000"/>
              </a:srgbClr>
            </a:outerShdw>
          </a:effectLst>
        </p:spPr>
        <p:txBody>
          <a:bodyPr/>
          <a:lstStyle/>
          <a:p>
            <a:endParaRPr lang="en-IN"/>
          </a:p>
        </p:txBody>
      </p:sp>
      <p:sp>
        <p:nvSpPr>
          <p:cNvPr id="46" name="Text 44"/>
          <p:cNvSpPr/>
          <p:nvPr/>
        </p:nvSpPr>
        <p:spPr>
          <a:xfrm>
            <a:off x="7802880" y="1962912"/>
            <a:ext cx="402336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Preview Data</a:t>
            </a:r>
            <a:endParaRPr lang="en-US" sz="1067" dirty="0"/>
          </a:p>
        </p:txBody>
      </p:sp>
      <p:sp>
        <p:nvSpPr>
          <p:cNvPr id="47" name="Shape 45"/>
          <p:cNvSpPr/>
          <p:nvPr/>
        </p:nvSpPr>
        <p:spPr>
          <a:xfrm>
            <a:off x="9814560" y="2353056"/>
            <a:ext cx="0" cy="134112"/>
          </a:xfrm>
          <a:prstGeom prst="line">
            <a:avLst/>
          </a:prstGeom>
          <a:noFill/>
          <a:ln w="12700">
            <a:solidFill>
              <a:srgbClr val="00BFBF"/>
            </a:solidFill>
            <a:prstDash val="solid"/>
            <a:tailEnd type="arrow"/>
          </a:ln>
        </p:spPr>
        <p:txBody>
          <a:bodyPr/>
          <a:lstStyle/>
          <a:p>
            <a:endParaRPr lang="en-IN"/>
          </a:p>
        </p:txBody>
      </p:sp>
      <p:sp>
        <p:nvSpPr>
          <p:cNvPr id="48" name="Shape 46"/>
          <p:cNvSpPr/>
          <p:nvPr/>
        </p:nvSpPr>
        <p:spPr>
          <a:xfrm>
            <a:off x="7802880" y="2487168"/>
            <a:ext cx="4023360" cy="390144"/>
          </a:xfrm>
          <a:prstGeom prst="roundRect">
            <a:avLst>
              <a:gd name="adj" fmla="val 37500"/>
            </a:avLst>
          </a:prstGeom>
          <a:solidFill>
            <a:srgbClr val="163350"/>
          </a:solidFill>
          <a:ln w="12700">
            <a:solidFill>
              <a:srgbClr val="00AEEF"/>
            </a:solidFill>
            <a:prstDash val="solid"/>
          </a:ln>
          <a:effectLst>
            <a:outerShdw blurRad="50800" dist="25400" dir="2700000" algn="bl" rotWithShape="0">
              <a:srgbClr val="000000">
                <a:alpha val="35000"/>
              </a:srgbClr>
            </a:outerShdw>
          </a:effectLst>
        </p:spPr>
        <p:txBody>
          <a:bodyPr/>
          <a:lstStyle/>
          <a:p>
            <a:endParaRPr lang="en-IN"/>
          </a:p>
        </p:txBody>
      </p:sp>
      <p:sp>
        <p:nvSpPr>
          <p:cNvPr id="49" name="Text 47"/>
          <p:cNvSpPr/>
          <p:nvPr/>
        </p:nvSpPr>
        <p:spPr>
          <a:xfrm>
            <a:off x="7802880" y="2487168"/>
            <a:ext cx="402336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Download Processed File</a:t>
            </a:r>
            <a:endParaRPr lang="en-US" sz="1067" dirty="0"/>
          </a:p>
        </p:txBody>
      </p:sp>
      <p:sp>
        <p:nvSpPr>
          <p:cNvPr id="50" name="Shape 48"/>
          <p:cNvSpPr/>
          <p:nvPr/>
        </p:nvSpPr>
        <p:spPr>
          <a:xfrm>
            <a:off x="9814560" y="2877312"/>
            <a:ext cx="0" cy="134112"/>
          </a:xfrm>
          <a:prstGeom prst="line">
            <a:avLst/>
          </a:prstGeom>
          <a:noFill/>
          <a:ln w="12700">
            <a:solidFill>
              <a:srgbClr val="00BFBF"/>
            </a:solidFill>
            <a:prstDash val="solid"/>
            <a:tailEnd type="arrow"/>
          </a:ln>
        </p:spPr>
        <p:txBody>
          <a:bodyPr/>
          <a:lstStyle/>
          <a:p>
            <a:endParaRPr lang="en-IN"/>
          </a:p>
        </p:txBody>
      </p:sp>
      <p:sp>
        <p:nvSpPr>
          <p:cNvPr id="51" name="Shape 49"/>
          <p:cNvSpPr/>
          <p:nvPr/>
        </p:nvSpPr>
        <p:spPr>
          <a:xfrm>
            <a:off x="7802880" y="3011424"/>
            <a:ext cx="4023360" cy="390144"/>
          </a:xfrm>
          <a:prstGeom prst="roundRect">
            <a:avLst>
              <a:gd name="adj" fmla="val 37500"/>
            </a:avLst>
          </a:prstGeom>
          <a:solidFill>
            <a:srgbClr val="007A7A"/>
          </a:solidFill>
          <a:ln w="12700">
            <a:solidFill>
              <a:srgbClr val="007A7A"/>
            </a:solidFill>
            <a:prstDash val="solid"/>
          </a:ln>
          <a:effectLst>
            <a:outerShdw blurRad="50800" dist="25400" dir="2700000" algn="bl" rotWithShape="0">
              <a:srgbClr val="000000">
                <a:alpha val="35000"/>
              </a:srgbClr>
            </a:outerShdw>
          </a:effectLst>
        </p:spPr>
        <p:txBody>
          <a:bodyPr/>
          <a:lstStyle/>
          <a:p>
            <a:endParaRPr lang="en-IN"/>
          </a:p>
        </p:txBody>
      </p:sp>
      <p:sp>
        <p:nvSpPr>
          <p:cNvPr id="52" name="Text 50"/>
          <p:cNvSpPr/>
          <p:nvPr/>
        </p:nvSpPr>
        <p:spPr>
          <a:xfrm>
            <a:off x="7802880" y="3011424"/>
            <a:ext cx="4023360" cy="390144"/>
          </a:xfrm>
          <a:prstGeom prst="rect">
            <a:avLst/>
          </a:prstGeom>
          <a:noFill/>
          <a:ln/>
        </p:spPr>
        <p:txBody>
          <a:bodyPr wrap="square" lIns="33867" tIns="33867" rIns="33867" bIns="33867" rtlCol="0" anchor="ctr"/>
          <a:lstStyle/>
          <a:p>
            <a:pPr algn="ctr"/>
            <a:r>
              <a:rPr lang="en-US" sz="1067" b="1" dirty="0">
                <a:solidFill>
                  <a:srgbClr val="FFFFFF"/>
                </a:solidFill>
                <a:latin typeface="Calibri" pitchFamily="34" charset="0"/>
                <a:ea typeface="Calibri" pitchFamily="34" charset="-122"/>
                <a:cs typeface="Calibri" pitchFamily="34" charset="-120"/>
              </a:rPr>
              <a:t>Aggregate Common Topics</a:t>
            </a:r>
            <a:endParaRPr lang="en-US" sz="1067" dirty="0"/>
          </a:p>
        </p:txBody>
      </p:sp>
      <p:sp>
        <p:nvSpPr>
          <p:cNvPr id="53" name="Shape 51"/>
          <p:cNvSpPr/>
          <p:nvPr/>
        </p:nvSpPr>
        <p:spPr>
          <a:xfrm>
            <a:off x="9814560" y="3401568"/>
            <a:ext cx="0" cy="134112"/>
          </a:xfrm>
          <a:prstGeom prst="line">
            <a:avLst/>
          </a:prstGeom>
          <a:noFill/>
          <a:ln w="12700">
            <a:solidFill>
              <a:srgbClr val="00BFBF"/>
            </a:solidFill>
            <a:prstDash val="solid"/>
            <a:tailEnd type="arrow"/>
          </a:ln>
        </p:spPr>
        <p:txBody>
          <a:bodyPr/>
          <a:lstStyle/>
          <a:p>
            <a:endParaRPr lang="en-IN"/>
          </a:p>
        </p:txBody>
      </p:sp>
      <p:sp>
        <p:nvSpPr>
          <p:cNvPr id="54" name="Shape 52"/>
          <p:cNvSpPr/>
          <p:nvPr/>
        </p:nvSpPr>
        <p:spPr>
          <a:xfrm>
            <a:off x="9144000" y="3633216"/>
            <a:ext cx="1341120" cy="560832"/>
          </a:xfrm>
          <a:prstGeom prst="diamond">
            <a:avLst/>
          </a:prstGeom>
          <a:solidFill>
            <a:srgbClr val="E8A800"/>
          </a:solidFill>
          <a:ln w="12700">
            <a:solidFill>
              <a:srgbClr val="E8A800"/>
            </a:solidFill>
            <a:prstDash val="solid"/>
          </a:ln>
          <a:effectLst>
            <a:outerShdw blurRad="50800" dist="25400" dir="2700000" algn="bl" rotWithShape="0">
              <a:srgbClr val="000000">
                <a:alpha val="35000"/>
              </a:srgbClr>
            </a:outerShdw>
          </a:effectLst>
        </p:spPr>
        <p:txBody>
          <a:bodyPr/>
          <a:lstStyle/>
          <a:p>
            <a:endParaRPr lang="en-IN"/>
          </a:p>
        </p:txBody>
      </p:sp>
      <p:sp>
        <p:nvSpPr>
          <p:cNvPr id="55" name="Text 53"/>
          <p:cNvSpPr/>
          <p:nvPr/>
        </p:nvSpPr>
        <p:spPr>
          <a:xfrm>
            <a:off x="9144000" y="3633216"/>
            <a:ext cx="1341120" cy="560832"/>
          </a:xfrm>
          <a:prstGeom prst="rect">
            <a:avLst/>
          </a:prstGeom>
          <a:noFill/>
          <a:ln/>
        </p:spPr>
        <p:txBody>
          <a:bodyPr wrap="square" lIns="33867" tIns="33867" rIns="33867" bIns="33867" rtlCol="0" anchor="ctr"/>
          <a:lstStyle/>
          <a:p>
            <a:pPr algn="ctr"/>
            <a:r>
              <a:rPr lang="en-US" sz="1000" b="1" dirty="0">
                <a:solidFill>
                  <a:srgbClr val="0D1B2A"/>
                </a:solidFill>
                <a:latin typeface="Calibri" pitchFamily="34" charset="0"/>
                <a:ea typeface="Calibri" pitchFamily="34" charset="-122"/>
                <a:cs typeface="Calibri" pitchFamily="34" charset="-120"/>
              </a:rPr>
              <a:t>More</a:t>
            </a:r>
            <a:endParaRPr lang="en-US" sz="1000" dirty="0"/>
          </a:p>
          <a:p>
            <a:pPr algn="ctr"/>
            <a:r>
              <a:rPr lang="en-US" sz="1000" b="1" dirty="0">
                <a:solidFill>
                  <a:srgbClr val="0D1B2A"/>
                </a:solidFill>
                <a:latin typeface="Calibri" pitchFamily="34" charset="0"/>
                <a:ea typeface="Calibri" pitchFamily="34" charset="-122"/>
                <a:cs typeface="Calibri" pitchFamily="34" charset="-120"/>
              </a:rPr>
              <a:t>Files?</a:t>
            </a:r>
            <a:endParaRPr lang="en-US" sz="1000" dirty="0"/>
          </a:p>
        </p:txBody>
      </p:sp>
      <p:sp>
        <p:nvSpPr>
          <p:cNvPr id="56" name="Shape 54"/>
          <p:cNvSpPr/>
          <p:nvPr/>
        </p:nvSpPr>
        <p:spPr>
          <a:xfrm>
            <a:off x="6827520" y="3913632"/>
            <a:ext cx="2316480" cy="0"/>
          </a:xfrm>
          <a:prstGeom prst="line">
            <a:avLst/>
          </a:prstGeom>
          <a:noFill/>
          <a:ln w="12700">
            <a:solidFill>
              <a:srgbClr val="1A9E5A"/>
            </a:solidFill>
            <a:prstDash val="solid"/>
          </a:ln>
        </p:spPr>
        <p:txBody>
          <a:bodyPr/>
          <a:lstStyle/>
          <a:p>
            <a:endParaRPr lang="en-IN"/>
          </a:p>
        </p:txBody>
      </p:sp>
      <p:sp>
        <p:nvSpPr>
          <p:cNvPr id="57" name="Shape 55"/>
          <p:cNvSpPr/>
          <p:nvPr/>
        </p:nvSpPr>
        <p:spPr>
          <a:xfrm>
            <a:off x="6827520" y="2243328"/>
            <a:ext cx="0" cy="1670304"/>
          </a:xfrm>
          <a:prstGeom prst="line">
            <a:avLst/>
          </a:prstGeom>
          <a:noFill/>
          <a:ln w="12700">
            <a:solidFill>
              <a:srgbClr val="1A9E5A"/>
            </a:solidFill>
            <a:prstDash val="solid"/>
            <a:tailEnd type="arrow"/>
          </a:ln>
        </p:spPr>
        <p:txBody>
          <a:bodyPr/>
          <a:lstStyle/>
          <a:p>
            <a:endParaRPr lang="en-IN"/>
          </a:p>
        </p:txBody>
      </p:sp>
      <p:sp>
        <p:nvSpPr>
          <p:cNvPr id="58" name="Shape 56"/>
          <p:cNvSpPr/>
          <p:nvPr/>
        </p:nvSpPr>
        <p:spPr>
          <a:xfrm>
            <a:off x="6096000" y="2243328"/>
            <a:ext cx="731520" cy="0"/>
          </a:xfrm>
          <a:prstGeom prst="line">
            <a:avLst/>
          </a:prstGeom>
          <a:noFill/>
          <a:ln w="12700">
            <a:solidFill>
              <a:srgbClr val="1A9E5A"/>
            </a:solidFill>
            <a:prstDash val="solid"/>
          </a:ln>
        </p:spPr>
        <p:txBody>
          <a:bodyPr/>
          <a:lstStyle/>
          <a:p>
            <a:endParaRPr lang="en-IN"/>
          </a:p>
        </p:txBody>
      </p:sp>
      <p:sp>
        <p:nvSpPr>
          <p:cNvPr id="59" name="Text 57"/>
          <p:cNvSpPr/>
          <p:nvPr/>
        </p:nvSpPr>
        <p:spPr>
          <a:xfrm>
            <a:off x="6851904" y="3608832"/>
            <a:ext cx="975360" cy="268224"/>
          </a:xfrm>
          <a:prstGeom prst="rect">
            <a:avLst/>
          </a:prstGeom>
          <a:noFill/>
          <a:ln/>
        </p:spPr>
        <p:txBody>
          <a:bodyPr wrap="square" lIns="0" tIns="0" rIns="0" bIns="0" rtlCol="0" anchor="ctr"/>
          <a:lstStyle/>
          <a:p>
            <a:r>
              <a:rPr lang="en-US" sz="933" b="1" dirty="0">
                <a:solidFill>
                  <a:srgbClr val="1A9E5A"/>
                </a:solidFill>
                <a:latin typeface="Calibri" pitchFamily="34" charset="0"/>
                <a:ea typeface="Calibri" pitchFamily="34" charset="-122"/>
                <a:cs typeface="Calibri" pitchFamily="34" charset="-120"/>
              </a:rPr>
              <a:t>Yes</a:t>
            </a:r>
            <a:endParaRPr lang="en-US" sz="933" dirty="0"/>
          </a:p>
        </p:txBody>
      </p:sp>
      <p:sp>
        <p:nvSpPr>
          <p:cNvPr id="60" name="Text 58"/>
          <p:cNvSpPr/>
          <p:nvPr/>
        </p:nvSpPr>
        <p:spPr>
          <a:xfrm>
            <a:off x="10533888" y="3791712"/>
            <a:ext cx="975360" cy="268224"/>
          </a:xfrm>
          <a:prstGeom prst="rect">
            <a:avLst/>
          </a:prstGeom>
          <a:noFill/>
          <a:ln/>
        </p:spPr>
        <p:txBody>
          <a:bodyPr wrap="square" lIns="0" tIns="0" rIns="0" bIns="0" rtlCol="0" anchor="ctr"/>
          <a:lstStyle/>
          <a:p>
            <a:r>
              <a:rPr lang="en-US" sz="933" b="1" dirty="0">
                <a:solidFill>
                  <a:srgbClr val="C0392B"/>
                </a:solidFill>
                <a:latin typeface="Calibri" pitchFamily="34" charset="0"/>
                <a:ea typeface="Calibri" pitchFamily="34" charset="-122"/>
                <a:cs typeface="Calibri" pitchFamily="34" charset="-120"/>
              </a:rPr>
              <a:t>No</a:t>
            </a:r>
            <a:endParaRPr lang="en-US" sz="933" dirty="0"/>
          </a:p>
        </p:txBody>
      </p:sp>
      <p:sp>
        <p:nvSpPr>
          <p:cNvPr id="61" name="Shape 59"/>
          <p:cNvSpPr/>
          <p:nvPr/>
        </p:nvSpPr>
        <p:spPr>
          <a:xfrm>
            <a:off x="9814560" y="4194048"/>
            <a:ext cx="0" cy="219456"/>
          </a:xfrm>
          <a:prstGeom prst="line">
            <a:avLst/>
          </a:prstGeom>
          <a:noFill/>
          <a:ln w="12700">
            <a:solidFill>
              <a:srgbClr val="00BFBF"/>
            </a:solidFill>
            <a:prstDash val="solid"/>
            <a:tailEnd type="arrow"/>
          </a:ln>
        </p:spPr>
        <p:txBody>
          <a:bodyPr/>
          <a:lstStyle/>
          <a:p>
            <a:endParaRPr lang="en-IN"/>
          </a:p>
        </p:txBody>
      </p:sp>
      <p:sp>
        <p:nvSpPr>
          <p:cNvPr id="62" name="Shape 60"/>
          <p:cNvSpPr/>
          <p:nvPr/>
        </p:nvSpPr>
        <p:spPr>
          <a:xfrm>
            <a:off x="7802880" y="4413504"/>
            <a:ext cx="4023360" cy="390144"/>
          </a:xfrm>
          <a:prstGeom prst="roundRect">
            <a:avLst>
              <a:gd name="adj" fmla="val 37500"/>
            </a:avLst>
          </a:prstGeom>
          <a:solidFill>
            <a:srgbClr val="7B2D8B"/>
          </a:solidFill>
          <a:ln w="12700">
            <a:solidFill>
              <a:srgbClr val="7B2D8B"/>
            </a:solidFill>
            <a:prstDash val="solid"/>
          </a:ln>
          <a:effectLst>
            <a:outerShdw blurRad="50800" dist="25400" dir="2700000" algn="bl" rotWithShape="0">
              <a:srgbClr val="000000">
                <a:alpha val="35000"/>
              </a:srgbClr>
            </a:outerShdw>
          </a:effectLst>
        </p:spPr>
        <p:txBody>
          <a:bodyPr/>
          <a:lstStyle/>
          <a:p>
            <a:endParaRPr lang="en-IN"/>
          </a:p>
        </p:txBody>
      </p:sp>
      <p:sp>
        <p:nvSpPr>
          <p:cNvPr id="63" name="Text 61"/>
          <p:cNvSpPr/>
          <p:nvPr/>
        </p:nvSpPr>
        <p:spPr>
          <a:xfrm>
            <a:off x="7802880" y="4413504"/>
            <a:ext cx="4023360" cy="390144"/>
          </a:xfrm>
          <a:prstGeom prst="rect">
            <a:avLst/>
          </a:prstGeom>
          <a:noFill/>
          <a:ln/>
        </p:spPr>
        <p:txBody>
          <a:bodyPr wrap="square" lIns="33867" tIns="33867" rIns="33867" bIns="33867" rtlCol="0" anchor="ctr"/>
          <a:lstStyle/>
          <a:p>
            <a:pPr algn="ctr"/>
            <a:r>
              <a:rPr lang="en-US" sz="1200" b="1" dirty="0">
                <a:solidFill>
                  <a:srgbClr val="FFFFFF"/>
                </a:solidFill>
                <a:latin typeface="Calibri" pitchFamily="34" charset="0"/>
                <a:ea typeface="Calibri" pitchFamily="34" charset="-122"/>
                <a:cs typeface="Calibri" pitchFamily="34" charset="-120"/>
              </a:rPr>
              <a:t>Cross-File Insights</a:t>
            </a:r>
            <a:endParaRPr lang="en-US" sz="1200" dirty="0"/>
          </a:p>
        </p:txBody>
      </p:sp>
      <p:sp>
        <p:nvSpPr>
          <p:cNvPr id="64" name="Shape 62"/>
          <p:cNvSpPr/>
          <p:nvPr/>
        </p:nvSpPr>
        <p:spPr>
          <a:xfrm>
            <a:off x="9814560" y="4803648"/>
            <a:ext cx="0" cy="170688"/>
          </a:xfrm>
          <a:prstGeom prst="line">
            <a:avLst/>
          </a:prstGeom>
          <a:noFill/>
          <a:ln w="12700">
            <a:solidFill>
              <a:srgbClr val="00BFBF"/>
            </a:solidFill>
            <a:prstDash val="solid"/>
            <a:tailEnd type="arrow"/>
          </a:ln>
        </p:spPr>
        <p:txBody>
          <a:bodyPr/>
          <a:lstStyle/>
          <a:p>
            <a:endParaRPr lang="en-IN"/>
          </a:p>
        </p:txBody>
      </p:sp>
      <p:sp>
        <p:nvSpPr>
          <p:cNvPr id="65" name="Shape 63"/>
          <p:cNvSpPr/>
          <p:nvPr/>
        </p:nvSpPr>
        <p:spPr>
          <a:xfrm>
            <a:off x="9144000" y="4974336"/>
            <a:ext cx="1341120" cy="390144"/>
          </a:xfrm>
          <a:prstGeom prst="roundRect">
            <a:avLst>
              <a:gd name="adj" fmla="val 37500"/>
            </a:avLst>
          </a:prstGeom>
          <a:solidFill>
            <a:srgbClr val="1A9E5A"/>
          </a:solidFill>
          <a:ln w="12700">
            <a:solidFill>
              <a:srgbClr val="1A9E5A"/>
            </a:solidFill>
            <a:prstDash val="solid"/>
          </a:ln>
          <a:effectLst>
            <a:outerShdw blurRad="50800" dist="25400" dir="2700000" algn="bl" rotWithShape="0">
              <a:srgbClr val="000000">
                <a:alpha val="35000"/>
              </a:srgbClr>
            </a:outerShdw>
          </a:effectLst>
        </p:spPr>
        <p:txBody>
          <a:bodyPr/>
          <a:lstStyle/>
          <a:p>
            <a:endParaRPr lang="en-IN"/>
          </a:p>
        </p:txBody>
      </p:sp>
      <p:sp>
        <p:nvSpPr>
          <p:cNvPr id="66" name="Text 64"/>
          <p:cNvSpPr/>
          <p:nvPr/>
        </p:nvSpPr>
        <p:spPr>
          <a:xfrm>
            <a:off x="9144000" y="4974336"/>
            <a:ext cx="1341120" cy="390144"/>
          </a:xfrm>
          <a:prstGeom prst="rect">
            <a:avLst/>
          </a:prstGeom>
          <a:noFill/>
          <a:ln/>
        </p:spPr>
        <p:txBody>
          <a:bodyPr wrap="square" lIns="33867" tIns="33867" rIns="33867" bIns="33867" rtlCol="0" anchor="ctr"/>
          <a:lstStyle/>
          <a:p>
            <a:pPr algn="ctr"/>
            <a:r>
              <a:rPr lang="en-US" sz="1200" b="1" dirty="0">
                <a:solidFill>
                  <a:srgbClr val="FFFFFF"/>
                </a:solidFill>
                <a:latin typeface="Calibri" pitchFamily="34" charset="0"/>
                <a:ea typeface="Calibri" pitchFamily="34" charset="-122"/>
                <a:cs typeface="Calibri" pitchFamily="34" charset="-120"/>
              </a:rPr>
              <a:t>End</a:t>
            </a:r>
            <a:endParaRPr lang="en-US" sz="1200" dirty="0"/>
          </a:p>
        </p:txBody>
      </p:sp>
      <p:sp>
        <p:nvSpPr>
          <p:cNvPr id="67" name="Shape 65"/>
          <p:cNvSpPr/>
          <p:nvPr/>
        </p:nvSpPr>
        <p:spPr>
          <a:xfrm>
            <a:off x="268224" y="914400"/>
            <a:ext cx="268224" cy="268224"/>
          </a:xfrm>
          <a:prstGeom prst="roundRect">
            <a:avLst>
              <a:gd name="adj" fmla="val 18182"/>
            </a:avLst>
          </a:prstGeom>
          <a:solidFill>
            <a:srgbClr val="1A9E5A"/>
          </a:solidFill>
          <a:ln w="12700">
            <a:solidFill>
              <a:srgbClr val="1A9E5A"/>
            </a:solidFill>
            <a:prstDash val="solid"/>
          </a:ln>
        </p:spPr>
        <p:txBody>
          <a:bodyPr/>
          <a:lstStyle/>
          <a:p>
            <a:endParaRPr lang="en-IN"/>
          </a:p>
        </p:txBody>
      </p:sp>
      <p:sp>
        <p:nvSpPr>
          <p:cNvPr id="68" name="Text 66"/>
          <p:cNvSpPr/>
          <p:nvPr/>
        </p:nvSpPr>
        <p:spPr>
          <a:xfrm>
            <a:off x="609600" y="914400"/>
            <a:ext cx="1828800" cy="268224"/>
          </a:xfrm>
          <a:prstGeom prst="rect">
            <a:avLst/>
          </a:prstGeom>
          <a:noFill/>
          <a:ln/>
        </p:spPr>
        <p:txBody>
          <a:bodyPr wrap="square" lIns="0" tIns="0" rIns="0" bIns="0" rtlCol="0" anchor="ctr"/>
          <a:lstStyle/>
          <a:p>
            <a:r>
              <a:rPr lang="en-US" sz="933" dirty="0">
                <a:solidFill>
                  <a:schemeClr val="bg1"/>
                </a:solidFill>
                <a:latin typeface="Calibri" pitchFamily="34" charset="0"/>
                <a:ea typeface="Calibri" pitchFamily="34" charset="-122"/>
                <a:cs typeface="Calibri" pitchFamily="34" charset="-120"/>
              </a:rPr>
              <a:t>Start / End</a:t>
            </a:r>
            <a:endParaRPr lang="en-US" sz="933" dirty="0">
              <a:solidFill>
                <a:schemeClr val="bg1"/>
              </a:solidFill>
            </a:endParaRPr>
          </a:p>
        </p:txBody>
      </p:sp>
      <p:sp>
        <p:nvSpPr>
          <p:cNvPr id="69" name="Shape 67"/>
          <p:cNvSpPr/>
          <p:nvPr/>
        </p:nvSpPr>
        <p:spPr>
          <a:xfrm>
            <a:off x="268224" y="1450848"/>
            <a:ext cx="268224" cy="268224"/>
          </a:xfrm>
          <a:prstGeom prst="roundRect">
            <a:avLst>
              <a:gd name="adj" fmla="val 18182"/>
            </a:avLst>
          </a:prstGeom>
          <a:solidFill>
            <a:srgbClr val="1F6FBF"/>
          </a:solidFill>
          <a:ln w="12700">
            <a:solidFill>
              <a:srgbClr val="1F6FBF"/>
            </a:solidFill>
            <a:prstDash val="solid"/>
          </a:ln>
        </p:spPr>
        <p:txBody>
          <a:bodyPr/>
          <a:lstStyle/>
          <a:p>
            <a:endParaRPr lang="en-IN"/>
          </a:p>
        </p:txBody>
      </p:sp>
      <p:sp>
        <p:nvSpPr>
          <p:cNvPr id="70" name="Text 68"/>
          <p:cNvSpPr/>
          <p:nvPr/>
        </p:nvSpPr>
        <p:spPr>
          <a:xfrm>
            <a:off x="609600" y="1450848"/>
            <a:ext cx="1828800" cy="268224"/>
          </a:xfrm>
          <a:prstGeom prst="rect">
            <a:avLst/>
          </a:prstGeom>
          <a:noFill/>
          <a:ln/>
        </p:spPr>
        <p:txBody>
          <a:bodyPr wrap="square" lIns="0" tIns="0" rIns="0" bIns="0" rtlCol="0" anchor="ctr"/>
          <a:lstStyle/>
          <a:p>
            <a:r>
              <a:rPr lang="en-US" sz="933" dirty="0">
                <a:solidFill>
                  <a:schemeClr val="bg1"/>
                </a:solidFill>
                <a:latin typeface="Calibri" pitchFamily="34" charset="0"/>
                <a:ea typeface="Calibri" pitchFamily="34" charset="-122"/>
                <a:cs typeface="Calibri" pitchFamily="34" charset="-120"/>
              </a:rPr>
              <a:t>Output Step</a:t>
            </a:r>
            <a:endParaRPr lang="en-US" sz="933" dirty="0">
              <a:solidFill>
                <a:schemeClr val="bg1"/>
              </a:solidFill>
            </a:endParaRPr>
          </a:p>
        </p:txBody>
      </p:sp>
      <p:sp>
        <p:nvSpPr>
          <p:cNvPr id="71" name="Shape 69"/>
          <p:cNvSpPr/>
          <p:nvPr/>
        </p:nvSpPr>
        <p:spPr>
          <a:xfrm>
            <a:off x="268224" y="1987296"/>
            <a:ext cx="268224" cy="268224"/>
          </a:xfrm>
          <a:prstGeom prst="roundRect">
            <a:avLst>
              <a:gd name="adj" fmla="val 18182"/>
            </a:avLst>
          </a:prstGeom>
          <a:solidFill>
            <a:srgbClr val="007A7A"/>
          </a:solidFill>
          <a:ln w="12700">
            <a:solidFill>
              <a:srgbClr val="007A7A"/>
            </a:solidFill>
            <a:prstDash val="solid"/>
          </a:ln>
        </p:spPr>
        <p:txBody>
          <a:bodyPr/>
          <a:lstStyle/>
          <a:p>
            <a:endParaRPr lang="en-IN"/>
          </a:p>
        </p:txBody>
      </p:sp>
      <p:sp>
        <p:nvSpPr>
          <p:cNvPr id="72" name="Text 70"/>
          <p:cNvSpPr/>
          <p:nvPr/>
        </p:nvSpPr>
        <p:spPr>
          <a:xfrm>
            <a:off x="609600" y="1987296"/>
            <a:ext cx="1828800" cy="268224"/>
          </a:xfrm>
          <a:prstGeom prst="rect">
            <a:avLst/>
          </a:prstGeom>
          <a:noFill/>
          <a:ln/>
        </p:spPr>
        <p:txBody>
          <a:bodyPr wrap="square" lIns="0" tIns="0" rIns="0" bIns="0" rtlCol="0" anchor="ctr"/>
          <a:lstStyle/>
          <a:p>
            <a:r>
              <a:rPr lang="en-US" sz="933" dirty="0">
                <a:solidFill>
                  <a:schemeClr val="bg1"/>
                </a:solidFill>
                <a:latin typeface="Calibri" pitchFamily="34" charset="0"/>
                <a:ea typeface="Calibri" pitchFamily="34" charset="-122"/>
                <a:cs typeface="Calibri" pitchFamily="34" charset="-120"/>
              </a:rPr>
              <a:t>Loop / Aggregate</a:t>
            </a:r>
            <a:endParaRPr lang="en-US" sz="933" dirty="0">
              <a:solidFill>
                <a:schemeClr val="bg1"/>
              </a:solidFill>
            </a:endParaRPr>
          </a:p>
        </p:txBody>
      </p:sp>
      <p:sp>
        <p:nvSpPr>
          <p:cNvPr id="73" name="Shape 71"/>
          <p:cNvSpPr/>
          <p:nvPr/>
        </p:nvSpPr>
        <p:spPr>
          <a:xfrm>
            <a:off x="268224" y="2523744"/>
            <a:ext cx="268224" cy="268224"/>
          </a:xfrm>
          <a:prstGeom prst="roundRect">
            <a:avLst>
              <a:gd name="adj" fmla="val 18182"/>
            </a:avLst>
          </a:prstGeom>
          <a:solidFill>
            <a:srgbClr val="163350"/>
          </a:solidFill>
          <a:ln w="12700">
            <a:solidFill>
              <a:srgbClr val="00AEEF"/>
            </a:solidFill>
            <a:prstDash val="solid"/>
          </a:ln>
        </p:spPr>
        <p:txBody>
          <a:bodyPr/>
          <a:lstStyle/>
          <a:p>
            <a:endParaRPr lang="en-IN"/>
          </a:p>
        </p:txBody>
      </p:sp>
      <p:sp>
        <p:nvSpPr>
          <p:cNvPr id="74" name="Text 72"/>
          <p:cNvSpPr/>
          <p:nvPr/>
        </p:nvSpPr>
        <p:spPr>
          <a:xfrm>
            <a:off x="609600" y="2523744"/>
            <a:ext cx="1828800" cy="268224"/>
          </a:xfrm>
          <a:prstGeom prst="rect">
            <a:avLst/>
          </a:prstGeom>
          <a:noFill/>
          <a:ln/>
        </p:spPr>
        <p:txBody>
          <a:bodyPr wrap="square" lIns="0" tIns="0" rIns="0" bIns="0" rtlCol="0" anchor="ctr"/>
          <a:lstStyle/>
          <a:p>
            <a:r>
              <a:rPr lang="en-US" sz="933" dirty="0">
                <a:solidFill>
                  <a:schemeClr val="bg1"/>
                </a:solidFill>
                <a:latin typeface="Calibri" pitchFamily="34" charset="0"/>
                <a:ea typeface="Calibri" pitchFamily="34" charset="-122"/>
                <a:cs typeface="Calibri" pitchFamily="34" charset="-120"/>
              </a:rPr>
              <a:t>Read / Preview</a:t>
            </a:r>
            <a:endParaRPr lang="en-US" sz="933" dirty="0">
              <a:solidFill>
                <a:schemeClr val="bg1"/>
              </a:solidFill>
            </a:endParaRPr>
          </a:p>
        </p:txBody>
      </p:sp>
      <p:sp>
        <p:nvSpPr>
          <p:cNvPr id="75" name="Shape 73"/>
          <p:cNvSpPr/>
          <p:nvPr/>
        </p:nvSpPr>
        <p:spPr>
          <a:xfrm>
            <a:off x="268224" y="3060192"/>
            <a:ext cx="268224" cy="268224"/>
          </a:xfrm>
          <a:prstGeom prst="roundRect">
            <a:avLst>
              <a:gd name="adj" fmla="val 18182"/>
            </a:avLst>
          </a:prstGeom>
          <a:solidFill>
            <a:srgbClr val="7B2D8B"/>
          </a:solidFill>
          <a:ln w="12700">
            <a:solidFill>
              <a:srgbClr val="7B2D8B"/>
            </a:solidFill>
            <a:prstDash val="solid"/>
          </a:ln>
        </p:spPr>
        <p:txBody>
          <a:bodyPr/>
          <a:lstStyle/>
          <a:p>
            <a:endParaRPr lang="en-IN"/>
          </a:p>
        </p:txBody>
      </p:sp>
      <p:sp>
        <p:nvSpPr>
          <p:cNvPr id="76" name="Text 74"/>
          <p:cNvSpPr/>
          <p:nvPr/>
        </p:nvSpPr>
        <p:spPr>
          <a:xfrm>
            <a:off x="609600" y="3060192"/>
            <a:ext cx="1828800" cy="268224"/>
          </a:xfrm>
          <a:prstGeom prst="rect">
            <a:avLst/>
          </a:prstGeom>
          <a:noFill/>
          <a:ln/>
        </p:spPr>
        <p:txBody>
          <a:bodyPr wrap="square" lIns="0" tIns="0" rIns="0" bIns="0" rtlCol="0" anchor="ctr"/>
          <a:lstStyle/>
          <a:p>
            <a:r>
              <a:rPr lang="en-US" sz="933" dirty="0">
                <a:solidFill>
                  <a:schemeClr val="bg1"/>
                </a:solidFill>
                <a:latin typeface="Calibri" pitchFamily="34" charset="0"/>
                <a:ea typeface="Calibri" pitchFamily="34" charset="-122"/>
                <a:cs typeface="Calibri" pitchFamily="34" charset="-120"/>
              </a:rPr>
              <a:t>Core Processing</a:t>
            </a:r>
            <a:endParaRPr lang="en-US" sz="933" dirty="0">
              <a:solidFill>
                <a:schemeClr val="bg1"/>
              </a:solidFill>
            </a:endParaRPr>
          </a:p>
        </p:txBody>
      </p:sp>
      <p:sp>
        <p:nvSpPr>
          <p:cNvPr id="77" name="Shape 75"/>
          <p:cNvSpPr/>
          <p:nvPr/>
        </p:nvSpPr>
        <p:spPr>
          <a:xfrm>
            <a:off x="268224" y="3596640"/>
            <a:ext cx="268224" cy="268224"/>
          </a:xfrm>
          <a:prstGeom prst="roundRect">
            <a:avLst>
              <a:gd name="adj" fmla="val 18182"/>
            </a:avLst>
          </a:prstGeom>
          <a:solidFill>
            <a:srgbClr val="E8A800"/>
          </a:solidFill>
          <a:ln w="12700">
            <a:solidFill>
              <a:srgbClr val="E8A800"/>
            </a:solidFill>
            <a:prstDash val="solid"/>
          </a:ln>
        </p:spPr>
        <p:txBody>
          <a:bodyPr/>
          <a:lstStyle/>
          <a:p>
            <a:endParaRPr lang="en-IN"/>
          </a:p>
        </p:txBody>
      </p:sp>
      <p:sp>
        <p:nvSpPr>
          <p:cNvPr id="78" name="Text 76"/>
          <p:cNvSpPr/>
          <p:nvPr/>
        </p:nvSpPr>
        <p:spPr>
          <a:xfrm>
            <a:off x="609600" y="3596640"/>
            <a:ext cx="1828800" cy="268224"/>
          </a:xfrm>
          <a:prstGeom prst="rect">
            <a:avLst/>
          </a:prstGeom>
          <a:noFill/>
          <a:ln/>
        </p:spPr>
        <p:txBody>
          <a:bodyPr wrap="square" lIns="0" tIns="0" rIns="0" bIns="0" rtlCol="0" anchor="ctr"/>
          <a:lstStyle/>
          <a:p>
            <a:r>
              <a:rPr lang="en-US" sz="933" dirty="0">
                <a:solidFill>
                  <a:schemeClr val="bg1"/>
                </a:solidFill>
                <a:latin typeface="Calibri" pitchFamily="34" charset="0"/>
                <a:ea typeface="Calibri" pitchFamily="34" charset="-122"/>
                <a:cs typeface="Calibri" pitchFamily="34" charset="-120"/>
              </a:rPr>
              <a:t>Decision</a:t>
            </a:r>
            <a:endParaRPr lang="en-US" sz="933" dirty="0">
              <a:solidFill>
                <a:schemeClr val="bg1"/>
              </a:solidFill>
            </a:endParaRPr>
          </a:p>
        </p:txBody>
      </p:sp>
      <p:sp>
        <p:nvSpPr>
          <p:cNvPr id="79" name="Shape 77"/>
          <p:cNvSpPr/>
          <p:nvPr/>
        </p:nvSpPr>
        <p:spPr>
          <a:xfrm>
            <a:off x="3413760" y="792480"/>
            <a:ext cx="3230880" cy="97536"/>
          </a:xfrm>
          <a:prstGeom prst="rect">
            <a:avLst/>
          </a:prstGeom>
          <a:solidFill>
            <a:srgbClr val="007A7A"/>
          </a:solidFill>
          <a:ln w="12700">
            <a:solidFill>
              <a:srgbClr val="007A7A"/>
            </a:solidFill>
            <a:prstDash val="solid"/>
          </a:ln>
        </p:spPr>
        <p:txBody>
          <a:bodyPr/>
          <a:lstStyle/>
          <a:p>
            <a:endParaRPr lang="en-IN"/>
          </a:p>
        </p:txBody>
      </p:sp>
      <p:sp>
        <p:nvSpPr>
          <p:cNvPr id="80" name="Text 78"/>
          <p:cNvSpPr/>
          <p:nvPr/>
        </p:nvSpPr>
        <p:spPr>
          <a:xfrm>
            <a:off x="3413760" y="792480"/>
            <a:ext cx="3230880" cy="97536"/>
          </a:xfrm>
          <a:prstGeom prst="rect">
            <a:avLst/>
          </a:prstGeom>
          <a:noFill/>
          <a:ln/>
        </p:spPr>
        <p:txBody>
          <a:bodyPr wrap="square" lIns="0" tIns="0" rIns="0" bIns="0" rtlCol="0" anchor="ctr"/>
          <a:lstStyle/>
          <a:p>
            <a:pPr algn="ctr"/>
            <a:r>
              <a:rPr lang="en-US" sz="1050" b="1" kern="0" spc="200" dirty="0">
                <a:solidFill>
                  <a:srgbClr val="FFFFFF"/>
                </a:solidFill>
                <a:latin typeface="Calibri" pitchFamily="34" charset="0"/>
                <a:ea typeface="Calibri" pitchFamily="34" charset="-122"/>
                <a:cs typeface="Calibri" pitchFamily="34" charset="-120"/>
              </a:rPr>
              <a:t>PROCESSING STAGE</a:t>
            </a:r>
            <a:endParaRPr lang="en-US" sz="1050" dirty="0"/>
          </a:p>
        </p:txBody>
      </p:sp>
      <p:sp>
        <p:nvSpPr>
          <p:cNvPr id="82" name="Shape 80"/>
          <p:cNvSpPr/>
          <p:nvPr/>
        </p:nvSpPr>
        <p:spPr>
          <a:xfrm flipV="1">
            <a:off x="0" y="6925055"/>
            <a:ext cx="12192000" cy="45719"/>
          </a:xfrm>
          <a:prstGeom prst="rect">
            <a:avLst/>
          </a:prstGeom>
          <a:solidFill>
            <a:srgbClr val="007A7A"/>
          </a:solidFill>
          <a:ln w="12700">
            <a:solidFill>
              <a:srgbClr val="007A7A"/>
            </a:solidFill>
            <a:prstDash val="solid"/>
          </a:ln>
        </p:spPr>
        <p:txBody>
          <a:bodyPr/>
          <a:lstStyle/>
          <a:p>
            <a:endParaRPr lang="en-IN"/>
          </a:p>
        </p:txBody>
      </p:sp>
      <p:sp>
        <p:nvSpPr>
          <p:cNvPr id="83" name="Text 81"/>
          <p:cNvSpPr/>
          <p:nvPr/>
        </p:nvSpPr>
        <p:spPr>
          <a:xfrm>
            <a:off x="243840" y="6717791"/>
            <a:ext cx="6096000" cy="131673"/>
          </a:xfrm>
          <a:prstGeom prst="rect">
            <a:avLst/>
          </a:prstGeom>
          <a:noFill/>
          <a:ln/>
        </p:spPr>
        <p:txBody>
          <a:bodyPr wrap="square" lIns="0" tIns="0" rIns="0" bIns="0" rtlCol="0" anchor="ctr"/>
          <a:lstStyle/>
          <a:p>
            <a:r>
              <a:rPr lang="en-US" sz="800" dirty="0">
                <a:solidFill>
                  <a:srgbClr val="555555"/>
                </a:solidFill>
                <a:latin typeface="Calibri" pitchFamily="34" charset="0"/>
                <a:ea typeface="Calibri" pitchFamily="34" charset="-122"/>
                <a:cs typeface="Calibri" pitchFamily="34" charset="-120"/>
              </a:rPr>
              <a:t>e</a:t>
            </a:r>
            <a:endParaRPr lang="en-US" sz="800" dirty="0"/>
          </a:p>
        </p:txBody>
      </p:sp>
      <p:sp>
        <p:nvSpPr>
          <p:cNvPr id="84" name="Text 82"/>
          <p:cNvSpPr/>
          <p:nvPr/>
        </p:nvSpPr>
        <p:spPr>
          <a:xfrm>
            <a:off x="6096000" y="6642201"/>
            <a:ext cx="5852160" cy="207264"/>
          </a:xfrm>
          <a:prstGeom prst="rect">
            <a:avLst/>
          </a:prstGeom>
          <a:noFill/>
          <a:ln/>
        </p:spPr>
        <p:txBody>
          <a:bodyPr wrap="square" lIns="0" tIns="0" rIns="0" bIns="0" rtlCol="0" anchor="ctr"/>
          <a:lstStyle/>
          <a:p>
            <a:pPr algn="r"/>
            <a:r>
              <a:rPr lang="en-US" sz="800" dirty="0">
                <a:solidFill>
                  <a:srgbClr val="555555"/>
                </a:solidFill>
                <a:latin typeface="Calibri" pitchFamily="34" charset="0"/>
                <a:ea typeface="Calibri" pitchFamily="34" charset="-122"/>
                <a:cs typeface="Calibri"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822960"/>
          </a:xfrm>
          <a:prstGeom prst="rect">
            <a:avLst/>
          </a:prstGeom>
          <a:solidFill>
            <a:srgbClr val="1B2A4A"/>
          </a:solidFill>
          <a:ln w="12700">
            <a:solidFill>
              <a:srgbClr val="1B2A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274320" y="0"/>
            <a:ext cx="91440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Exit Interview — Raw Input Data</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0" y="0"/>
            <a:ext cx="11887200" cy="822960"/>
          </a:xfrm>
          <a:prstGeom prst="rect">
            <a:avLst/>
          </a:prstGeom>
          <a:noFill/>
          <a:ln/>
        </p:spPr>
        <p:txBody>
          <a:bodyPr wrap="square" lIns="0" tIns="10160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0" y="822960"/>
            <a:ext cx="12161520" cy="54864"/>
          </a:xfrm>
          <a:prstGeom prst="rect">
            <a:avLst/>
          </a:prstGeom>
          <a:solidFill>
            <a:srgbClr val="0D8A8A"/>
          </a:solidFill>
          <a:ln w="12700">
            <a:solidFill>
              <a:srgbClr val="0D8A8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228600" y="932688"/>
            <a:ext cx="11704320" cy="3474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B2A4A"/>
                </a:solidFill>
                <a:effectLst/>
                <a:uLnTx/>
                <a:uFillTx/>
                <a:latin typeface="Calibri" pitchFamily="34" charset="0"/>
                <a:ea typeface="Calibri" pitchFamily="34" charset="-122"/>
                <a:cs typeface="Calibri" pitchFamily="34" charset="-120"/>
              </a:rPr>
              <a:t>Raw Input: All </a:t>
            </a:r>
            <a:r>
              <a:rPr lang="en-US" sz="1300" b="1" dirty="0">
                <a:solidFill>
                  <a:srgbClr val="1B2A4A"/>
                </a:solidFill>
                <a:latin typeface="Calibri" pitchFamily="34" charset="0"/>
                <a:ea typeface="Calibri" pitchFamily="34" charset="-122"/>
                <a:cs typeface="Calibri" pitchFamily="34" charset="-120"/>
              </a:rPr>
              <a:t>Col</a:t>
            </a:r>
            <a:r>
              <a:rPr kumimoji="0" lang="en-US" sz="1300" b="1" i="0" u="none" strike="noStrike" kern="1200" cap="none" spc="0" normalizeH="0" baseline="0" noProof="0" dirty="0" err="1">
                <a:ln>
                  <a:noFill/>
                </a:ln>
                <a:solidFill>
                  <a:srgbClr val="1B2A4A"/>
                </a:solidFill>
                <a:effectLst/>
                <a:uLnTx/>
                <a:uFillTx/>
                <a:latin typeface="Calibri" pitchFamily="34" charset="0"/>
                <a:ea typeface="Calibri" pitchFamily="34" charset="-122"/>
                <a:cs typeface="Calibri" pitchFamily="34" charset="-120"/>
              </a:rPr>
              <a:t>umns</a:t>
            </a:r>
            <a:r>
              <a:rPr kumimoji="0" lang="en-US" sz="1300" b="1" i="0" u="none" strike="noStrike" kern="1200" cap="none" spc="0" normalizeH="0" baseline="0" noProof="0" dirty="0">
                <a:ln>
                  <a:noFill/>
                </a:ln>
                <a:solidFill>
                  <a:srgbClr val="1B2A4A"/>
                </a:solidFill>
                <a:effectLst/>
                <a:uLnTx/>
                <a:uFillTx/>
                <a:latin typeface="Calibri" pitchFamily="34" charset="0"/>
                <a:ea typeface="Calibri" pitchFamily="34" charset="-122"/>
                <a:cs typeface="Calibri" pitchFamily="34" charset="-120"/>
              </a:rPr>
              <a:t> — 5 Selected Employees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7" name="Table 0"/>
          <p:cNvGraphicFramePr>
            <a:graphicFrameLocks noGrp="1"/>
          </p:cNvGraphicFramePr>
          <p:nvPr/>
        </p:nvGraphicFramePr>
        <p:xfrm>
          <a:off x="228600" y="1298448"/>
          <a:ext cx="11734805" cy="5193793"/>
        </p:xfrm>
        <a:graphic>
          <a:graphicData uri="http://schemas.openxmlformats.org/drawingml/2006/table">
            <a:tbl>
              <a:tblPr/>
              <a:tblGrid>
                <a:gridCol w="443870">
                  <a:extLst>
                    <a:ext uri="{9D8B030D-6E8A-4147-A177-3AD203B41FA5}">
                      <a16:colId xmlns:a16="http://schemas.microsoft.com/office/drawing/2014/main" val="20000"/>
                    </a:ext>
                  </a:extLst>
                </a:gridCol>
                <a:gridCol w="554837">
                  <a:extLst>
                    <a:ext uri="{9D8B030D-6E8A-4147-A177-3AD203B41FA5}">
                      <a16:colId xmlns:a16="http://schemas.microsoft.com/office/drawing/2014/main" val="20001"/>
                    </a:ext>
                  </a:extLst>
                </a:gridCol>
                <a:gridCol w="416128">
                  <a:extLst>
                    <a:ext uri="{9D8B030D-6E8A-4147-A177-3AD203B41FA5}">
                      <a16:colId xmlns:a16="http://schemas.microsoft.com/office/drawing/2014/main" val="20002"/>
                    </a:ext>
                  </a:extLst>
                </a:gridCol>
                <a:gridCol w="693546">
                  <a:extLst>
                    <a:ext uri="{9D8B030D-6E8A-4147-A177-3AD203B41FA5}">
                      <a16:colId xmlns:a16="http://schemas.microsoft.com/office/drawing/2014/main" val="20003"/>
                    </a:ext>
                  </a:extLst>
                </a:gridCol>
                <a:gridCol w="388386">
                  <a:extLst>
                    <a:ext uri="{9D8B030D-6E8A-4147-A177-3AD203B41FA5}">
                      <a16:colId xmlns:a16="http://schemas.microsoft.com/office/drawing/2014/main" val="20004"/>
                    </a:ext>
                  </a:extLst>
                </a:gridCol>
                <a:gridCol w="443870">
                  <a:extLst>
                    <a:ext uri="{9D8B030D-6E8A-4147-A177-3AD203B41FA5}">
                      <a16:colId xmlns:a16="http://schemas.microsoft.com/office/drawing/2014/main" val="20005"/>
                    </a:ext>
                  </a:extLst>
                </a:gridCol>
                <a:gridCol w="813761">
                  <a:extLst>
                    <a:ext uri="{9D8B030D-6E8A-4147-A177-3AD203B41FA5}">
                      <a16:colId xmlns:a16="http://schemas.microsoft.com/office/drawing/2014/main" val="20006"/>
                    </a:ext>
                  </a:extLst>
                </a:gridCol>
                <a:gridCol w="517848">
                  <a:extLst>
                    <a:ext uri="{9D8B030D-6E8A-4147-A177-3AD203B41FA5}">
                      <a16:colId xmlns:a16="http://schemas.microsoft.com/office/drawing/2014/main" val="20007"/>
                    </a:ext>
                  </a:extLst>
                </a:gridCol>
                <a:gridCol w="342149">
                  <a:extLst>
                    <a:ext uri="{9D8B030D-6E8A-4147-A177-3AD203B41FA5}">
                      <a16:colId xmlns:a16="http://schemas.microsoft.com/office/drawing/2014/main" val="20008"/>
                    </a:ext>
                  </a:extLst>
                </a:gridCol>
                <a:gridCol w="480859">
                  <a:extLst>
                    <a:ext uri="{9D8B030D-6E8A-4147-A177-3AD203B41FA5}">
                      <a16:colId xmlns:a16="http://schemas.microsoft.com/office/drawing/2014/main" val="20009"/>
                    </a:ext>
                  </a:extLst>
                </a:gridCol>
                <a:gridCol w="388386">
                  <a:extLst>
                    <a:ext uri="{9D8B030D-6E8A-4147-A177-3AD203B41FA5}">
                      <a16:colId xmlns:a16="http://schemas.microsoft.com/office/drawing/2014/main" val="20010"/>
                    </a:ext>
                  </a:extLst>
                </a:gridCol>
                <a:gridCol w="628815">
                  <a:extLst>
                    <a:ext uri="{9D8B030D-6E8A-4147-A177-3AD203B41FA5}">
                      <a16:colId xmlns:a16="http://schemas.microsoft.com/office/drawing/2014/main" val="20011"/>
                    </a:ext>
                  </a:extLst>
                </a:gridCol>
                <a:gridCol w="462364">
                  <a:extLst>
                    <a:ext uri="{9D8B030D-6E8A-4147-A177-3AD203B41FA5}">
                      <a16:colId xmlns:a16="http://schemas.microsoft.com/office/drawing/2014/main" val="20012"/>
                    </a:ext>
                  </a:extLst>
                </a:gridCol>
                <a:gridCol w="388386">
                  <a:extLst>
                    <a:ext uri="{9D8B030D-6E8A-4147-A177-3AD203B41FA5}">
                      <a16:colId xmlns:a16="http://schemas.microsoft.com/office/drawing/2014/main" val="20013"/>
                    </a:ext>
                  </a:extLst>
                </a:gridCol>
                <a:gridCol w="443870">
                  <a:extLst>
                    <a:ext uri="{9D8B030D-6E8A-4147-A177-3AD203B41FA5}">
                      <a16:colId xmlns:a16="http://schemas.microsoft.com/office/drawing/2014/main" val="20014"/>
                    </a:ext>
                  </a:extLst>
                </a:gridCol>
                <a:gridCol w="443870">
                  <a:extLst>
                    <a:ext uri="{9D8B030D-6E8A-4147-A177-3AD203B41FA5}">
                      <a16:colId xmlns:a16="http://schemas.microsoft.com/office/drawing/2014/main" val="20015"/>
                    </a:ext>
                  </a:extLst>
                </a:gridCol>
                <a:gridCol w="1035696">
                  <a:extLst>
                    <a:ext uri="{9D8B030D-6E8A-4147-A177-3AD203B41FA5}">
                      <a16:colId xmlns:a16="http://schemas.microsoft.com/office/drawing/2014/main" val="20016"/>
                    </a:ext>
                  </a:extLst>
                </a:gridCol>
                <a:gridCol w="1035696">
                  <a:extLst>
                    <a:ext uri="{9D8B030D-6E8A-4147-A177-3AD203B41FA5}">
                      <a16:colId xmlns:a16="http://schemas.microsoft.com/office/drawing/2014/main" val="20017"/>
                    </a:ext>
                  </a:extLst>
                </a:gridCol>
                <a:gridCol w="1035696">
                  <a:extLst>
                    <a:ext uri="{9D8B030D-6E8A-4147-A177-3AD203B41FA5}">
                      <a16:colId xmlns:a16="http://schemas.microsoft.com/office/drawing/2014/main" val="20018"/>
                    </a:ext>
                  </a:extLst>
                </a:gridCol>
                <a:gridCol w="351397">
                  <a:extLst>
                    <a:ext uri="{9D8B030D-6E8A-4147-A177-3AD203B41FA5}">
                      <a16:colId xmlns:a16="http://schemas.microsoft.com/office/drawing/2014/main" val="20019"/>
                    </a:ext>
                  </a:extLst>
                </a:gridCol>
                <a:gridCol w="425375">
                  <a:extLst>
                    <a:ext uri="{9D8B030D-6E8A-4147-A177-3AD203B41FA5}">
                      <a16:colId xmlns:a16="http://schemas.microsoft.com/office/drawing/2014/main" val="20020"/>
                    </a:ext>
                  </a:extLst>
                </a:gridCol>
              </a:tblGrid>
              <a:tr h="704243">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Emp ID</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Dept</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Gender</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Manager</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Tenure</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(Yrs)</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Region</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Business Unit</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Position</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Perf</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Rating</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Emp</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Status</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Exit</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Type</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Exit Reason</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Workplace</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Culture</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Mgr &amp;</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Leader.</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Benefits &amp;</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Comp</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Learning &amp;</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Career</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Suggestions for Improvement</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Challenges Faced</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General Feedback</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Rejoin?</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50" b="1" dirty="0">
                          <a:solidFill>
                            <a:srgbClr val="FFFFFF"/>
                          </a:solidFill>
                          <a:latin typeface="Calibri" pitchFamily="34" charset="0"/>
                          <a:ea typeface="Calibri" pitchFamily="34" charset="-122"/>
                          <a:cs typeface="Calibri" pitchFamily="34" charset="-120"/>
                        </a:rPr>
                        <a:t>Exit</a:t>
                      </a:r>
                      <a:endParaRPr lang="en-US" sz="650" dirty="0">
                        <a:latin typeface="Calibri" charset="0"/>
                        <a:ea typeface="Calibri" charset="0"/>
                        <a:cs typeface="Calibri" charset="0"/>
                      </a:endParaRPr>
                    </a:p>
                    <a:p>
                      <a:pPr marL="0" indent="0" algn="ctr">
                        <a:buNone/>
                      </a:pPr>
                      <a:r>
                        <a:rPr lang="en-US" sz="650" b="1" dirty="0">
                          <a:solidFill>
                            <a:srgbClr val="FFFFFF"/>
                          </a:solidFill>
                          <a:latin typeface="Calibri" pitchFamily="34" charset="0"/>
                          <a:ea typeface="Calibri" pitchFamily="34" charset="-122"/>
                          <a:cs typeface="Calibri" pitchFamily="34" charset="-120"/>
                        </a:rPr>
                        <a:t>Proc. Rtg</a:t>
                      </a:r>
                      <a:endParaRPr lang="en-US" sz="65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897910">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E0001</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Operations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Female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Sunil Yadav</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Central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Supply Chain &amp; Ops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Analyst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1</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Permanent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Voluntary</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Career growth</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4.32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2.75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Limited promotion opportunities, difficult to grow in career.</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Processes and communication need significant improvement.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Enjoyed working with my team; camaraderie was motivating.</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No</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4</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97910">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E0002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Marketing</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Female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Karan Gupta</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East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Brand &amp; Marketing</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Analyst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Permanent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Voluntary</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Culture &amp; Work Env.</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2.46</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4.00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Better flexible work options to improve work-life balance.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Very limited career growth; promotions felt biased.</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Workload distribution was unfair; some members overburdened.</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Yes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1</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extLst>
                  <a:ext uri="{0D108BD9-81ED-4DB2-BD59-A6C34878D82A}">
                    <a16:rowId xmlns:a16="http://schemas.microsoft.com/office/drawing/2014/main" val="10002"/>
                  </a:ext>
                </a:extLst>
              </a:tr>
              <a:tr h="897910">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E0003</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HR</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Female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Amit Verma</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0.9</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Central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People &amp; Culture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Consultant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Permanent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Voluntary</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Personal reasons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4.67</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3.00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The company should improve internal communication across departments.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Processes and communication need significant improvement.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Enjoyed working with my team; camaraderie was motivating.</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No</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7910">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E0013</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IT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Female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Arjun Malhotra</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13.1</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East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Information Technology</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Analyst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Permanent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Voluntary</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Mgmt &amp; Leadership</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4.39</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4.0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3.00</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Training sessions were good, but more frequent skill development programs would help.</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HR policies were rigid and lacked empathy for employee needs.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Experience was satisfactory, though the pace of change was slow.</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Yes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extLst>
                  <a:ext uri="{0D108BD9-81ED-4DB2-BD59-A6C34878D82A}">
                    <a16:rowId xmlns:a16="http://schemas.microsoft.com/office/drawing/2014/main" val="10004"/>
                  </a:ext>
                </a:extLst>
              </a:tr>
              <a:tr h="897910">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E0017</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HR</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Female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Amit Verma</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Central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People &amp; Culture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Sr. Analyst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Permanent</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Involuntary</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Restructuring</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2.8</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4.21</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1.5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dirty="0">
                          <a:solidFill>
                            <a:srgbClr val="1B2A4A"/>
                          </a:solidFill>
                          <a:latin typeface="Calibri" pitchFamily="34" charset="0"/>
                          <a:ea typeface="Calibri" pitchFamily="34" charset="-122"/>
                          <a:cs typeface="Calibri" pitchFamily="34" charset="-120"/>
                        </a:rPr>
                        <a:t>2.25</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More focus on employee career growth and mentorship programs is needed.</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HR policies were rigid and lacked empathy for employee needs.</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Workload distribution was unfair; some members overburdened.</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No</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600" dirty="0">
                          <a:solidFill>
                            <a:srgbClr val="1B2A4A"/>
                          </a:solidFill>
                          <a:latin typeface="Calibri" pitchFamily="34" charset="0"/>
                          <a:ea typeface="Calibri" pitchFamily="34" charset="-122"/>
                          <a:cs typeface="Calibri" pitchFamily="34" charset="-120"/>
                        </a:rPr>
                        <a:t>2</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Text 5"/>
          <p:cNvSpPr/>
          <p:nvPr/>
        </p:nvSpPr>
        <p:spPr>
          <a:xfrm>
            <a:off x="228600" y="6492240"/>
            <a:ext cx="11704320" cy="2286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dirty="0">
                <a:ln>
                  <a:noFill/>
                </a:ln>
                <a:solidFill>
                  <a:srgbClr val="5A6272"/>
                </a:solidFill>
                <a:effectLst/>
                <a:uLnTx/>
                <a:uFillTx/>
                <a:latin typeface="Calibri" pitchFamily="34" charset="0"/>
                <a:ea typeface="Calibri" pitchFamily="34" charset="-122"/>
                <a:cs typeface="Calibri" pitchFamily="34" charset="-120"/>
              </a:rPr>
              <a:t>.</a:t>
            </a:r>
            <a:endPar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822960"/>
          </a:xfrm>
          <a:prstGeom prst="rect">
            <a:avLst/>
          </a:prstGeom>
          <a:solidFill>
            <a:srgbClr val="0D8A8A"/>
          </a:solidFill>
          <a:ln w="12700">
            <a:solidFill>
              <a:srgbClr val="0D8A8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274320" y="0"/>
            <a:ext cx="91440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Exit Interview — Sentiment Analysis Output</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0" y="0"/>
            <a:ext cx="11887200" cy="822960"/>
          </a:xfrm>
          <a:prstGeom prst="rect">
            <a:avLst/>
          </a:prstGeom>
          <a:noFill/>
          <a:ln/>
        </p:spPr>
        <p:txBody>
          <a:bodyPr wrap="square" lIns="0" tIns="10160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0" y="822960"/>
            <a:ext cx="12161520" cy="54864"/>
          </a:xfrm>
          <a:prstGeom prst="rect">
            <a:avLst/>
          </a:prstGeom>
          <a:solidFill>
            <a:srgbClr val="1B2A4A"/>
          </a:solidFill>
          <a:ln w="12700">
            <a:solidFill>
              <a:srgbClr val="1B2A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228600" y="932688"/>
            <a:ext cx="11704320" cy="3474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B2A4A"/>
                </a:solidFill>
                <a:effectLst/>
                <a:uLnTx/>
                <a:uFillTx/>
                <a:latin typeface="Calibri" pitchFamily="34" charset="0"/>
                <a:ea typeface="Calibri" pitchFamily="34" charset="-122"/>
                <a:cs typeface="Calibri" pitchFamily="34" charset="-120"/>
              </a:rPr>
              <a:t>Processed Output: Sentiment Analysis Columns Added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8961120" y="1033272"/>
            <a:ext cx="109728" cy="109728"/>
          </a:xfrm>
          <a:prstGeom prst="rect">
            <a:avLst/>
          </a:prstGeom>
          <a:solidFill>
            <a:srgbClr val="1A7A4A"/>
          </a:solidFill>
          <a:ln w="12700">
            <a:solidFill>
              <a:srgbClr val="1A7A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9089136" y="996696"/>
            <a:ext cx="777240" cy="2011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1A7A4A"/>
                </a:solidFill>
                <a:effectLst/>
                <a:uLnTx/>
                <a:uFillTx/>
                <a:latin typeface="Calibri" pitchFamily="34" charset="0"/>
                <a:ea typeface="Calibri" pitchFamily="34" charset="-122"/>
                <a:cs typeface="Calibri" pitchFamily="34" charset="-120"/>
              </a:rPr>
              <a:t>POSITIVE</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9921240" y="1033272"/>
            <a:ext cx="109728" cy="109728"/>
          </a:xfrm>
          <a:prstGeom prst="rect">
            <a:avLst/>
          </a:prstGeom>
          <a:solidFill>
            <a:srgbClr val="B02020"/>
          </a:solidFill>
          <a:ln w="12700">
            <a:solidFill>
              <a:srgbClr val="B0202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8"/>
          <p:cNvSpPr/>
          <p:nvPr/>
        </p:nvSpPr>
        <p:spPr>
          <a:xfrm>
            <a:off x="10049256" y="996696"/>
            <a:ext cx="777240" cy="2011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B02020"/>
                </a:solidFill>
                <a:effectLst/>
                <a:uLnTx/>
                <a:uFillTx/>
                <a:latin typeface="Calibri" pitchFamily="34" charset="0"/>
                <a:ea typeface="Calibri" pitchFamily="34" charset="-122"/>
                <a:cs typeface="Calibri" pitchFamily="34" charset="-120"/>
              </a:rPr>
              <a:t>NEGATIVE</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10881360" y="1033272"/>
            <a:ext cx="109728" cy="109728"/>
          </a:xfrm>
          <a:prstGeom prst="rect">
            <a:avLst/>
          </a:prstGeom>
          <a:solidFill>
            <a:srgbClr val="5A6272"/>
          </a:solidFill>
          <a:ln w="12700">
            <a:solidFill>
              <a:srgbClr val="5A627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11009376" y="996696"/>
            <a:ext cx="777240" cy="2011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50" b="1" i="0" u="none" strike="noStrike" kern="1200" cap="none" spc="0" normalizeH="0" baseline="0" noProof="0" dirty="0">
                <a:ln>
                  <a:noFill/>
                </a:ln>
                <a:solidFill>
                  <a:srgbClr val="5A6272"/>
                </a:solidFill>
                <a:effectLst/>
                <a:uLnTx/>
                <a:uFillTx/>
                <a:latin typeface="Calibri" pitchFamily="34" charset="0"/>
                <a:ea typeface="Calibri" pitchFamily="34" charset="-122"/>
                <a:cs typeface="Calibri" pitchFamily="34" charset="-120"/>
              </a:rPr>
              <a:t>NEUTRAL</a:t>
            </a: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3" name="Table 0"/>
          <p:cNvGraphicFramePr>
            <a:graphicFrameLocks noGrp="1"/>
          </p:cNvGraphicFramePr>
          <p:nvPr/>
        </p:nvGraphicFramePr>
        <p:xfrm>
          <a:off x="228600" y="1298448"/>
          <a:ext cx="11734800" cy="5193794"/>
        </p:xfrm>
        <a:graphic>
          <a:graphicData uri="http://schemas.openxmlformats.org/drawingml/2006/table">
            <a:tbl>
              <a:tblPr/>
              <a:tblGrid>
                <a:gridCol w="377325">
                  <a:extLst>
                    <a:ext uri="{9D8B030D-6E8A-4147-A177-3AD203B41FA5}">
                      <a16:colId xmlns:a16="http://schemas.microsoft.com/office/drawing/2014/main" val="20000"/>
                    </a:ext>
                  </a:extLst>
                </a:gridCol>
                <a:gridCol w="518822">
                  <a:extLst>
                    <a:ext uri="{9D8B030D-6E8A-4147-A177-3AD203B41FA5}">
                      <a16:colId xmlns:a16="http://schemas.microsoft.com/office/drawing/2014/main" val="20001"/>
                    </a:ext>
                  </a:extLst>
                </a:gridCol>
                <a:gridCol w="330159">
                  <a:extLst>
                    <a:ext uri="{9D8B030D-6E8A-4147-A177-3AD203B41FA5}">
                      <a16:colId xmlns:a16="http://schemas.microsoft.com/office/drawing/2014/main" val="20002"/>
                    </a:ext>
                  </a:extLst>
                </a:gridCol>
                <a:gridCol w="471656">
                  <a:extLst>
                    <a:ext uri="{9D8B030D-6E8A-4147-A177-3AD203B41FA5}">
                      <a16:colId xmlns:a16="http://schemas.microsoft.com/office/drawing/2014/main" val="20003"/>
                    </a:ext>
                  </a:extLst>
                </a:gridCol>
                <a:gridCol w="396191">
                  <a:extLst>
                    <a:ext uri="{9D8B030D-6E8A-4147-A177-3AD203B41FA5}">
                      <a16:colId xmlns:a16="http://schemas.microsoft.com/office/drawing/2014/main" val="20004"/>
                    </a:ext>
                  </a:extLst>
                </a:gridCol>
                <a:gridCol w="330159">
                  <a:extLst>
                    <a:ext uri="{9D8B030D-6E8A-4147-A177-3AD203B41FA5}">
                      <a16:colId xmlns:a16="http://schemas.microsoft.com/office/drawing/2014/main" val="20005"/>
                    </a:ext>
                  </a:extLst>
                </a:gridCol>
                <a:gridCol w="377325">
                  <a:extLst>
                    <a:ext uri="{9D8B030D-6E8A-4147-A177-3AD203B41FA5}">
                      <a16:colId xmlns:a16="http://schemas.microsoft.com/office/drawing/2014/main" val="20006"/>
                    </a:ext>
                  </a:extLst>
                </a:gridCol>
                <a:gridCol w="1018777">
                  <a:extLst>
                    <a:ext uri="{9D8B030D-6E8A-4147-A177-3AD203B41FA5}">
                      <a16:colId xmlns:a16="http://schemas.microsoft.com/office/drawing/2014/main" val="20007"/>
                    </a:ext>
                  </a:extLst>
                </a:gridCol>
                <a:gridCol w="924446">
                  <a:extLst>
                    <a:ext uri="{9D8B030D-6E8A-4147-A177-3AD203B41FA5}">
                      <a16:colId xmlns:a16="http://schemas.microsoft.com/office/drawing/2014/main" val="20008"/>
                    </a:ext>
                  </a:extLst>
                </a:gridCol>
                <a:gridCol w="924446">
                  <a:extLst>
                    <a:ext uri="{9D8B030D-6E8A-4147-A177-3AD203B41FA5}">
                      <a16:colId xmlns:a16="http://schemas.microsoft.com/office/drawing/2014/main" val="20009"/>
                    </a:ext>
                  </a:extLst>
                </a:gridCol>
                <a:gridCol w="330159">
                  <a:extLst>
                    <a:ext uri="{9D8B030D-6E8A-4147-A177-3AD203B41FA5}">
                      <a16:colId xmlns:a16="http://schemas.microsoft.com/office/drawing/2014/main" val="20010"/>
                    </a:ext>
                  </a:extLst>
                </a:gridCol>
                <a:gridCol w="490522">
                  <a:extLst>
                    <a:ext uri="{9D8B030D-6E8A-4147-A177-3AD203B41FA5}">
                      <a16:colId xmlns:a16="http://schemas.microsoft.com/office/drawing/2014/main" val="20011"/>
                    </a:ext>
                  </a:extLst>
                </a:gridCol>
                <a:gridCol w="490522">
                  <a:extLst>
                    <a:ext uri="{9D8B030D-6E8A-4147-A177-3AD203B41FA5}">
                      <a16:colId xmlns:a16="http://schemas.microsoft.com/office/drawing/2014/main" val="20012"/>
                    </a:ext>
                  </a:extLst>
                </a:gridCol>
                <a:gridCol w="415057">
                  <a:extLst>
                    <a:ext uri="{9D8B030D-6E8A-4147-A177-3AD203B41FA5}">
                      <a16:colId xmlns:a16="http://schemas.microsoft.com/office/drawing/2014/main" val="20013"/>
                    </a:ext>
                  </a:extLst>
                </a:gridCol>
                <a:gridCol w="433923">
                  <a:extLst>
                    <a:ext uri="{9D8B030D-6E8A-4147-A177-3AD203B41FA5}">
                      <a16:colId xmlns:a16="http://schemas.microsoft.com/office/drawing/2014/main" val="20014"/>
                    </a:ext>
                  </a:extLst>
                </a:gridCol>
                <a:gridCol w="396191">
                  <a:extLst>
                    <a:ext uri="{9D8B030D-6E8A-4147-A177-3AD203B41FA5}">
                      <a16:colId xmlns:a16="http://schemas.microsoft.com/office/drawing/2014/main" val="20015"/>
                    </a:ext>
                  </a:extLst>
                </a:gridCol>
                <a:gridCol w="584853">
                  <a:extLst>
                    <a:ext uri="{9D8B030D-6E8A-4147-A177-3AD203B41FA5}">
                      <a16:colId xmlns:a16="http://schemas.microsoft.com/office/drawing/2014/main" val="20016"/>
                    </a:ext>
                  </a:extLst>
                </a:gridCol>
                <a:gridCol w="528255">
                  <a:extLst>
                    <a:ext uri="{9D8B030D-6E8A-4147-A177-3AD203B41FA5}">
                      <a16:colId xmlns:a16="http://schemas.microsoft.com/office/drawing/2014/main" val="20017"/>
                    </a:ext>
                  </a:extLst>
                </a:gridCol>
                <a:gridCol w="565987">
                  <a:extLst>
                    <a:ext uri="{9D8B030D-6E8A-4147-A177-3AD203B41FA5}">
                      <a16:colId xmlns:a16="http://schemas.microsoft.com/office/drawing/2014/main" val="20018"/>
                    </a:ext>
                  </a:extLst>
                </a:gridCol>
                <a:gridCol w="490522">
                  <a:extLst>
                    <a:ext uri="{9D8B030D-6E8A-4147-A177-3AD203B41FA5}">
                      <a16:colId xmlns:a16="http://schemas.microsoft.com/office/drawing/2014/main" val="20019"/>
                    </a:ext>
                  </a:extLst>
                </a:gridCol>
                <a:gridCol w="377325">
                  <a:extLst>
                    <a:ext uri="{9D8B030D-6E8A-4147-A177-3AD203B41FA5}">
                      <a16:colId xmlns:a16="http://schemas.microsoft.com/office/drawing/2014/main" val="20020"/>
                    </a:ext>
                  </a:extLst>
                </a:gridCol>
                <a:gridCol w="471656">
                  <a:extLst>
                    <a:ext uri="{9D8B030D-6E8A-4147-A177-3AD203B41FA5}">
                      <a16:colId xmlns:a16="http://schemas.microsoft.com/office/drawing/2014/main" val="20021"/>
                    </a:ext>
                  </a:extLst>
                </a:gridCol>
                <a:gridCol w="490522">
                  <a:extLst>
                    <a:ext uri="{9D8B030D-6E8A-4147-A177-3AD203B41FA5}">
                      <a16:colId xmlns:a16="http://schemas.microsoft.com/office/drawing/2014/main" val="20022"/>
                    </a:ext>
                  </a:extLst>
                </a:gridCol>
              </a:tblGrid>
              <a:tr h="783969">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Emp</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ID</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Dept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Perf</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Rtg</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Workplace</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Culture</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Mgr &amp;</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Leader.</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Ben &amp;</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Comp</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Learn &amp;</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Career</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Suggestions for Improvement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Challenges Faced</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General Feedback</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Exit</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Proc</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Rtg</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B2A4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Perf Rtg</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W.Culture</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Mgr</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Benefits</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Career</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Sugg.</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Topic</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Chall.</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Topic</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Feedback</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Topic</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Feedback</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Feedback</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Score</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Exit Proc.</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tc>
                  <a:txBody>
                    <a:bodyPr/>
                    <a:lstStyle/>
                    <a:p>
                      <a:pPr marL="0" indent="0" algn="ctr">
                        <a:buNone/>
                      </a:pPr>
                      <a:r>
                        <a:rPr lang="en-US" sz="600" b="1" dirty="0">
                          <a:solidFill>
                            <a:srgbClr val="FFFFFF"/>
                          </a:solidFill>
                          <a:latin typeface="Calibri" pitchFamily="34" charset="0"/>
                          <a:ea typeface="Calibri" pitchFamily="34" charset="-122"/>
                          <a:cs typeface="Calibri" pitchFamily="34" charset="-120"/>
                        </a:rPr>
                        <a:t>Overall</a:t>
                      </a:r>
                      <a:endParaRPr lang="en-US" sz="600" dirty="0">
                        <a:latin typeface="Calibri" charset="0"/>
                        <a:ea typeface="Calibri" charset="0"/>
                        <a:cs typeface="Calibri" charset="0"/>
                      </a:endParaRPr>
                    </a:p>
                    <a:p>
                      <a:pPr marL="0" indent="0" algn="ctr">
                        <a:buNone/>
                      </a:pPr>
                      <a:r>
                        <a:rPr lang="en-US" sz="600" b="1" dirty="0">
                          <a:solidFill>
                            <a:srgbClr val="FFFFFF"/>
                          </a:solidFill>
                          <a:latin typeface="Calibri" pitchFamily="34" charset="0"/>
                          <a:ea typeface="Calibri" pitchFamily="34" charset="-122"/>
                          <a:cs typeface="Calibri" pitchFamily="34" charset="-120"/>
                        </a:rPr>
                        <a:t>Sentiment</a:t>
                      </a:r>
                      <a:endParaRPr lang="en-US" sz="600" dirty="0">
                        <a:latin typeface="Calibri" charset="0"/>
                        <a:ea typeface="Calibri" charset="0"/>
                        <a:cs typeface="Calibri" charset="0"/>
                      </a:endParaRPr>
                    </a:p>
                  </a:txBody>
                  <a:tcPr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D8A8A"/>
                    </a:solidFill>
                  </a:tcPr>
                </a:tc>
                <a:extLst>
                  <a:ext uri="{0D108BD9-81ED-4DB2-BD59-A6C34878D82A}">
                    <a16:rowId xmlns:a16="http://schemas.microsoft.com/office/drawing/2014/main" val="10000"/>
                  </a:ext>
                </a:extLst>
              </a:tr>
              <a:tr h="881965">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E0001</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Operations</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1</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4.32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2.75</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Limited promotion opportunities, difficult to grow.</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Processes and communication need significant improvement.</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Enjoyed working with my team; camaraderie was motivating.</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Career Growth</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Innovation</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Support Experience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98.01</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6350" cap="flat" cmpd="sng" algn="ctr">
                      <a:solidFill>
                        <a:srgbClr val="FFFFFF"/>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extLst>
                  <a:ext uri="{0D108BD9-81ED-4DB2-BD59-A6C34878D82A}">
                    <a16:rowId xmlns:a16="http://schemas.microsoft.com/office/drawing/2014/main" val="10001"/>
                  </a:ext>
                </a:extLst>
              </a:tr>
              <a:tr h="881965">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E0002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Marketing</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2.46</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4.00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Better flexible work options to improve work-life balance.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Very limited career growth; promotions felt biased.</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Workload distribution was unfair; some members overburdened.</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1</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Work-Life Balance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Career Growth</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Work-Life Balance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81.89</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extLst>
                  <a:ext uri="{0D108BD9-81ED-4DB2-BD59-A6C34878D82A}">
                    <a16:rowId xmlns:a16="http://schemas.microsoft.com/office/drawing/2014/main" val="10002"/>
                  </a:ext>
                </a:extLst>
              </a:tr>
              <a:tr h="881965">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E0003</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HR</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4.67</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3.00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Improve internal communication across departments.</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Processes and communication need significant improvement.</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Enjoyed working with my team; camaraderie was motivating.</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Communication</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Innovation</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Support Experience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98.01</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extLst>
                  <a:ext uri="{0D108BD9-81ED-4DB2-BD59-A6C34878D82A}">
                    <a16:rowId xmlns:a16="http://schemas.microsoft.com/office/drawing/2014/main" val="10003"/>
                  </a:ext>
                </a:extLst>
              </a:tr>
              <a:tr h="881965">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E0013</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IT</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5</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4.39</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3.00</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Training was good, but more frequent skill development would help.</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HR policies were rigid and lacked empathy for employee needs.</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Experience was satisfactory, though pace of change was slow.</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3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Training</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Support Experience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Hotel Experience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81.86</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2F0F0"/>
                    </a:solidFill>
                  </a:tcPr>
                </a:tc>
                <a:extLst>
                  <a:ext uri="{0D108BD9-81ED-4DB2-BD59-A6C34878D82A}">
                    <a16:rowId xmlns:a16="http://schemas.microsoft.com/office/drawing/2014/main" val="10004"/>
                  </a:ext>
                </a:extLst>
              </a:tr>
              <a:tr h="881965">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E0017</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HR</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5</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2.8</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4.21</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1.5</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2.25</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More focus on career growth and mentorship programs is needed.</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HR policies were rigid and lacked empathy for employee needs.</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l">
                        <a:buNone/>
                      </a:pPr>
                      <a:r>
                        <a:rPr lang="en-US" sz="580" dirty="0">
                          <a:solidFill>
                            <a:srgbClr val="1B2A4A"/>
                          </a:solidFill>
                          <a:latin typeface="Calibri" pitchFamily="34" charset="0"/>
                          <a:ea typeface="Calibri" pitchFamily="34" charset="-122"/>
                          <a:cs typeface="Calibri" pitchFamily="34" charset="-120"/>
                        </a:rPr>
                        <a:t>Workload distribution was unfair; some members overburdened.</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2</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FFFFFF"/>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5A6272"/>
                          </a:solidFill>
                          <a:latin typeface="Calibri" pitchFamily="34" charset="0"/>
                          <a:ea typeface="Calibri" pitchFamily="34" charset="-122"/>
                          <a:cs typeface="Calibri" pitchFamily="34" charset="-120"/>
                        </a:rPr>
                        <a:t>NEUTRAL</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1A7A4A"/>
                          </a:solidFill>
                          <a:latin typeface="Calibri" pitchFamily="34" charset="0"/>
                          <a:ea typeface="Calibri" pitchFamily="34" charset="-122"/>
                          <a:cs typeface="Calibri" pitchFamily="34" charset="-120"/>
                        </a:rPr>
                        <a:t>POSITIVE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Career Growth</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Support Experience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Work-Life Balance</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580" dirty="0">
                          <a:solidFill>
                            <a:srgbClr val="1B2A4A"/>
                          </a:solidFill>
                          <a:latin typeface="Calibri" pitchFamily="34" charset="0"/>
                          <a:ea typeface="Calibri" pitchFamily="34" charset="-122"/>
                          <a:cs typeface="Calibri" pitchFamily="34" charset="-120"/>
                        </a:rPr>
                        <a:t>81.89</a:t>
                      </a:r>
                      <a:endParaRPr lang="en-US" sz="58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tc>
                  <a:txBody>
                    <a:bodyPr/>
                    <a:lstStyle/>
                    <a:p>
                      <a:pPr marL="0" indent="0" algn="ctr">
                        <a:buNone/>
                      </a:pPr>
                      <a:r>
                        <a:rPr lang="en-US" sz="600" b="1" dirty="0">
                          <a:solidFill>
                            <a:srgbClr val="B02020"/>
                          </a:solidFill>
                          <a:latin typeface="Calibri" pitchFamily="34" charset="0"/>
                          <a:ea typeface="Calibri" pitchFamily="34" charset="-122"/>
                          <a:cs typeface="Calibri" pitchFamily="34" charset="-120"/>
                        </a:rPr>
                        <a:t>NEGATIVE</a:t>
                      </a:r>
                      <a:endParaRPr lang="en-US" sz="600" dirty="0">
                        <a:latin typeface="Calibri" charset="0"/>
                        <a:ea typeface="Calibri" charset="0"/>
                        <a:cs typeface="Calibri" charset="0"/>
                      </a:endParaRPr>
                    </a:p>
                  </a:txBody>
                  <a:tcPr anchor="ctr">
                    <a:lnL w="3810" cap="flat" cmpd="sng" algn="ctr">
                      <a:solidFill>
                        <a:srgbClr val="CACDD6"/>
                      </a:solidFill>
                      <a:prstDash val="solid"/>
                      <a:round/>
                      <a:headEnd type="none" w="med" len="med"/>
                      <a:tailEnd type="none" w="med" len="med"/>
                    </a:lnL>
                    <a:lnR w="3810" cap="flat" cmpd="sng" algn="ctr">
                      <a:solidFill>
                        <a:srgbClr val="CACDD6"/>
                      </a:solidFill>
                      <a:prstDash val="solid"/>
                      <a:round/>
                      <a:headEnd type="none" w="med" len="med"/>
                      <a:tailEnd type="none" w="med" len="med"/>
                    </a:lnR>
                    <a:lnT w="3810" cap="flat" cmpd="sng" algn="ctr">
                      <a:solidFill>
                        <a:srgbClr val="CACDD6"/>
                      </a:solidFill>
                      <a:prstDash val="solid"/>
                      <a:round/>
                      <a:headEnd type="none" w="med" len="med"/>
                      <a:tailEnd type="none" w="med" len="med"/>
                    </a:lnT>
                    <a:lnB w="3810" cap="flat" cmpd="sng" algn="ctr">
                      <a:solidFill>
                        <a:srgbClr val="CACDD6"/>
                      </a:solidFill>
                      <a:prstDash val="solid"/>
                      <a:round/>
                      <a:headEnd type="none" w="med" len="med"/>
                      <a:tailEnd type="none" w="med" len="med"/>
                    </a:lnB>
                    <a:solidFill>
                      <a:srgbClr val="EEF7F7"/>
                    </a:solidFill>
                  </a:tcPr>
                </a:tc>
                <a:extLst>
                  <a:ext uri="{0D108BD9-81ED-4DB2-BD59-A6C34878D82A}">
                    <a16:rowId xmlns:a16="http://schemas.microsoft.com/office/drawing/2014/main" val="10005"/>
                  </a:ext>
                </a:extLst>
              </a:tr>
            </a:tbl>
          </a:graphicData>
        </a:graphic>
      </p:graphicFrame>
      <p:sp>
        <p:nvSpPr>
          <p:cNvPr id="14" name="Text 11"/>
          <p:cNvSpPr/>
          <p:nvPr/>
        </p:nvSpPr>
        <p:spPr>
          <a:xfrm>
            <a:off x="228600" y="6492240"/>
            <a:ext cx="11704320" cy="2286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628"/>
        </a:solidFill>
        <a:effectLst/>
      </p:bgPr>
    </p:bg>
    <p:spTree>
      <p:nvGrpSpPr>
        <p:cNvPr id="1" name=""/>
        <p:cNvGrpSpPr/>
        <p:nvPr/>
      </p:nvGrpSpPr>
      <p:grpSpPr>
        <a:xfrm>
          <a:off x="0" y="0"/>
          <a:ext cx="0" cy="0"/>
          <a:chOff x="0" y="0"/>
          <a:chExt cx="0" cy="0"/>
        </a:xfrm>
      </p:grpSpPr>
      <p:sp>
        <p:nvSpPr>
          <p:cNvPr id="2" name="Text 0"/>
          <p:cNvSpPr/>
          <p:nvPr/>
        </p:nvSpPr>
        <p:spPr>
          <a:xfrm>
            <a:off x="426720" y="182880"/>
            <a:ext cx="11338560" cy="585216"/>
          </a:xfrm>
          <a:prstGeom prst="rect">
            <a:avLst/>
          </a:prstGeom>
          <a:noFill/>
          <a:ln/>
        </p:spPr>
        <p:txBody>
          <a:bodyPr wrap="square" rtlCol="0" anchor="ctr"/>
          <a:lstStyle/>
          <a:p>
            <a:pPr defTabSz="1219170"/>
            <a:r>
              <a:rPr lang="en-US" sz="2667" b="1" dirty="0">
                <a:solidFill>
                  <a:srgbClr val="FFFFFF"/>
                </a:solidFill>
                <a:latin typeface="Calibri" pitchFamily="34" charset="0"/>
                <a:ea typeface="Calibri" pitchFamily="34" charset="-122"/>
                <a:cs typeface="Calibri" pitchFamily="34" charset="-120"/>
              </a:rPr>
              <a:t>Market Entry Strategy, Target Segments, Value Proposition &amp; KPIs</a:t>
            </a:r>
            <a:endParaRPr lang="en-US" sz="2667" dirty="0">
              <a:solidFill>
                <a:prstClr val="black"/>
              </a:solidFill>
              <a:latin typeface="Calibri" panose="020F0502020204030204"/>
            </a:endParaRPr>
          </a:p>
        </p:txBody>
      </p:sp>
      <p:sp>
        <p:nvSpPr>
          <p:cNvPr id="3" name="Shape 1"/>
          <p:cNvSpPr/>
          <p:nvPr/>
        </p:nvSpPr>
        <p:spPr>
          <a:xfrm>
            <a:off x="426720" y="755904"/>
            <a:ext cx="11338560" cy="30480"/>
          </a:xfrm>
          <a:prstGeom prst="rect">
            <a:avLst/>
          </a:prstGeom>
          <a:solidFill>
            <a:schemeClr val="accent4">
              <a:lumMod val="60000"/>
              <a:lumOff val="40000"/>
            </a:schemeClr>
          </a:solidFill>
          <a:ln w="12700">
            <a:solidFill>
              <a:srgbClr val="C9A84C"/>
            </a:solidFill>
            <a:prstDash val="solid"/>
          </a:ln>
        </p:spPr>
        <p:txBody>
          <a:bodyPr/>
          <a:lstStyle/>
          <a:p>
            <a:endParaRPr lang="en-IN"/>
          </a:p>
        </p:txBody>
      </p:sp>
      <p:sp>
        <p:nvSpPr>
          <p:cNvPr id="4" name="Shape 2"/>
          <p:cNvSpPr/>
          <p:nvPr/>
        </p:nvSpPr>
        <p:spPr>
          <a:xfrm>
            <a:off x="426720" y="877824"/>
            <a:ext cx="5486400" cy="2682240"/>
          </a:xfrm>
          <a:prstGeom prst="rect">
            <a:avLst/>
          </a:prstGeom>
          <a:solidFill>
            <a:srgbClr val="112244"/>
          </a:solidFill>
          <a:ln w="10160">
            <a:solidFill>
              <a:srgbClr val="1A3060"/>
            </a:solidFill>
            <a:prstDash val="solid"/>
          </a:ln>
        </p:spPr>
        <p:txBody>
          <a:bodyPr/>
          <a:lstStyle/>
          <a:p>
            <a:endParaRPr lang="en-IN"/>
          </a:p>
        </p:txBody>
      </p:sp>
      <p:sp>
        <p:nvSpPr>
          <p:cNvPr id="5" name="Shape 3"/>
          <p:cNvSpPr/>
          <p:nvPr/>
        </p:nvSpPr>
        <p:spPr>
          <a:xfrm>
            <a:off x="6278880" y="877824"/>
            <a:ext cx="5486400" cy="2682240"/>
          </a:xfrm>
          <a:prstGeom prst="rect">
            <a:avLst/>
          </a:prstGeom>
          <a:solidFill>
            <a:srgbClr val="112244"/>
          </a:solidFill>
          <a:ln w="10160">
            <a:solidFill>
              <a:srgbClr val="1A3060"/>
            </a:solidFill>
            <a:prstDash val="solid"/>
          </a:ln>
        </p:spPr>
        <p:txBody>
          <a:bodyPr/>
          <a:lstStyle/>
          <a:p>
            <a:endParaRPr lang="en-IN"/>
          </a:p>
        </p:txBody>
      </p:sp>
      <p:sp>
        <p:nvSpPr>
          <p:cNvPr id="6" name="Shape 4"/>
          <p:cNvSpPr/>
          <p:nvPr/>
        </p:nvSpPr>
        <p:spPr>
          <a:xfrm>
            <a:off x="426720" y="3718560"/>
            <a:ext cx="5486400" cy="2682240"/>
          </a:xfrm>
          <a:prstGeom prst="rect">
            <a:avLst/>
          </a:prstGeom>
          <a:solidFill>
            <a:srgbClr val="112244"/>
          </a:solidFill>
          <a:ln w="10160">
            <a:solidFill>
              <a:srgbClr val="1A3060"/>
            </a:solidFill>
            <a:prstDash val="solid"/>
          </a:ln>
        </p:spPr>
        <p:txBody>
          <a:bodyPr/>
          <a:lstStyle/>
          <a:p>
            <a:endParaRPr lang="en-IN"/>
          </a:p>
        </p:txBody>
      </p:sp>
      <p:sp>
        <p:nvSpPr>
          <p:cNvPr id="7" name="Shape 5"/>
          <p:cNvSpPr/>
          <p:nvPr/>
        </p:nvSpPr>
        <p:spPr>
          <a:xfrm>
            <a:off x="6278880" y="3718560"/>
            <a:ext cx="5486400" cy="2682240"/>
          </a:xfrm>
          <a:prstGeom prst="rect">
            <a:avLst/>
          </a:prstGeom>
          <a:solidFill>
            <a:srgbClr val="112244"/>
          </a:solidFill>
          <a:ln w="10160">
            <a:solidFill>
              <a:srgbClr val="1A3060"/>
            </a:solidFill>
            <a:prstDash val="solid"/>
          </a:ln>
        </p:spPr>
        <p:txBody>
          <a:bodyPr/>
          <a:lstStyle/>
          <a:p>
            <a:endParaRPr lang="en-IN"/>
          </a:p>
        </p:txBody>
      </p:sp>
      <p:sp>
        <p:nvSpPr>
          <p:cNvPr id="8" name="Text 6"/>
          <p:cNvSpPr/>
          <p:nvPr/>
        </p:nvSpPr>
        <p:spPr>
          <a:xfrm>
            <a:off x="573024" y="999744"/>
            <a:ext cx="3048000" cy="304800"/>
          </a:xfrm>
          <a:prstGeom prst="rect">
            <a:avLst/>
          </a:prstGeom>
          <a:noFill/>
          <a:ln/>
        </p:spPr>
        <p:txBody>
          <a:bodyPr wrap="square" rtlCol="0" anchor="ctr"/>
          <a:lstStyle/>
          <a:p>
            <a:pPr defTabSz="1219170"/>
            <a:r>
              <a:rPr lang="en-US" sz="1200" b="1" kern="0" spc="267" dirty="0">
                <a:solidFill>
                  <a:srgbClr val="3ECFB2"/>
                </a:solidFill>
                <a:latin typeface="Calibri" pitchFamily="34" charset="0"/>
                <a:ea typeface="Calibri" pitchFamily="34" charset="-122"/>
                <a:cs typeface="Calibri" pitchFamily="34" charset="-120"/>
              </a:rPr>
              <a:t>TARGET SEGMENTS</a:t>
            </a:r>
            <a:endParaRPr lang="en-US" sz="1200" dirty="0">
              <a:solidFill>
                <a:prstClr val="black"/>
              </a:solidFill>
              <a:latin typeface="Calibri" panose="020F0502020204030204"/>
            </a:endParaRPr>
          </a:p>
        </p:txBody>
      </p:sp>
      <p:sp>
        <p:nvSpPr>
          <p:cNvPr id="9" name="Shape 7"/>
          <p:cNvSpPr/>
          <p:nvPr/>
        </p:nvSpPr>
        <p:spPr>
          <a:xfrm>
            <a:off x="573024" y="1389888"/>
            <a:ext cx="1219200" cy="292608"/>
          </a:xfrm>
          <a:prstGeom prst="roundRect">
            <a:avLst>
              <a:gd name="adj" fmla="val 20833"/>
            </a:avLst>
          </a:prstGeom>
          <a:solidFill>
            <a:srgbClr val="153050"/>
          </a:solidFill>
          <a:ln w="12700">
            <a:solidFill>
              <a:srgbClr val="3ECFB2"/>
            </a:solidFill>
            <a:prstDash val="solid"/>
          </a:ln>
        </p:spPr>
        <p:txBody>
          <a:bodyPr/>
          <a:lstStyle/>
          <a:p>
            <a:endParaRPr lang="en-IN"/>
          </a:p>
        </p:txBody>
      </p:sp>
      <p:sp>
        <p:nvSpPr>
          <p:cNvPr id="10" name="Text 8"/>
          <p:cNvSpPr/>
          <p:nvPr/>
        </p:nvSpPr>
        <p:spPr>
          <a:xfrm>
            <a:off x="573024" y="1389888"/>
            <a:ext cx="1219200" cy="292608"/>
          </a:xfrm>
          <a:prstGeom prst="rect">
            <a:avLst/>
          </a:prstGeom>
          <a:noFill/>
          <a:ln/>
        </p:spPr>
        <p:txBody>
          <a:bodyPr wrap="square" rtlCol="0" anchor="ctr"/>
          <a:lstStyle/>
          <a:p>
            <a:pPr algn="ctr" defTabSz="1219170"/>
            <a:r>
              <a:rPr lang="en-US" sz="1000" b="1" dirty="0">
                <a:solidFill>
                  <a:srgbClr val="3ECFB2"/>
                </a:solidFill>
                <a:latin typeface="Calibri" pitchFamily="34" charset="0"/>
                <a:ea typeface="Calibri" pitchFamily="34" charset="-122"/>
                <a:cs typeface="Calibri" pitchFamily="34" charset="-120"/>
              </a:rPr>
              <a:t>PRIMARY</a:t>
            </a:r>
            <a:endParaRPr lang="en-US" sz="1000" dirty="0">
              <a:solidFill>
                <a:prstClr val="black"/>
              </a:solidFill>
              <a:latin typeface="Calibri" panose="020F0502020204030204"/>
            </a:endParaRPr>
          </a:p>
        </p:txBody>
      </p:sp>
      <p:pic>
        <p:nvPicPr>
          <p:cNvPr id="11" name="Image 0" descr="preencoded.png"/>
          <p:cNvPicPr>
            <a:picLocks noChangeAspect="1"/>
          </p:cNvPicPr>
          <p:nvPr/>
        </p:nvPicPr>
        <p:blipFill>
          <a:blip r:embed="rId3"/>
          <a:stretch>
            <a:fillRect/>
          </a:stretch>
        </p:blipFill>
        <p:spPr>
          <a:xfrm>
            <a:off x="609600" y="1792224"/>
            <a:ext cx="304800" cy="304800"/>
          </a:xfrm>
          <a:prstGeom prst="rect">
            <a:avLst/>
          </a:prstGeom>
        </p:spPr>
      </p:pic>
      <p:sp>
        <p:nvSpPr>
          <p:cNvPr id="12" name="Text 9"/>
          <p:cNvSpPr/>
          <p:nvPr/>
        </p:nvSpPr>
        <p:spPr>
          <a:xfrm>
            <a:off x="1011936" y="1767840"/>
            <a:ext cx="4632960" cy="390144"/>
          </a:xfrm>
          <a:prstGeom prst="rect">
            <a:avLst/>
          </a:prstGeom>
          <a:noFill/>
          <a:ln/>
        </p:spPr>
        <p:txBody>
          <a:bodyPr wrap="square" rtlCol="0" anchor="ctr"/>
          <a:lstStyle/>
          <a:p>
            <a:pPr defTabSz="1219170"/>
            <a:r>
              <a:rPr lang="en-US" sz="1333" dirty="0">
                <a:solidFill>
                  <a:srgbClr val="FFFFFF"/>
                </a:solidFill>
                <a:latin typeface="Calibri" pitchFamily="34" charset="0"/>
                <a:ea typeface="Calibri" pitchFamily="34" charset="-122"/>
                <a:cs typeface="Calibri" pitchFamily="34" charset="-120"/>
              </a:rPr>
              <a:t>HR &amp; People Analytics Teams</a:t>
            </a:r>
            <a:endParaRPr lang="en-US" sz="1333" dirty="0">
              <a:solidFill>
                <a:prstClr val="black"/>
              </a:solidFill>
              <a:latin typeface="Calibri" panose="020F0502020204030204"/>
            </a:endParaRPr>
          </a:p>
        </p:txBody>
      </p:sp>
      <p:pic>
        <p:nvPicPr>
          <p:cNvPr id="13" name="Image 1" descr="preencoded.png"/>
          <p:cNvPicPr>
            <a:picLocks noChangeAspect="1"/>
          </p:cNvPicPr>
          <p:nvPr/>
        </p:nvPicPr>
        <p:blipFill>
          <a:blip r:embed="rId4"/>
          <a:stretch>
            <a:fillRect/>
          </a:stretch>
        </p:blipFill>
        <p:spPr>
          <a:xfrm>
            <a:off x="609600" y="2243328"/>
            <a:ext cx="304800" cy="304800"/>
          </a:xfrm>
          <a:prstGeom prst="rect">
            <a:avLst/>
          </a:prstGeom>
        </p:spPr>
      </p:pic>
      <p:sp>
        <p:nvSpPr>
          <p:cNvPr id="14" name="Text 10"/>
          <p:cNvSpPr/>
          <p:nvPr/>
        </p:nvSpPr>
        <p:spPr>
          <a:xfrm>
            <a:off x="1011936" y="2218944"/>
            <a:ext cx="4632960" cy="390144"/>
          </a:xfrm>
          <a:prstGeom prst="rect">
            <a:avLst/>
          </a:prstGeom>
          <a:noFill/>
          <a:ln/>
        </p:spPr>
        <p:txBody>
          <a:bodyPr wrap="square" rtlCol="0" anchor="ctr"/>
          <a:lstStyle/>
          <a:p>
            <a:pPr defTabSz="1219170"/>
            <a:r>
              <a:rPr lang="en-US" sz="1333" dirty="0">
                <a:solidFill>
                  <a:srgbClr val="FFFFFF"/>
                </a:solidFill>
                <a:latin typeface="Calibri" pitchFamily="34" charset="0"/>
                <a:ea typeface="Calibri" pitchFamily="34" charset="-122"/>
                <a:cs typeface="Calibri" pitchFamily="34" charset="-120"/>
              </a:rPr>
              <a:t>Customer Experience (CX) Teams</a:t>
            </a:r>
            <a:endParaRPr lang="en-US" sz="1333" dirty="0">
              <a:solidFill>
                <a:prstClr val="black"/>
              </a:solidFill>
              <a:latin typeface="Calibri" panose="020F0502020204030204"/>
            </a:endParaRPr>
          </a:p>
        </p:txBody>
      </p:sp>
      <p:pic>
        <p:nvPicPr>
          <p:cNvPr id="15" name="Image 2" descr="preencoded.png"/>
          <p:cNvPicPr>
            <a:picLocks noChangeAspect="1"/>
          </p:cNvPicPr>
          <p:nvPr/>
        </p:nvPicPr>
        <p:blipFill>
          <a:blip r:embed="rId5"/>
          <a:stretch>
            <a:fillRect/>
          </a:stretch>
        </p:blipFill>
        <p:spPr>
          <a:xfrm>
            <a:off x="609600" y="2694432"/>
            <a:ext cx="304800" cy="304800"/>
          </a:xfrm>
          <a:prstGeom prst="rect">
            <a:avLst/>
          </a:prstGeom>
        </p:spPr>
      </p:pic>
      <p:sp>
        <p:nvSpPr>
          <p:cNvPr id="16" name="Text 11"/>
          <p:cNvSpPr/>
          <p:nvPr/>
        </p:nvSpPr>
        <p:spPr>
          <a:xfrm>
            <a:off x="1011936" y="2670048"/>
            <a:ext cx="4632960" cy="390144"/>
          </a:xfrm>
          <a:prstGeom prst="rect">
            <a:avLst/>
          </a:prstGeom>
          <a:noFill/>
          <a:ln/>
        </p:spPr>
        <p:txBody>
          <a:bodyPr wrap="square" rtlCol="0" anchor="ctr"/>
          <a:lstStyle/>
          <a:p>
            <a:pPr defTabSz="1219170"/>
            <a:r>
              <a:rPr lang="en-US" sz="1333" dirty="0">
                <a:solidFill>
                  <a:srgbClr val="FFFFFF"/>
                </a:solidFill>
                <a:latin typeface="Calibri" pitchFamily="34" charset="0"/>
                <a:ea typeface="Calibri" pitchFamily="34" charset="-122"/>
                <a:cs typeface="Calibri" pitchFamily="34" charset="-120"/>
              </a:rPr>
              <a:t>Mid-to-Large Enterprises</a:t>
            </a:r>
            <a:endParaRPr lang="en-US" sz="1333" dirty="0">
              <a:solidFill>
                <a:prstClr val="black"/>
              </a:solidFill>
              <a:latin typeface="Calibri" panose="020F0502020204030204"/>
            </a:endParaRPr>
          </a:p>
        </p:txBody>
      </p:sp>
      <p:sp>
        <p:nvSpPr>
          <p:cNvPr id="17" name="Shape 12"/>
          <p:cNvSpPr/>
          <p:nvPr/>
        </p:nvSpPr>
        <p:spPr>
          <a:xfrm>
            <a:off x="1950720" y="1389888"/>
            <a:ext cx="1341120" cy="292608"/>
          </a:xfrm>
          <a:prstGeom prst="roundRect">
            <a:avLst>
              <a:gd name="adj" fmla="val 20833"/>
            </a:avLst>
          </a:prstGeom>
          <a:solidFill>
            <a:srgbClr val="2A1A0A"/>
          </a:solidFill>
          <a:ln w="12700">
            <a:solidFill>
              <a:srgbClr val="C9A84C"/>
            </a:solidFill>
            <a:prstDash val="solid"/>
          </a:ln>
        </p:spPr>
        <p:txBody>
          <a:bodyPr/>
          <a:lstStyle/>
          <a:p>
            <a:endParaRPr lang="en-IN"/>
          </a:p>
        </p:txBody>
      </p:sp>
      <p:sp>
        <p:nvSpPr>
          <p:cNvPr id="18" name="Text 13"/>
          <p:cNvSpPr/>
          <p:nvPr/>
        </p:nvSpPr>
        <p:spPr>
          <a:xfrm>
            <a:off x="1950720" y="1389888"/>
            <a:ext cx="1341120" cy="292608"/>
          </a:xfrm>
          <a:prstGeom prst="rect">
            <a:avLst/>
          </a:prstGeom>
          <a:noFill/>
          <a:ln/>
        </p:spPr>
        <p:txBody>
          <a:bodyPr wrap="square" rtlCol="0" anchor="ctr"/>
          <a:lstStyle/>
          <a:p>
            <a:pPr algn="ctr" defTabSz="1219170"/>
            <a:r>
              <a:rPr lang="en-US" sz="1000" b="1" dirty="0">
                <a:solidFill>
                  <a:srgbClr val="C9A84C"/>
                </a:solidFill>
                <a:latin typeface="Calibri" pitchFamily="34" charset="0"/>
                <a:ea typeface="Calibri" pitchFamily="34" charset="-122"/>
                <a:cs typeface="Calibri" pitchFamily="34" charset="-120"/>
              </a:rPr>
              <a:t>SECONDARY</a:t>
            </a:r>
            <a:endParaRPr lang="en-US" sz="1000" dirty="0">
              <a:solidFill>
                <a:prstClr val="black"/>
              </a:solidFill>
              <a:latin typeface="Calibri" panose="020F0502020204030204"/>
            </a:endParaRPr>
          </a:p>
        </p:txBody>
      </p:sp>
      <p:sp>
        <p:nvSpPr>
          <p:cNvPr id="19" name="Text 14"/>
          <p:cNvSpPr/>
          <p:nvPr/>
        </p:nvSpPr>
        <p:spPr>
          <a:xfrm>
            <a:off x="609600" y="3157728"/>
            <a:ext cx="4998720" cy="268224"/>
          </a:xfrm>
          <a:prstGeom prst="rect">
            <a:avLst/>
          </a:prstGeom>
          <a:noFill/>
          <a:ln/>
        </p:spPr>
        <p:txBody>
          <a:bodyPr wrap="square" rtlCol="0" anchor="ctr"/>
          <a:lstStyle/>
          <a:p>
            <a:pPr defTabSz="1219170"/>
            <a:r>
              <a:rPr lang="en-US" sz="1200" i="1" dirty="0">
                <a:solidFill>
                  <a:srgbClr val="6B8BB5"/>
                </a:solidFill>
                <a:latin typeface="Calibri" pitchFamily="34" charset="0"/>
                <a:ea typeface="Calibri" pitchFamily="34" charset="-122"/>
                <a:cs typeface="Calibri" pitchFamily="34" charset="-120"/>
              </a:rPr>
              <a:t>Product &amp; UX · Healthcare · BFSI · Travel</a:t>
            </a:r>
            <a:endParaRPr lang="en-US" sz="1200" dirty="0">
              <a:solidFill>
                <a:prstClr val="black"/>
              </a:solidFill>
              <a:latin typeface="Calibri" panose="020F0502020204030204"/>
            </a:endParaRPr>
          </a:p>
        </p:txBody>
      </p:sp>
      <p:sp>
        <p:nvSpPr>
          <p:cNvPr id="20" name="Text 15"/>
          <p:cNvSpPr/>
          <p:nvPr/>
        </p:nvSpPr>
        <p:spPr>
          <a:xfrm>
            <a:off x="6425184" y="999744"/>
            <a:ext cx="4267200" cy="304800"/>
          </a:xfrm>
          <a:prstGeom prst="rect">
            <a:avLst/>
          </a:prstGeom>
          <a:noFill/>
          <a:ln/>
        </p:spPr>
        <p:txBody>
          <a:bodyPr wrap="square" rtlCol="0" anchor="ctr"/>
          <a:lstStyle/>
          <a:p>
            <a:pPr defTabSz="1219170"/>
            <a:r>
              <a:rPr lang="en-US" sz="1200" b="1" kern="0" spc="267" dirty="0">
                <a:solidFill>
                  <a:srgbClr val="C9A84C"/>
                </a:solidFill>
                <a:latin typeface="Calibri" pitchFamily="34" charset="0"/>
                <a:ea typeface="Calibri" pitchFamily="34" charset="-122"/>
                <a:cs typeface="Calibri" pitchFamily="34" charset="-120"/>
              </a:rPr>
              <a:t>MARKET ENTRY STRATEGY</a:t>
            </a:r>
            <a:endParaRPr lang="en-US" sz="1200" dirty="0">
              <a:solidFill>
                <a:prstClr val="black"/>
              </a:solidFill>
              <a:latin typeface="Calibri" panose="020F0502020204030204"/>
            </a:endParaRPr>
          </a:p>
        </p:txBody>
      </p:sp>
      <p:sp>
        <p:nvSpPr>
          <p:cNvPr id="21" name="Shape 16"/>
          <p:cNvSpPr/>
          <p:nvPr/>
        </p:nvSpPr>
        <p:spPr>
          <a:xfrm>
            <a:off x="6425184" y="1463040"/>
            <a:ext cx="390144" cy="390144"/>
          </a:xfrm>
          <a:prstGeom prst="ellipse">
            <a:avLst/>
          </a:prstGeom>
          <a:solidFill>
            <a:srgbClr val="C9A84C"/>
          </a:solidFill>
          <a:ln w="12700">
            <a:solidFill>
              <a:srgbClr val="C9A84C"/>
            </a:solidFill>
            <a:prstDash val="solid"/>
          </a:ln>
        </p:spPr>
        <p:txBody>
          <a:bodyPr/>
          <a:lstStyle/>
          <a:p>
            <a:endParaRPr lang="en-IN"/>
          </a:p>
        </p:txBody>
      </p:sp>
      <p:sp>
        <p:nvSpPr>
          <p:cNvPr id="22" name="Text 17"/>
          <p:cNvSpPr/>
          <p:nvPr/>
        </p:nvSpPr>
        <p:spPr>
          <a:xfrm>
            <a:off x="6425184" y="1463040"/>
            <a:ext cx="390144" cy="390144"/>
          </a:xfrm>
          <a:prstGeom prst="rect">
            <a:avLst/>
          </a:prstGeom>
          <a:noFill/>
          <a:ln/>
        </p:spPr>
        <p:txBody>
          <a:bodyPr wrap="square" rtlCol="0" anchor="ctr"/>
          <a:lstStyle/>
          <a:p>
            <a:pPr algn="ctr" defTabSz="1219170"/>
            <a:r>
              <a:rPr lang="en-US" sz="1067" b="1" dirty="0">
                <a:solidFill>
                  <a:srgbClr val="0A1628"/>
                </a:solidFill>
                <a:latin typeface="Calibri" pitchFamily="34" charset="0"/>
                <a:ea typeface="Calibri" pitchFamily="34" charset="-122"/>
                <a:cs typeface="Calibri" pitchFamily="34" charset="-120"/>
              </a:rPr>
              <a:t>01</a:t>
            </a:r>
            <a:endParaRPr lang="en-US" sz="1067" dirty="0">
              <a:solidFill>
                <a:prstClr val="black"/>
              </a:solidFill>
              <a:latin typeface="Calibri" panose="020F0502020204030204"/>
            </a:endParaRPr>
          </a:p>
        </p:txBody>
      </p:sp>
      <p:pic>
        <p:nvPicPr>
          <p:cNvPr id="23" name="Image 3" descr="preencoded.png"/>
          <p:cNvPicPr>
            <a:picLocks noChangeAspect="1"/>
          </p:cNvPicPr>
          <p:nvPr/>
        </p:nvPicPr>
        <p:blipFill>
          <a:blip r:embed="rId6"/>
          <a:stretch>
            <a:fillRect/>
          </a:stretch>
        </p:blipFill>
        <p:spPr>
          <a:xfrm>
            <a:off x="6937248" y="1463040"/>
            <a:ext cx="341376" cy="341376"/>
          </a:xfrm>
          <a:prstGeom prst="rect">
            <a:avLst/>
          </a:prstGeom>
        </p:spPr>
      </p:pic>
      <p:sp>
        <p:nvSpPr>
          <p:cNvPr id="24" name="Text 18"/>
          <p:cNvSpPr/>
          <p:nvPr/>
        </p:nvSpPr>
        <p:spPr>
          <a:xfrm>
            <a:off x="7376160" y="1414272"/>
            <a:ext cx="4267200" cy="329184"/>
          </a:xfrm>
          <a:prstGeom prst="rect">
            <a:avLst/>
          </a:prstGeom>
          <a:noFill/>
          <a:ln/>
        </p:spPr>
        <p:txBody>
          <a:bodyPr wrap="square" rtlCol="0" anchor="b"/>
          <a:lstStyle/>
          <a:p>
            <a:pPr defTabSz="1219170"/>
            <a:r>
              <a:rPr lang="en-US" sz="1400" b="1" dirty="0">
                <a:solidFill>
                  <a:srgbClr val="FFFFFF"/>
                </a:solidFill>
                <a:latin typeface="Calibri" pitchFamily="34" charset="0"/>
                <a:ea typeface="Calibri" pitchFamily="34" charset="-122"/>
                <a:cs typeface="Calibri" pitchFamily="34" charset="-120"/>
              </a:rPr>
              <a:t>Pilot-Led Adoption</a:t>
            </a:r>
            <a:endParaRPr lang="en-US" sz="1400" dirty="0">
              <a:solidFill>
                <a:prstClr val="black"/>
              </a:solidFill>
              <a:latin typeface="Calibri" panose="020F0502020204030204"/>
            </a:endParaRPr>
          </a:p>
        </p:txBody>
      </p:sp>
      <p:sp>
        <p:nvSpPr>
          <p:cNvPr id="25" name="Text 19"/>
          <p:cNvSpPr/>
          <p:nvPr/>
        </p:nvSpPr>
        <p:spPr>
          <a:xfrm>
            <a:off x="7376160" y="1743456"/>
            <a:ext cx="4267200" cy="292608"/>
          </a:xfrm>
          <a:prstGeom prst="rect">
            <a:avLst/>
          </a:prstGeom>
          <a:noFill/>
          <a:ln/>
        </p:spPr>
        <p:txBody>
          <a:bodyPr wrap="square" rtlCol="0" anchor="t"/>
          <a:lstStyle/>
          <a:p>
            <a:pPr defTabSz="1219170"/>
            <a:r>
              <a:rPr lang="en-US" sz="1200" dirty="0">
                <a:solidFill>
                  <a:srgbClr val="6B8BB5"/>
                </a:solidFill>
                <a:latin typeface="Calibri" pitchFamily="34" charset="0"/>
                <a:ea typeface="Calibri" pitchFamily="34" charset="-122"/>
                <a:cs typeface="Calibri" pitchFamily="34" charset="-120"/>
              </a:rPr>
              <a:t>Free pilot on existing feedback datasets</a:t>
            </a:r>
            <a:endParaRPr lang="en-US" sz="1200" dirty="0">
              <a:solidFill>
                <a:prstClr val="black"/>
              </a:solidFill>
              <a:latin typeface="Calibri" panose="020F0502020204030204"/>
            </a:endParaRPr>
          </a:p>
        </p:txBody>
      </p:sp>
      <p:sp>
        <p:nvSpPr>
          <p:cNvPr id="26" name="Shape 20"/>
          <p:cNvSpPr/>
          <p:nvPr/>
        </p:nvSpPr>
        <p:spPr>
          <a:xfrm>
            <a:off x="6425184" y="2157984"/>
            <a:ext cx="390144" cy="390144"/>
          </a:xfrm>
          <a:prstGeom prst="ellipse">
            <a:avLst/>
          </a:prstGeom>
          <a:solidFill>
            <a:srgbClr val="C9A84C"/>
          </a:solidFill>
          <a:ln w="12700">
            <a:solidFill>
              <a:srgbClr val="C9A84C"/>
            </a:solidFill>
            <a:prstDash val="solid"/>
          </a:ln>
        </p:spPr>
        <p:txBody>
          <a:bodyPr/>
          <a:lstStyle/>
          <a:p>
            <a:endParaRPr lang="en-IN"/>
          </a:p>
        </p:txBody>
      </p:sp>
      <p:sp>
        <p:nvSpPr>
          <p:cNvPr id="27" name="Text 21"/>
          <p:cNvSpPr/>
          <p:nvPr/>
        </p:nvSpPr>
        <p:spPr>
          <a:xfrm>
            <a:off x="6425184" y="2157984"/>
            <a:ext cx="390144" cy="390144"/>
          </a:xfrm>
          <a:prstGeom prst="rect">
            <a:avLst/>
          </a:prstGeom>
          <a:noFill/>
          <a:ln/>
        </p:spPr>
        <p:txBody>
          <a:bodyPr wrap="square" rtlCol="0" anchor="ctr"/>
          <a:lstStyle/>
          <a:p>
            <a:pPr algn="ctr" defTabSz="1219170"/>
            <a:r>
              <a:rPr lang="en-US" sz="1067" b="1" dirty="0">
                <a:solidFill>
                  <a:srgbClr val="0A1628"/>
                </a:solidFill>
                <a:latin typeface="Calibri" pitchFamily="34" charset="0"/>
                <a:ea typeface="Calibri" pitchFamily="34" charset="-122"/>
                <a:cs typeface="Calibri" pitchFamily="34" charset="-120"/>
              </a:rPr>
              <a:t>02</a:t>
            </a:r>
            <a:endParaRPr lang="en-US" sz="1067" dirty="0">
              <a:solidFill>
                <a:prstClr val="black"/>
              </a:solidFill>
              <a:latin typeface="Calibri" panose="020F0502020204030204"/>
            </a:endParaRPr>
          </a:p>
        </p:txBody>
      </p:sp>
      <p:pic>
        <p:nvPicPr>
          <p:cNvPr id="28" name="Image 4" descr="preencoded.png"/>
          <p:cNvPicPr>
            <a:picLocks noChangeAspect="1"/>
          </p:cNvPicPr>
          <p:nvPr/>
        </p:nvPicPr>
        <p:blipFill>
          <a:blip r:embed="rId7"/>
          <a:stretch>
            <a:fillRect/>
          </a:stretch>
        </p:blipFill>
        <p:spPr>
          <a:xfrm>
            <a:off x="6937248" y="2157984"/>
            <a:ext cx="341376" cy="341376"/>
          </a:xfrm>
          <a:prstGeom prst="rect">
            <a:avLst/>
          </a:prstGeom>
        </p:spPr>
      </p:pic>
      <p:sp>
        <p:nvSpPr>
          <p:cNvPr id="29" name="Text 22"/>
          <p:cNvSpPr/>
          <p:nvPr/>
        </p:nvSpPr>
        <p:spPr>
          <a:xfrm>
            <a:off x="7376160" y="2109216"/>
            <a:ext cx="4267200" cy="329184"/>
          </a:xfrm>
          <a:prstGeom prst="rect">
            <a:avLst/>
          </a:prstGeom>
          <a:noFill/>
          <a:ln/>
        </p:spPr>
        <p:txBody>
          <a:bodyPr wrap="square" rtlCol="0" anchor="b"/>
          <a:lstStyle/>
          <a:p>
            <a:pPr defTabSz="1219170"/>
            <a:r>
              <a:rPr lang="en-US" sz="1400" b="1" dirty="0">
                <a:solidFill>
                  <a:srgbClr val="FFFFFF"/>
                </a:solidFill>
                <a:latin typeface="Calibri" pitchFamily="34" charset="0"/>
                <a:ea typeface="Calibri" pitchFamily="34" charset="-122"/>
                <a:cs typeface="Calibri" pitchFamily="34" charset="-120"/>
              </a:rPr>
              <a:t>Expand Across Functions</a:t>
            </a:r>
            <a:endParaRPr lang="en-US" sz="1400" dirty="0">
              <a:solidFill>
                <a:prstClr val="black"/>
              </a:solidFill>
              <a:latin typeface="Calibri" panose="020F0502020204030204"/>
            </a:endParaRPr>
          </a:p>
        </p:txBody>
      </p:sp>
      <p:sp>
        <p:nvSpPr>
          <p:cNvPr id="30" name="Text 23"/>
          <p:cNvSpPr/>
          <p:nvPr/>
        </p:nvSpPr>
        <p:spPr>
          <a:xfrm>
            <a:off x="7376160" y="2438400"/>
            <a:ext cx="4267200" cy="292608"/>
          </a:xfrm>
          <a:prstGeom prst="rect">
            <a:avLst/>
          </a:prstGeom>
          <a:noFill/>
          <a:ln/>
        </p:spPr>
        <p:txBody>
          <a:bodyPr wrap="square" rtlCol="0" anchor="t"/>
          <a:lstStyle/>
          <a:p>
            <a:pPr defTabSz="1219170"/>
            <a:r>
              <a:rPr lang="en-US" sz="1200" dirty="0">
                <a:solidFill>
                  <a:srgbClr val="6B8BB5"/>
                </a:solidFill>
                <a:latin typeface="Calibri" pitchFamily="34" charset="0"/>
                <a:ea typeface="Calibri" pitchFamily="34" charset="-122"/>
                <a:cs typeface="Calibri" pitchFamily="34" charset="-120"/>
              </a:rPr>
              <a:t>Scale HR → CX → Product teams</a:t>
            </a:r>
            <a:endParaRPr lang="en-US" sz="1200" dirty="0">
              <a:solidFill>
                <a:prstClr val="black"/>
              </a:solidFill>
              <a:latin typeface="Calibri" panose="020F0502020204030204"/>
            </a:endParaRPr>
          </a:p>
        </p:txBody>
      </p:sp>
      <p:sp>
        <p:nvSpPr>
          <p:cNvPr id="31" name="Shape 24"/>
          <p:cNvSpPr/>
          <p:nvPr/>
        </p:nvSpPr>
        <p:spPr>
          <a:xfrm>
            <a:off x="6425184" y="2852928"/>
            <a:ext cx="390144" cy="390144"/>
          </a:xfrm>
          <a:prstGeom prst="ellipse">
            <a:avLst/>
          </a:prstGeom>
          <a:solidFill>
            <a:srgbClr val="C9A84C"/>
          </a:solidFill>
          <a:ln w="12700">
            <a:solidFill>
              <a:srgbClr val="C9A84C"/>
            </a:solidFill>
            <a:prstDash val="solid"/>
          </a:ln>
        </p:spPr>
        <p:txBody>
          <a:bodyPr/>
          <a:lstStyle/>
          <a:p>
            <a:endParaRPr lang="en-IN"/>
          </a:p>
        </p:txBody>
      </p:sp>
      <p:sp>
        <p:nvSpPr>
          <p:cNvPr id="32" name="Text 25"/>
          <p:cNvSpPr/>
          <p:nvPr/>
        </p:nvSpPr>
        <p:spPr>
          <a:xfrm>
            <a:off x="6425184" y="2852928"/>
            <a:ext cx="390144" cy="390144"/>
          </a:xfrm>
          <a:prstGeom prst="rect">
            <a:avLst/>
          </a:prstGeom>
          <a:noFill/>
          <a:ln/>
        </p:spPr>
        <p:txBody>
          <a:bodyPr wrap="square" rtlCol="0" anchor="ctr"/>
          <a:lstStyle/>
          <a:p>
            <a:pPr algn="ctr" defTabSz="1219170"/>
            <a:r>
              <a:rPr lang="en-US" sz="1067" b="1" dirty="0">
                <a:solidFill>
                  <a:srgbClr val="0A1628"/>
                </a:solidFill>
                <a:latin typeface="Calibri" pitchFamily="34" charset="0"/>
                <a:ea typeface="Calibri" pitchFamily="34" charset="-122"/>
                <a:cs typeface="Calibri" pitchFamily="34" charset="-120"/>
              </a:rPr>
              <a:t>03</a:t>
            </a:r>
            <a:endParaRPr lang="en-US" sz="1067" dirty="0">
              <a:solidFill>
                <a:prstClr val="black"/>
              </a:solidFill>
              <a:latin typeface="Calibri" panose="020F0502020204030204"/>
            </a:endParaRPr>
          </a:p>
        </p:txBody>
      </p:sp>
      <p:pic>
        <p:nvPicPr>
          <p:cNvPr id="33" name="Image 5" descr="preencoded.png"/>
          <p:cNvPicPr>
            <a:picLocks noChangeAspect="1"/>
          </p:cNvPicPr>
          <p:nvPr/>
        </p:nvPicPr>
        <p:blipFill>
          <a:blip r:embed="rId8"/>
          <a:stretch>
            <a:fillRect/>
          </a:stretch>
        </p:blipFill>
        <p:spPr>
          <a:xfrm>
            <a:off x="6937248" y="2852928"/>
            <a:ext cx="341376" cy="341376"/>
          </a:xfrm>
          <a:prstGeom prst="rect">
            <a:avLst/>
          </a:prstGeom>
        </p:spPr>
      </p:pic>
      <p:sp>
        <p:nvSpPr>
          <p:cNvPr id="34" name="Text 26"/>
          <p:cNvSpPr/>
          <p:nvPr/>
        </p:nvSpPr>
        <p:spPr>
          <a:xfrm>
            <a:off x="7376160" y="2804160"/>
            <a:ext cx="4267200" cy="329184"/>
          </a:xfrm>
          <a:prstGeom prst="rect">
            <a:avLst/>
          </a:prstGeom>
          <a:noFill/>
          <a:ln/>
        </p:spPr>
        <p:txBody>
          <a:bodyPr wrap="square" rtlCol="0" anchor="b"/>
          <a:lstStyle/>
          <a:p>
            <a:pPr defTabSz="1219170"/>
            <a:r>
              <a:rPr lang="en-US" sz="1400" b="1" dirty="0">
                <a:solidFill>
                  <a:srgbClr val="FFFFFF"/>
                </a:solidFill>
                <a:latin typeface="Calibri" pitchFamily="34" charset="0"/>
                <a:ea typeface="Calibri" pitchFamily="34" charset="-122"/>
                <a:cs typeface="Calibri" pitchFamily="34" charset="-120"/>
              </a:rPr>
              <a:t>Enterprise Scaling</a:t>
            </a:r>
            <a:endParaRPr lang="en-US" sz="1400" dirty="0">
              <a:solidFill>
                <a:prstClr val="black"/>
              </a:solidFill>
              <a:latin typeface="Calibri" panose="020F0502020204030204"/>
            </a:endParaRPr>
          </a:p>
        </p:txBody>
      </p:sp>
      <p:sp>
        <p:nvSpPr>
          <p:cNvPr id="35" name="Text 27"/>
          <p:cNvSpPr/>
          <p:nvPr/>
        </p:nvSpPr>
        <p:spPr>
          <a:xfrm>
            <a:off x="7376160" y="3133344"/>
            <a:ext cx="4267200" cy="292608"/>
          </a:xfrm>
          <a:prstGeom prst="rect">
            <a:avLst/>
          </a:prstGeom>
          <a:noFill/>
          <a:ln/>
        </p:spPr>
        <p:txBody>
          <a:bodyPr wrap="square" rtlCol="0" anchor="t"/>
          <a:lstStyle/>
          <a:p>
            <a:pPr defTabSz="1219170"/>
            <a:r>
              <a:rPr lang="en-US" sz="1200" dirty="0">
                <a:solidFill>
                  <a:srgbClr val="6B8BB5"/>
                </a:solidFill>
                <a:latin typeface="Calibri" pitchFamily="34" charset="0"/>
                <a:ea typeface="Calibri" pitchFamily="34" charset="-122"/>
                <a:cs typeface="Calibri" pitchFamily="34" charset="-120"/>
              </a:rPr>
              <a:t>APIs, Dashboards &amp; unified platform</a:t>
            </a:r>
            <a:endParaRPr lang="en-US" sz="1200" dirty="0">
              <a:solidFill>
                <a:prstClr val="black"/>
              </a:solidFill>
              <a:latin typeface="Calibri" panose="020F0502020204030204"/>
            </a:endParaRPr>
          </a:p>
        </p:txBody>
      </p:sp>
      <p:sp>
        <p:nvSpPr>
          <p:cNvPr id="36" name="Text 28"/>
          <p:cNvSpPr/>
          <p:nvPr/>
        </p:nvSpPr>
        <p:spPr>
          <a:xfrm>
            <a:off x="573024" y="3840480"/>
            <a:ext cx="3657600" cy="304800"/>
          </a:xfrm>
          <a:prstGeom prst="rect">
            <a:avLst/>
          </a:prstGeom>
          <a:noFill/>
          <a:ln/>
        </p:spPr>
        <p:txBody>
          <a:bodyPr wrap="square" rtlCol="0" anchor="ctr"/>
          <a:lstStyle/>
          <a:p>
            <a:pPr defTabSz="1219170"/>
            <a:r>
              <a:rPr lang="en-US" sz="1200" b="1" kern="0" spc="267" dirty="0">
                <a:solidFill>
                  <a:srgbClr val="3ECFB2"/>
                </a:solidFill>
                <a:latin typeface="Calibri" pitchFamily="34" charset="0"/>
                <a:ea typeface="Calibri" pitchFamily="34" charset="-122"/>
                <a:cs typeface="Calibri" pitchFamily="34" charset="-120"/>
              </a:rPr>
              <a:t>VALUE PROPOSITION</a:t>
            </a:r>
            <a:endParaRPr lang="en-US" sz="1200" dirty="0">
              <a:solidFill>
                <a:prstClr val="black"/>
              </a:solidFill>
              <a:latin typeface="Calibri" panose="020F0502020204030204"/>
            </a:endParaRPr>
          </a:p>
        </p:txBody>
      </p:sp>
      <p:sp>
        <p:nvSpPr>
          <p:cNvPr id="37" name="Shape 29"/>
          <p:cNvSpPr/>
          <p:nvPr/>
        </p:nvSpPr>
        <p:spPr>
          <a:xfrm>
            <a:off x="573024" y="4255008"/>
            <a:ext cx="5120640" cy="792480"/>
          </a:xfrm>
          <a:prstGeom prst="rect">
            <a:avLst/>
          </a:prstGeom>
          <a:solidFill>
            <a:srgbClr val="0D1D3A"/>
          </a:solidFill>
          <a:ln w="6350">
            <a:solidFill>
              <a:srgbClr val="1A3060"/>
            </a:solidFill>
            <a:prstDash val="solid"/>
          </a:ln>
        </p:spPr>
        <p:txBody>
          <a:bodyPr/>
          <a:lstStyle/>
          <a:p>
            <a:endParaRPr lang="en-IN"/>
          </a:p>
        </p:txBody>
      </p:sp>
      <p:sp>
        <p:nvSpPr>
          <p:cNvPr id="38" name="Shape 30"/>
          <p:cNvSpPr/>
          <p:nvPr/>
        </p:nvSpPr>
        <p:spPr>
          <a:xfrm>
            <a:off x="573024" y="4255008"/>
            <a:ext cx="60960" cy="792480"/>
          </a:xfrm>
          <a:prstGeom prst="rect">
            <a:avLst/>
          </a:prstGeom>
          <a:solidFill>
            <a:srgbClr val="3ECFB2"/>
          </a:solidFill>
          <a:ln w="12700">
            <a:solidFill>
              <a:srgbClr val="3ECFB2"/>
            </a:solidFill>
            <a:prstDash val="solid"/>
          </a:ln>
        </p:spPr>
        <p:txBody>
          <a:bodyPr/>
          <a:lstStyle/>
          <a:p>
            <a:endParaRPr lang="en-IN"/>
          </a:p>
        </p:txBody>
      </p:sp>
      <p:pic>
        <p:nvPicPr>
          <p:cNvPr id="39" name="Image 6" descr="preencoded.png"/>
          <p:cNvPicPr>
            <a:picLocks noChangeAspect="1"/>
          </p:cNvPicPr>
          <p:nvPr/>
        </p:nvPicPr>
        <p:blipFill>
          <a:blip r:embed="rId9"/>
          <a:stretch>
            <a:fillRect/>
          </a:stretch>
        </p:blipFill>
        <p:spPr>
          <a:xfrm>
            <a:off x="731520" y="4376928"/>
            <a:ext cx="463296" cy="463296"/>
          </a:xfrm>
          <a:prstGeom prst="rect">
            <a:avLst/>
          </a:prstGeom>
        </p:spPr>
      </p:pic>
      <p:sp>
        <p:nvSpPr>
          <p:cNvPr id="40" name="Text 31"/>
          <p:cNvSpPr/>
          <p:nvPr/>
        </p:nvSpPr>
        <p:spPr>
          <a:xfrm>
            <a:off x="1316736" y="4303776"/>
            <a:ext cx="4267200" cy="341376"/>
          </a:xfrm>
          <a:prstGeom prst="rect">
            <a:avLst/>
          </a:prstGeom>
          <a:noFill/>
          <a:ln/>
        </p:spPr>
        <p:txBody>
          <a:bodyPr wrap="square" rtlCol="0" anchor="b"/>
          <a:lstStyle/>
          <a:p>
            <a:pPr defTabSz="1219170"/>
            <a:r>
              <a:rPr lang="en-US" sz="1400" b="1" dirty="0">
                <a:solidFill>
                  <a:srgbClr val="FFFFFF"/>
                </a:solidFill>
                <a:latin typeface="Calibri" pitchFamily="34" charset="0"/>
                <a:ea typeface="Calibri" pitchFamily="34" charset="-122"/>
                <a:cs typeface="Calibri" pitchFamily="34" charset="-120"/>
              </a:rPr>
              <a:t>AI-Powered Sentiment Intelligence</a:t>
            </a:r>
            <a:endParaRPr lang="en-US" sz="1400" dirty="0">
              <a:solidFill>
                <a:prstClr val="black"/>
              </a:solidFill>
              <a:latin typeface="Calibri" panose="020F0502020204030204"/>
            </a:endParaRPr>
          </a:p>
        </p:txBody>
      </p:sp>
      <p:sp>
        <p:nvSpPr>
          <p:cNvPr id="41" name="Text 32"/>
          <p:cNvSpPr/>
          <p:nvPr/>
        </p:nvSpPr>
        <p:spPr>
          <a:xfrm>
            <a:off x="1316736" y="4645152"/>
            <a:ext cx="4267200" cy="304800"/>
          </a:xfrm>
          <a:prstGeom prst="rect">
            <a:avLst/>
          </a:prstGeom>
          <a:noFill/>
          <a:ln/>
        </p:spPr>
        <p:txBody>
          <a:bodyPr wrap="square" rtlCol="0" anchor="ctr"/>
          <a:lstStyle/>
          <a:p>
            <a:pPr defTabSz="1219170"/>
            <a:r>
              <a:rPr lang="en-US" sz="1200" dirty="0">
                <a:solidFill>
                  <a:srgbClr val="6B8BB5"/>
                </a:solidFill>
                <a:latin typeface="Calibri" pitchFamily="34" charset="0"/>
                <a:ea typeface="Calibri" pitchFamily="34" charset="-122"/>
                <a:cs typeface="Calibri" pitchFamily="34" charset="-120"/>
              </a:rPr>
              <a:t>Transformer NLP · Context-aware contrast handling</a:t>
            </a:r>
            <a:endParaRPr lang="en-US" sz="1200" dirty="0">
              <a:solidFill>
                <a:prstClr val="black"/>
              </a:solidFill>
              <a:latin typeface="Calibri" panose="020F0502020204030204"/>
            </a:endParaRPr>
          </a:p>
        </p:txBody>
      </p:sp>
      <p:sp>
        <p:nvSpPr>
          <p:cNvPr id="42" name="Shape 33"/>
          <p:cNvSpPr/>
          <p:nvPr/>
        </p:nvSpPr>
        <p:spPr>
          <a:xfrm>
            <a:off x="573024" y="5254752"/>
            <a:ext cx="5120640" cy="792480"/>
          </a:xfrm>
          <a:prstGeom prst="rect">
            <a:avLst/>
          </a:prstGeom>
          <a:solidFill>
            <a:srgbClr val="0D1D3A"/>
          </a:solidFill>
          <a:ln w="6350">
            <a:solidFill>
              <a:srgbClr val="1A3060"/>
            </a:solidFill>
            <a:prstDash val="solid"/>
          </a:ln>
        </p:spPr>
        <p:txBody>
          <a:bodyPr/>
          <a:lstStyle/>
          <a:p>
            <a:endParaRPr lang="en-IN"/>
          </a:p>
        </p:txBody>
      </p:sp>
      <p:sp>
        <p:nvSpPr>
          <p:cNvPr id="43" name="Shape 34"/>
          <p:cNvSpPr/>
          <p:nvPr/>
        </p:nvSpPr>
        <p:spPr>
          <a:xfrm>
            <a:off x="573024" y="5254752"/>
            <a:ext cx="60960" cy="792480"/>
          </a:xfrm>
          <a:prstGeom prst="rect">
            <a:avLst/>
          </a:prstGeom>
          <a:solidFill>
            <a:srgbClr val="3ECFB2"/>
          </a:solidFill>
          <a:ln w="12700">
            <a:solidFill>
              <a:srgbClr val="3ECFB2"/>
            </a:solidFill>
            <a:prstDash val="solid"/>
          </a:ln>
        </p:spPr>
        <p:txBody>
          <a:bodyPr/>
          <a:lstStyle/>
          <a:p>
            <a:endParaRPr lang="en-IN"/>
          </a:p>
        </p:txBody>
      </p:sp>
      <p:pic>
        <p:nvPicPr>
          <p:cNvPr id="44" name="Image 7" descr="preencoded.png"/>
          <p:cNvPicPr>
            <a:picLocks noChangeAspect="1"/>
          </p:cNvPicPr>
          <p:nvPr/>
        </p:nvPicPr>
        <p:blipFill>
          <a:blip r:embed="rId10"/>
          <a:stretch>
            <a:fillRect/>
          </a:stretch>
        </p:blipFill>
        <p:spPr>
          <a:xfrm>
            <a:off x="731520" y="5376672"/>
            <a:ext cx="463296" cy="463296"/>
          </a:xfrm>
          <a:prstGeom prst="rect">
            <a:avLst/>
          </a:prstGeom>
        </p:spPr>
      </p:pic>
      <p:sp>
        <p:nvSpPr>
          <p:cNvPr id="45" name="Text 35"/>
          <p:cNvSpPr/>
          <p:nvPr/>
        </p:nvSpPr>
        <p:spPr>
          <a:xfrm>
            <a:off x="1316736" y="5303520"/>
            <a:ext cx="4267200" cy="341376"/>
          </a:xfrm>
          <a:prstGeom prst="rect">
            <a:avLst/>
          </a:prstGeom>
          <a:noFill/>
          <a:ln/>
        </p:spPr>
        <p:txBody>
          <a:bodyPr wrap="square" rtlCol="0" anchor="b"/>
          <a:lstStyle/>
          <a:p>
            <a:pPr defTabSz="1219170"/>
            <a:r>
              <a:rPr lang="en-US" sz="1400" b="1" dirty="0">
                <a:solidFill>
                  <a:srgbClr val="FFFFFF"/>
                </a:solidFill>
                <a:latin typeface="Calibri" pitchFamily="34" charset="0"/>
                <a:ea typeface="Calibri" pitchFamily="34" charset="-122"/>
                <a:cs typeface="Calibri" pitchFamily="34" charset="-120"/>
              </a:rPr>
              <a:t>Domain-Aware Insights</a:t>
            </a:r>
            <a:endParaRPr lang="en-US" sz="1400" dirty="0">
              <a:solidFill>
                <a:prstClr val="black"/>
              </a:solidFill>
              <a:latin typeface="Calibri" panose="020F0502020204030204"/>
            </a:endParaRPr>
          </a:p>
        </p:txBody>
      </p:sp>
      <p:sp>
        <p:nvSpPr>
          <p:cNvPr id="46" name="Text 36"/>
          <p:cNvSpPr/>
          <p:nvPr/>
        </p:nvSpPr>
        <p:spPr>
          <a:xfrm>
            <a:off x="1316736" y="5644896"/>
            <a:ext cx="4267200" cy="304800"/>
          </a:xfrm>
          <a:prstGeom prst="rect">
            <a:avLst/>
          </a:prstGeom>
          <a:noFill/>
          <a:ln/>
        </p:spPr>
        <p:txBody>
          <a:bodyPr wrap="square" rtlCol="0" anchor="ctr"/>
          <a:lstStyle/>
          <a:p>
            <a:pPr defTabSz="1219170"/>
            <a:r>
              <a:rPr lang="en-US" sz="1200" dirty="0">
                <a:solidFill>
                  <a:srgbClr val="6B8BB5"/>
                </a:solidFill>
                <a:latin typeface="Calibri" pitchFamily="34" charset="0"/>
                <a:ea typeface="Calibri" pitchFamily="34" charset="-122"/>
                <a:cs typeface="Calibri" pitchFamily="34" charset="-120"/>
              </a:rPr>
              <a:t>Custom topic models · Unstructured → Actionable</a:t>
            </a:r>
            <a:endParaRPr lang="en-US" sz="1200" dirty="0">
              <a:solidFill>
                <a:prstClr val="black"/>
              </a:solidFill>
              <a:latin typeface="Calibri" panose="020F0502020204030204"/>
            </a:endParaRPr>
          </a:p>
        </p:txBody>
      </p:sp>
      <p:sp>
        <p:nvSpPr>
          <p:cNvPr id="47" name="Text 37"/>
          <p:cNvSpPr/>
          <p:nvPr/>
        </p:nvSpPr>
        <p:spPr>
          <a:xfrm>
            <a:off x="6425184" y="3840480"/>
            <a:ext cx="4876800" cy="304800"/>
          </a:xfrm>
          <a:prstGeom prst="rect">
            <a:avLst/>
          </a:prstGeom>
          <a:noFill/>
          <a:ln/>
        </p:spPr>
        <p:txBody>
          <a:bodyPr wrap="square" rtlCol="0" anchor="ctr"/>
          <a:lstStyle/>
          <a:p>
            <a:pPr defTabSz="1219170"/>
            <a:r>
              <a:rPr lang="en-US" sz="1200" b="1" kern="0" spc="267" dirty="0">
                <a:solidFill>
                  <a:srgbClr val="C9A84C"/>
                </a:solidFill>
                <a:latin typeface="Calibri" pitchFamily="34" charset="0"/>
                <a:ea typeface="Calibri" pitchFamily="34" charset="-122"/>
                <a:cs typeface="Calibri" pitchFamily="34" charset="-120"/>
              </a:rPr>
              <a:t>KEY PERFORMANCE INDICATORS</a:t>
            </a:r>
            <a:endParaRPr lang="en-US" sz="1200" dirty="0">
              <a:solidFill>
                <a:prstClr val="black"/>
              </a:solidFill>
              <a:latin typeface="Calibri" panose="020F0502020204030204"/>
            </a:endParaRPr>
          </a:p>
        </p:txBody>
      </p:sp>
      <p:sp>
        <p:nvSpPr>
          <p:cNvPr id="48" name="Shape 38"/>
          <p:cNvSpPr/>
          <p:nvPr/>
        </p:nvSpPr>
        <p:spPr>
          <a:xfrm>
            <a:off x="6425184" y="4230624"/>
            <a:ext cx="1658112" cy="1853184"/>
          </a:xfrm>
          <a:prstGeom prst="rect">
            <a:avLst/>
          </a:prstGeom>
          <a:solidFill>
            <a:srgbClr val="0D1D3A"/>
          </a:solidFill>
          <a:ln w="7620">
            <a:solidFill>
              <a:srgbClr val="1A3060"/>
            </a:solidFill>
            <a:prstDash val="solid"/>
          </a:ln>
        </p:spPr>
        <p:txBody>
          <a:bodyPr/>
          <a:lstStyle/>
          <a:p>
            <a:endParaRPr lang="en-IN"/>
          </a:p>
        </p:txBody>
      </p:sp>
      <p:sp>
        <p:nvSpPr>
          <p:cNvPr id="49" name="Shape 39"/>
          <p:cNvSpPr/>
          <p:nvPr/>
        </p:nvSpPr>
        <p:spPr>
          <a:xfrm>
            <a:off x="6425184" y="4230624"/>
            <a:ext cx="1658112" cy="60960"/>
          </a:xfrm>
          <a:prstGeom prst="rect">
            <a:avLst/>
          </a:prstGeom>
          <a:solidFill>
            <a:srgbClr val="C9A84C"/>
          </a:solidFill>
          <a:ln w="12700">
            <a:solidFill>
              <a:srgbClr val="C9A84C"/>
            </a:solidFill>
            <a:prstDash val="solid"/>
          </a:ln>
        </p:spPr>
        <p:txBody>
          <a:bodyPr/>
          <a:lstStyle/>
          <a:p>
            <a:endParaRPr lang="en-IN"/>
          </a:p>
        </p:txBody>
      </p:sp>
      <p:pic>
        <p:nvPicPr>
          <p:cNvPr id="50" name="Image 8" descr="preencoded.png"/>
          <p:cNvPicPr>
            <a:picLocks noChangeAspect="1"/>
          </p:cNvPicPr>
          <p:nvPr/>
        </p:nvPicPr>
        <p:blipFill>
          <a:blip r:embed="rId11"/>
          <a:stretch>
            <a:fillRect/>
          </a:stretch>
        </p:blipFill>
        <p:spPr>
          <a:xfrm>
            <a:off x="6979920" y="4413504"/>
            <a:ext cx="548640" cy="548640"/>
          </a:xfrm>
          <a:prstGeom prst="rect">
            <a:avLst/>
          </a:prstGeom>
        </p:spPr>
      </p:pic>
      <p:sp>
        <p:nvSpPr>
          <p:cNvPr id="51" name="Text 40"/>
          <p:cNvSpPr/>
          <p:nvPr/>
        </p:nvSpPr>
        <p:spPr>
          <a:xfrm>
            <a:off x="6425184" y="5023104"/>
            <a:ext cx="1658112" cy="365760"/>
          </a:xfrm>
          <a:prstGeom prst="rect">
            <a:avLst/>
          </a:prstGeom>
          <a:noFill/>
          <a:ln/>
        </p:spPr>
        <p:txBody>
          <a:bodyPr wrap="square" rtlCol="0" anchor="ctr"/>
          <a:lstStyle/>
          <a:p>
            <a:pPr algn="ctr" defTabSz="1219170"/>
            <a:r>
              <a:rPr lang="en-US" sz="1267" b="1" dirty="0">
                <a:solidFill>
                  <a:srgbClr val="FFFFFF"/>
                </a:solidFill>
                <a:latin typeface="Calibri" pitchFamily="34" charset="0"/>
                <a:ea typeface="Calibri" pitchFamily="34" charset="-122"/>
                <a:cs typeface="Calibri" pitchFamily="34" charset="-120"/>
              </a:rPr>
              <a:t>Model KPIs</a:t>
            </a:r>
            <a:endParaRPr lang="en-US" sz="1267" dirty="0">
              <a:solidFill>
                <a:prstClr val="black"/>
              </a:solidFill>
              <a:latin typeface="Calibri" panose="020F0502020204030204"/>
            </a:endParaRPr>
          </a:p>
        </p:txBody>
      </p:sp>
      <p:sp>
        <p:nvSpPr>
          <p:cNvPr id="52" name="Text 41"/>
          <p:cNvSpPr/>
          <p:nvPr/>
        </p:nvSpPr>
        <p:spPr>
          <a:xfrm>
            <a:off x="6486144" y="5388864"/>
            <a:ext cx="1536192" cy="609600"/>
          </a:xfrm>
          <a:prstGeom prst="rect">
            <a:avLst/>
          </a:prstGeom>
          <a:noFill/>
          <a:ln/>
        </p:spPr>
        <p:txBody>
          <a:bodyPr wrap="square" rtlCol="0" anchor="ctr"/>
          <a:lstStyle/>
          <a:p>
            <a:pPr algn="ctr" defTabSz="1219170"/>
            <a:r>
              <a:rPr lang="en-US" sz="1067" dirty="0">
                <a:solidFill>
                  <a:srgbClr val="6B8BB5"/>
                </a:solidFill>
                <a:latin typeface="Calibri" pitchFamily="34" charset="0"/>
                <a:ea typeface="Calibri" pitchFamily="34" charset="-122"/>
                <a:cs typeface="Calibri" pitchFamily="34" charset="-120"/>
              </a:rPr>
              <a:t>Sentiment Accuracy · Topic Relevance Score</a:t>
            </a:r>
            <a:endParaRPr lang="en-US" sz="1067" dirty="0">
              <a:solidFill>
                <a:prstClr val="black"/>
              </a:solidFill>
              <a:latin typeface="Calibri" panose="020F0502020204030204"/>
            </a:endParaRPr>
          </a:p>
        </p:txBody>
      </p:sp>
      <p:sp>
        <p:nvSpPr>
          <p:cNvPr id="53" name="Shape 42"/>
          <p:cNvSpPr/>
          <p:nvPr/>
        </p:nvSpPr>
        <p:spPr>
          <a:xfrm>
            <a:off x="8229600" y="4230624"/>
            <a:ext cx="1658112" cy="1853184"/>
          </a:xfrm>
          <a:prstGeom prst="rect">
            <a:avLst/>
          </a:prstGeom>
          <a:solidFill>
            <a:srgbClr val="0D1D3A"/>
          </a:solidFill>
          <a:ln w="7620">
            <a:solidFill>
              <a:srgbClr val="1A3060"/>
            </a:solidFill>
            <a:prstDash val="solid"/>
          </a:ln>
        </p:spPr>
        <p:txBody>
          <a:bodyPr/>
          <a:lstStyle/>
          <a:p>
            <a:endParaRPr lang="en-IN"/>
          </a:p>
        </p:txBody>
      </p:sp>
      <p:sp>
        <p:nvSpPr>
          <p:cNvPr id="54" name="Shape 43"/>
          <p:cNvSpPr/>
          <p:nvPr/>
        </p:nvSpPr>
        <p:spPr>
          <a:xfrm>
            <a:off x="8229600" y="4230624"/>
            <a:ext cx="1658112" cy="60960"/>
          </a:xfrm>
          <a:prstGeom prst="rect">
            <a:avLst/>
          </a:prstGeom>
          <a:solidFill>
            <a:srgbClr val="C9A84C"/>
          </a:solidFill>
          <a:ln w="12700">
            <a:solidFill>
              <a:srgbClr val="C9A84C"/>
            </a:solidFill>
            <a:prstDash val="solid"/>
          </a:ln>
        </p:spPr>
        <p:txBody>
          <a:bodyPr/>
          <a:lstStyle/>
          <a:p>
            <a:endParaRPr lang="en-IN"/>
          </a:p>
        </p:txBody>
      </p:sp>
      <p:pic>
        <p:nvPicPr>
          <p:cNvPr id="55" name="Image 9" descr="preencoded.png"/>
          <p:cNvPicPr>
            <a:picLocks noChangeAspect="1"/>
          </p:cNvPicPr>
          <p:nvPr/>
        </p:nvPicPr>
        <p:blipFill>
          <a:blip r:embed="rId12"/>
          <a:stretch>
            <a:fillRect/>
          </a:stretch>
        </p:blipFill>
        <p:spPr>
          <a:xfrm>
            <a:off x="8784336" y="4413504"/>
            <a:ext cx="548640" cy="548640"/>
          </a:xfrm>
          <a:prstGeom prst="rect">
            <a:avLst/>
          </a:prstGeom>
        </p:spPr>
      </p:pic>
      <p:sp>
        <p:nvSpPr>
          <p:cNvPr id="56" name="Text 44"/>
          <p:cNvSpPr/>
          <p:nvPr/>
        </p:nvSpPr>
        <p:spPr>
          <a:xfrm>
            <a:off x="8229600" y="5023104"/>
            <a:ext cx="1658112" cy="365760"/>
          </a:xfrm>
          <a:prstGeom prst="rect">
            <a:avLst/>
          </a:prstGeom>
          <a:noFill/>
          <a:ln/>
        </p:spPr>
        <p:txBody>
          <a:bodyPr wrap="square" rtlCol="0" anchor="ctr"/>
          <a:lstStyle/>
          <a:p>
            <a:pPr algn="ctr" defTabSz="1219170"/>
            <a:r>
              <a:rPr lang="en-US" sz="1267" b="1" dirty="0">
                <a:solidFill>
                  <a:srgbClr val="FFFFFF"/>
                </a:solidFill>
                <a:latin typeface="Calibri" pitchFamily="34" charset="0"/>
                <a:ea typeface="Calibri" pitchFamily="34" charset="-122"/>
                <a:cs typeface="Calibri" pitchFamily="34" charset="-120"/>
              </a:rPr>
              <a:t>Business KPIs</a:t>
            </a:r>
            <a:endParaRPr lang="en-US" sz="1267" dirty="0">
              <a:solidFill>
                <a:prstClr val="black"/>
              </a:solidFill>
              <a:latin typeface="Calibri" panose="020F0502020204030204"/>
            </a:endParaRPr>
          </a:p>
        </p:txBody>
      </p:sp>
      <p:sp>
        <p:nvSpPr>
          <p:cNvPr id="57" name="Text 45"/>
          <p:cNvSpPr/>
          <p:nvPr/>
        </p:nvSpPr>
        <p:spPr>
          <a:xfrm>
            <a:off x="8290560" y="5388864"/>
            <a:ext cx="1536192" cy="609600"/>
          </a:xfrm>
          <a:prstGeom prst="rect">
            <a:avLst/>
          </a:prstGeom>
          <a:noFill/>
          <a:ln/>
        </p:spPr>
        <p:txBody>
          <a:bodyPr wrap="square" rtlCol="0" anchor="ctr"/>
          <a:lstStyle/>
          <a:p>
            <a:pPr algn="ctr" defTabSz="1219170"/>
            <a:r>
              <a:rPr lang="en-US" sz="1067" dirty="0">
                <a:solidFill>
                  <a:srgbClr val="6B8BB5"/>
                </a:solidFill>
                <a:latin typeface="Calibri" pitchFamily="34" charset="0"/>
                <a:ea typeface="Calibri" pitchFamily="34" charset="-122"/>
                <a:cs typeface="Calibri" pitchFamily="34" charset="-120"/>
              </a:rPr>
              <a:t>↓ Manual Effort · ↑ Actionable Insights</a:t>
            </a:r>
            <a:endParaRPr lang="en-US" sz="1067" dirty="0">
              <a:solidFill>
                <a:prstClr val="black"/>
              </a:solidFill>
              <a:latin typeface="Calibri" panose="020F0502020204030204"/>
            </a:endParaRPr>
          </a:p>
        </p:txBody>
      </p:sp>
      <p:sp>
        <p:nvSpPr>
          <p:cNvPr id="58" name="Shape 46"/>
          <p:cNvSpPr/>
          <p:nvPr/>
        </p:nvSpPr>
        <p:spPr>
          <a:xfrm>
            <a:off x="10034016" y="4230624"/>
            <a:ext cx="1658112" cy="1853184"/>
          </a:xfrm>
          <a:prstGeom prst="rect">
            <a:avLst/>
          </a:prstGeom>
          <a:solidFill>
            <a:srgbClr val="0D1D3A"/>
          </a:solidFill>
          <a:ln w="7620">
            <a:solidFill>
              <a:srgbClr val="1A3060"/>
            </a:solidFill>
            <a:prstDash val="solid"/>
          </a:ln>
        </p:spPr>
        <p:txBody>
          <a:bodyPr/>
          <a:lstStyle/>
          <a:p>
            <a:endParaRPr lang="en-IN"/>
          </a:p>
        </p:txBody>
      </p:sp>
      <p:sp>
        <p:nvSpPr>
          <p:cNvPr id="59" name="Shape 47"/>
          <p:cNvSpPr/>
          <p:nvPr/>
        </p:nvSpPr>
        <p:spPr>
          <a:xfrm>
            <a:off x="10034016" y="4230624"/>
            <a:ext cx="1658112" cy="60960"/>
          </a:xfrm>
          <a:prstGeom prst="rect">
            <a:avLst/>
          </a:prstGeom>
          <a:solidFill>
            <a:srgbClr val="C9A84C"/>
          </a:solidFill>
          <a:ln w="12700">
            <a:solidFill>
              <a:srgbClr val="C9A84C"/>
            </a:solidFill>
            <a:prstDash val="solid"/>
          </a:ln>
        </p:spPr>
        <p:txBody>
          <a:bodyPr/>
          <a:lstStyle/>
          <a:p>
            <a:endParaRPr lang="en-IN"/>
          </a:p>
        </p:txBody>
      </p:sp>
      <p:pic>
        <p:nvPicPr>
          <p:cNvPr id="60" name="Image 10" descr="preencoded.png"/>
          <p:cNvPicPr>
            <a:picLocks noChangeAspect="1"/>
          </p:cNvPicPr>
          <p:nvPr/>
        </p:nvPicPr>
        <p:blipFill>
          <a:blip r:embed="rId13"/>
          <a:stretch>
            <a:fillRect/>
          </a:stretch>
        </p:blipFill>
        <p:spPr>
          <a:xfrm>
            <a:off x="10588752" y="4413504"/>
            <a:ext cx="548640" cy="548640"/>
          </a:xfrm>
          <a:prstGeom prst="rect">
            <a:avLst/>
          </a:prstGeom>
        </p:spPr>
      </p:pic>
      <p:sp>
        <p:nvSpPr>
          <p:cNvPr id="61" name="Text 48"/>
          <p:cNvSpPr/>
          <p:nvPr/>
        </p:nvSpPr>
        <p:spPr>
          <a:xfrm>
            <a:off x="10034016" y="5023104"/>
            <a:ext cx="1658112" cy="365760"/>
          </a:xfrm>
          <a:prstGeom prst="rect">
            <a:avLst/>
          </a:prstGeom>
          <a:noFill/>
          <a:ln/>
        </p:spPr>
        <p:txBody>
          <a:bodyPr wrap="square" rtlCol="0" anchor="ctr"/>
          <a:lstStyle/>
          <a:p>
            <a:pPr algn="ctr" defTabSz="1219170"/>
            <a:r>
              <a:rPr lang="en-US" sz="1267" b="1" dirty="0">
                <a:solidFill>
                  <a:srgbClr val="FFFFFF"/>
                </a:solidFill>
                <a:latin typeface="Calibri" pitchFamily="34" charset="0"/>
                <a:ea typeface="Calibri" pitchFamily="34" charset="-122"/>
                <a:cs typeface="Calibri" pitchFamily="34" charset="-120"/>
              </a:rPr>
              <a:t>Adoption KPIs</a:t>
            </a:r>
            <a:endParaRPr lang="en-US" sz="1267" dirty="0">
              <a:solidFill>
                <a:prstClr val="black"/>
              </a:solidFill>
              <a:latin typeface="Calibri" panose="020F0502020204030204"/>
            </a:endParaRPr>
          </a:p>
        </p:txBody>
      </p:sp>
      <p:sp>
        <p:nvSpPr>
          <p:cNvPr id="62" name="Text 49"/>
          <p:cNvSpPr/>
          <p:nvPr/>
        </p:nvSpPr>
        <p:spPr>
          <a:xfrm>
            <a:off x="10094976" y="5388864"/>
            <a:ext cx="1536192" cy="609600"/>
          </a:xfrm>
          <a:prstGeom prst="rect">
            <a:avLst/>
          </a:prstGeom>
          <a:noFill/>
          <a:ln/>
        </p:spPr>
        <p:txBody>
          <a:bodyPr wrap="square" rtlCol="0" anchor="ctr"/>
          <a:lstStyle/>
          <a:p>
            <a:pPr algn="ctr" defTabSz="1219170"/>
            <a:r>
              <a:rPr lang="en-US" sz="1067" dirty="0">
                <a:solidFill>
                  <a:srgbClr val="6B8BB5"/>
                </a:solidFill>
                <a:latin typeface="Calibri" pitchFamily="34" charset="0"/>
                <a:ea typeface="Calibri" pitchFamily="34" charset="-122"/>
                <a:cs typeface="Calibri" pitchFamily="34" charset="-120"/>
              </a:rPr>
              <a:t>Files Processed · Dashboard Downloads</a:t>
            </a:r>
            <a:endParaRPr lang="en-US" sz="1067" dirty="0">
              <a:solidFill>
                <a:prstClr val="black"/>
              </a:solidFill>
              <a:latin typeface="Calibri" panose="020F0502020204030204"/>
            </a:endParaRPr>
          </a:p>
        </p:txBody>
      </p:sp>
      <p:sp>
        <p:nvSpPr>
          <p:cNvPr id="63" name="Text 50"/>
          <p:cNvSpPr/>
          <p:nvPr/>
        </p:nvSpPr>
        <p:spPr>
          <a:xfrm>
            <a:off x="426720" y="6608064"/>
            <a:ext cx="11338560" cy="219456"/>
          </a:xfrm>
          <a:prstGeom prst="rect">
            <a:avLst/>
          </a:prstGeom>
          <a:noFill/>
          <a:ln/>
        </p:spPr>
        <p:txBody>
          <a:bodyPr wrap="square" rtlCol="0" anchor="ctr"/>
          <a:lstStyle/>
          <a:p>
            <a:pPr defTabSz="1219170"/>
            <a:r>
              <a:rPr lang="en-US" sz="933" dirty="0">
                <a:solidFill>
                  <a:srgbClr val="2A4870"/>
                </a:solidFill>
                <a:latin typeface="Calibri" pitchFamily="34" charset="0"/>
                <a:ea typeface="Calibri" pitchFamily="34" charset="-122"/>
                <a:cs typeface="Calibri" pitchFamily="34" charset="-120"/>
              </a:rPr>
              <a:t>Source: Competitor websites and other secondary sources  |  Public © Capgemini 2023</a:t>
            </a:r>
            <a:endParaRPr lang="en-US" sz="933" dirty="0">
              <a:solidFill>
                <a:prstClr val="black"/>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a:extLst>
            <a:ext uri="{FF2B5EF4-FFF2-40B4-BE49-F238E27FC236}">
              <a16:creationId xmlns:a16="http://schemas.microsoft.com/office/drawing/2014/main" id="{9DC9808D-C88D-B03B-32CF-D2C42857AA53}"/>
            </a:ext>
          </a:extLst>
        </p:cNvPr>
        <p:cNvGrpSpPr/>
        <p:nvPr/>
      </p:nvGrpSpPr>
      <p:grpSpPr>
        <a:xfrm>
          <a:off x="0" y="0"/>
          <a:ext cx="0" cy="0"/>
          <a:chOff x="0" y="0"/>
          <a:chExt cx="0" cy="0"/>
        </a:xfrm>
      </p:grpSpPr>
      <p:sp>
        <p:nvSpPr>
          <p:cNvPr id="19" name="Text Placeholder 18">
            <a:extLst>
              <a:ext uri="{FF2B5EF4-FFF2-40B4-BE49-F238E27FC236}">
                <a16:creationId xmlns:a16="http://schemas.microsoft.com/office/drawing/2014/main" id="{F6AFBBEE-8DB6-6D09-023A-2981295E7068}"/>
              </a:ext>
            </a:extLst>
          </p:cNvPr>
          <p:cNvSpPr>
            <a:spLocks noGrp="1"/>
          </p:cNvSpPr>
          <p:nvPr>
            <p:ph type="body" sz="quarter" idx="22"/>
          </p:nvPr>
        </p:nvSpPr>
        <p:spPr>
          <a:xfrm>
            <a:off x="550863" y="2442021"/>
            <a:ext cx="3546475" cy="307777"/>
          </a:xfrm>
        </p:spPr>
        <p:txBody>
          <a:bodyPr anchor="t" anchorCtr="0"/>
          <a:lstStyle/>
          <a:p>
            <a:r>
              <a:rPr lang="en-US" dirty="0"/>
              <a:t>Operational Efficiency</a:t>
            </a:r>
          </a:p>
        </p:txBody>
      </p:sp>
      <p:sp>
        <p:nvSpPr>
          <p:cNvPr id="18" name="Text Placeholder 46">
            <a:extLst>
              <a:ext uri="{FF2B5EF4-FFF2-40B4-BE49-F238E27FC236}">
                <a16:creationId xmlns:a16="http://schemas.microsoft.com/office/drawing/2014/main" id="{417BBCC4-2BF2-99A7-F627-18F473C55D08}"/>
              </a:ext>
            </a:extLst>
          </p:cNvPr>
          <p:cNvSpPr>
            <a:spLocks noGrp="1"/>
          </p:cNvSpPr>
          <p:nvPr>
            <p:ph type="body" sz="quarter" idx="35"/>
          </p:nvPr>
        </p:nvSpPr>
        <p:spPr>
          <a:xfrm>
            <a:off x="4324350" y="2442021"/>
            <a:ext cx="3546475" cy="307777"/>
          </a:xfrm>
        </p:spPr>
        <p:txBody>
          <a:bodyPr anchor="t" anchorCtr="0"/>
          <a:lstStyle/>
          <a:p>
            <a:r>
              <a:rPr lang="en-US" dirty="0">
                <a:solidFill>
                  <a:schemeClr val="accent2"/>
                </a:solidFill>
              </a:rPr>
              <a:t>Executive Intelligence</a:t>
            </a:r>
          </a:p>
        </p:txBody>
      </p:sp>
      <p:sp>
        <p:nvSpPr>
          <p:cNvPr id="28" name="Text Placeholder 27">
            <a:extLst>
              <a:ext uri="{FF2B5EF4-FFF2-40B4-BE49-F238E27FC236}">
                <a16:creationId xmlns:a16="http://schemas.microsoft.com/office/drawing/2014/main" id="{A1DB0A6B-F46C-CA4B-76D7-2F4F7F686B5B}"/>
              </a:ext>
            </a:extLst>
          </p:cNvPr>
          <p:cNvSpPr>
            <a:spLocks noGrp="1"/>
          </p:cNvSpPr>
          <p:nvPr>
            <p:ph type="body" sz="quarter" idx="36"/>
          </p:nvPr>
        </p:nvSpPr>
        <p:spPr>
          <a:xfrm>
            <a:off x="8097838" y="2442021"/>
            <a:ext cx="3509962" cy="307777"/>
          </a:xfrm>
        </p:spPr>
        <p:txBody>
          <a:bodyPr anchor="t" anchorCtr="0"/>
          <a:lstStyle/>
          <a:p>
            <a:r>
              <a:rPr lang="en-US" dirty="0">
                <a:solidFill>
                  <a:schemeClr val="accent5">
                    <a:lumMod val="60000"/>
                    <a:lumOff val="40000"/>
                  </a:schemeClr>
                </a:solidFill>
              </a:rPr>
              <a:t>Proactive Risk Detection</a:t>
            </a:r>
          </a:p>
        </p:txBody>
      </p:sp>
      <p:sp>
        <p:nvSpPr>
          <p:cNvPr id="9" name="Titre 8">
            <a:extLst>
              <a:ext uri="{FF2B5EF4-FFF2-40B4-BE49-F238E27FC236}">
                <a16:creationId xmlns:a16="http://schemas.microsoft.com/office/drawing/2014/main" id="{DC28DE12-96DA-7BFC-55F6-61F31380949F}"/>
              </a:ext>
            </a:extLst>
          </p:cNvPr>
          <p:cNvSpPr>
            <a:spLocks noGrp="1"/>
          </p:cNvSpPr>
          <p:nvPr>
            <p:ph type="title"/>
          </p:nvPr>
        </p:nvSpPr>
        <p:spPr>
          <a:xfrm>
            <a:off x="515042" y="825098"/>
            <a:ext cx="11090938" cy="930372"/>
          </a:xfrm>
        </p:spPr>
        <p:txBody>
          <a:bodyPr/>
          <a:lstStyle/>
          <a:p>
            <a:r>
              <a:rPr lang="en-US" dirty="0">
                <a:solidFill>
                  <a:schemeClr val="bg1"/>
                </a:solidFill>
              </a:rPr>
              <a:t>BUSINESS IMPACT &amp; ENTERPRISE VALUE</a:t>
            </a:r>
            <a:br>
              <a:rPr lang="en-US" dirty="0"/>
            </a:br>
            <a:endParaRPr lang="en-US" dirty="0"/>
          </a:p>
        </p:txBody>
      </p:sp>
      <p:cxnSp>
        <p:nvCxnSpPr>
          <p:cNvPr id="52" name="Straight Connector 4">
            <a:extLst>
              <a:ext uri="{FF2B5EF4-FFF2-40B4-BE49-F238E27FC236}">
                <a16:creationId xmlns:a16="http://schemas.microsoft.com/office/drawing/2014/main" id="{C34AB4D5-F1B0-CF38-DA75-567FEE4FCDD5}"/>
              </a:ext>
              <a:ext uri="{C183D7F6-B498-43B3-948B-1728B52AA6E4}">
                <adec:decorative xmlns:adec="http://schemas.microsoft.com/office/drawing/2017/decorative" val="1"/>
              </a:ext>
            </a:extLst>
          </p:cNvPr>
          <p:cNvCxnSpPr>
            <a:cxnSpLocks/>
          </p:cNvCxnSpPr>
          <p:nvPr/>
        </p:nvCxnSpPr>
        <p:spPr>
          <a:xfrm>
            <a:off x="550862" y="3284984"/>
            <a:ext cx="3546475"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3" name="Straight Connector 4">
            <a:extLst>
              <a:ext uri="{FF2B5EF4-FFF2-40B4-BE49-F238E27FC236}">
                <a16:creationId xmlns:a16="http://schemas.microsoft.com/office/drawing/2014/main" id="{079A4D6B-DA88-D155-9EAF-4C5E2949DEBB}"/>
              </a:ext>
              <a:ext uri="{C183D7F6-B498-43B3-948B-1728B52AA6E4}">
                <adec:decorative xmlns:adec="http://schemas.microsoft.com/office/drawing/2017/decorative" val="1"/>
              </a:ext>
            </a:extLst>
          </p:cNvPr>
          <p:cNvCxnSpPr>
            <a:cxnSpLocks/>
          </p:cNvCxnSpPr>
          <p:nvPr/>
        </p:nvCxnSpPr>
        <p:spPr>
          <a:xfrm>
            <a:off x="4322762" y="3284984"/>
            <a:ext cx="3546237"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4" name="Straight Connector 4">
            <a:extLst>
              <a:ext uri="{FF2B5EF4-FFF2-40B4-BE49-F238E27FC236}">
                <a16:creationId xmlns:a16="http://schemas.microsoft.com/office/drawing/2014/main" id="{0D745300-1955-D8C9-71C8-B1CAF17997D3}"/>
              </a:ext>
              <a:ext uri="{C183D7F6-B498-43B3-948B-1728B52AA6E4}">
                <adec:decorative xmlns:adec="http://schemas.microsoft.com/office/drawing/2017/decorative" val="1"/>
              </a:ext>
            </a:extLst>
          </p:cNvPr>
          <p:cNvCxnSpPr>
            <a:cxnSpLocks/>
          </p:cNvCxnSpPr>
          <p:nvPr/>
        </p:nvCxnSpPr>
        <p:spPr>
          <a:xfrm>
            <a:off x="8081756" y="3284984"/>
            <a:ext cx="3546000" cy="0"/>
          </a:xfrm>
          <a:prstGeom prst="line">
            <a:avLst/>
          </a:prstGeom>
          <a:ln w="38100">
            <a:solidFill>
              <a:srgbClr val="FEB100"/>
            </a:solidFill>
          </a:ln>
        </p:spPr>
        <p:style>
          <a:lnRef idx="1">
            <a:schemeClr val="accent1"/>
          </a:lnRef>
          <a:fillRef idx="0">
            <a:schemeClr val="accent1"/>
          </a:fillRef>
          <a:effectRef idx="0">
            <a:schemeClr val="accent1"/>
          </a:effectRef>
          <a:fontRef idx="minor">
            <a:schemeClr val="tx1"/>
          </a:fontRef>
        </p:style>
      </p:cxnSp>
      <p:sp>
        <p:nvSpPr>
          <p:cNvPr id="57" name="Date Placeholder 56">
            <a:extLst>
              <a:ext uri="{FF2B5EF4-FFF2-40B4-BE49-F238E27FC236}">
                <a16:creationId xmlns:a16="http://schemas.microsoft.com/office/drawing/2014/main" id="{E7EFFB4D-CBE1-6A7D-835D-7F042987F205}"/>
              </a:ext>
            </a:extLst>
          </p:cNvPr>
          <p:cNvSpPr>
            <a:spLocks noGrp="1"/>
          </p:cNvSpPr>
          <p:nvPr>
            <p:ph type="dt" sz="half" idx="45"/>
          </p:nvPr>
        </p:nvSpPr>
        <p:spPr/>
        <p:txBody>
          <a:body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US" sz="800" b="0" i="0" u="none" strike="noStrike" kern="1200" cap="none" spc="0" normalizeH="0" baseline="0" noProof="0">
                <a:ln>
                  <a:noFill/>
                </a:ln>
                <a:solidFill>
                  <a:srgbClr val="FFFFFF">
                    <a:lumMod val="65000"/>
                  </a:srgbClr>
                </a:solidFill>
                <a:effectLst/>
                <a:uLnTx/>
                <a:uFillTx/>
                <a:latin typeface="Ubuntu"/>
                <a:ea typeface="+mn-ea"/>
                <a:cs typeface="+mn-cs"/>
              </a:rPr>
              <a:t>Company Confidential © Capgemini 2026. All rights reserved.</a:t>
            </a:r>
            <a:endParaRPr kumimoji="0" lang="en-US" sz="800" b="0" i="0" u="none" strike="noStrike" kern="1200" cap="none" spc="0" normalizeH="0" baseline="0" noProof="0" dirty="0">
              <a:ln>
                <a:noFill/>
              </a:ln>
              <a:solidFill>
                <a:srgbClr val="FFFFFF">
                  <a:lumMod val="65000"/>
                </a:srgbClr>
              </a:solidFill>
              <a:effectLst/>
              <a:uLnTx/>
              <a:uFillTx/>
              <a:latin typeface="Ubuntu"/>
              <a:ea typeface="+mn-ea"/>
              <a:cs typeface="+mn-cs"/>
            </a:endParaRPr>
          </a:p>
        </p:txBody>
      </p:sp>
      <p:sp>
        <p:nvSpPr>
          <p:cNvPr id="58" name="Footer Placeholder 57">
            <a:extLst>
              <a:ext uri="{FF2B5EF4-FFF2-40B4-BE49-F238E27FC236}">
                <a16:creationId xmlns:a16="http://schemas.microsoft.com/office/drawing/2014/main" id="{8652DACB-D14E-78B1-E401-EDA4FC744684}"/>
              </a:ext>
            </a:extLst>
          </p:cNvPr>
          <p:cNvSpPr>
            <a:spLocks noGrp="1"/>
          </p:cNvSpPr>
          <p:nvPr>
            <p:ph type="ftr" sz="quarter" idx="46"/>
          </p:nvPr>
        </p:nvSpPr>
        <p:spPr/>
        <p:txBody>
          <a:body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US" sz="800" b="0" i="0" u="none" strike="noStrike" kern="1200" cap="none" spc="0" normalizeH="0" baseline="0" noProof="0" dirty="0">
                <a:ln>
                  <a:noFill/>
                </a:ln>
                <a:solidFill>
                  <a:srgbClr val="FFFFFF">
                    <a:lumMod val="65000"/>
                  </a:srgbClr>
                </a:solidFill>
                <a:effectLst/>
                <a:uLnTx/>
                <a:uFillTx/>
                <a:latin typeface="Ubuntu"/>
                <a:ea typeface="+mn-ea"/>
                <a:cs typeface="+mn-cs"/>
              </a:rPr>
              <a:t>Presentation Title | Author | Date</a:t>
            </a:r>
          </a:p>
        </p:txBody>
      </p:sp>
      <p:sp>
        <p:nvSpPr>
          <p:cNvPr id="59" name="Slide Number Placeholder 58">
            <a:extLst>
              <a:ext uri="{FF2B5EF4-FFF2-40B4-BE49-F238E27FC236}">
                <a16:creationId xmlns:a16="http://schemas.microsoft.com/office/drawing/2014/main" id="{73D7B1F8-EA92-69F5-E4A8-6261BD726BBB}"/>
              </a:ext>
            </a:extLst>
          </p:cNvPr>
          <p:cNvSpPr>
            <a:spLocks noGrp="1"/>
          </p:cNvSpPr>
          <p:nvPr>
            <p:ph type="sldNum" sz="quarter" idx="47"/>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9A5160-6218-4E5A-B9E6-B93E3DAE377C}" type="slidenum">
              <a:rPr kumimoji="0" lang="en-US" sz="800" b="0" i="0" u="none" strike="noStrike" kern="1200" cap="none" spc="0" normalizeH="0" baseline="0" noProof="0" smtClean="0">
                <a:ln>
                  <a:noFill/>
                </a:ln>
                <a:solidFill>
                  <a:srgbClr val="FFFFFF">
                    <a:lumMod val="65000"/>
                  </a:srgbClr>
                </a:solidFill>
                <a:effectLst/>
                <a:uLnTx/>
                <a:uFillTx/>
                <a:latin typeface="Ubuntu"/>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800" b="0" i="0" u="none" strike="noStrike" kern="1200" cap="none" spc="0" normalizeH="0" baseline="0" noProof="0" dirty="0">
              <a:ln>
                <a:noFill/>
              </a:ln>
              <a:solidFill>
                <a:srgbClr val="FFFFFF">
                  <a:lumMod val="65000"/>
                </a:srgbClr>
              </a:solidFill>
              <a:effectLst/>
              <a:uLnTx/>
              <a:uFillTx/>
              <a:latin typeface="Ubuntu"/>
              <a:ea typeface="+mn-ea"/>
              <a:cs typeface="Arial" panose="020B0604020202020204" pitchFamily="34" charset="0"/>
            </a:endParaRPr>
          </a:p>
        </p:txBody>
      </p:sp>
      <p:sp>
        <p:nvSpPr>
          <p:cNvPr id="4" name="TextBox 3">
            <a:extLst>
              <a:ext uri="{FF2B5EF4-FFF2-40B4-BE49-F238E27FC236}">
                <a16:creationId xmlns:a16="http://schemas.microsoft.com/office/drawing/2014/main" id="{8E6DC172-D81D-D115-E151-BBB0B78DFBF9}"/>
              </a:ext>
            </a:extLst>
          </p:cNvPr>
          <p:cNvSpPr txBox="1"/>
          <p:nvPr/>
        </p:nvSpPr>
        <p:spPr>
          <a:xfrm>
            <a:off x="515042" y="3381683"/>
            <a:ext cx="3546475" cy="3295390"/>
          </a:xfrm>
          <a:prstGeom prst="rect">
            <a:avLst/>
          </a:prstGeom>
          <a:noFill/>
        </p:spPr>
        <p:txBody>
          <a:bodyPr vert="horz" wrap="square" lIns="90000" tIns="46800" rIns="90000" bIns="46800" rtlCol="0" anchor="ctr">
            <a:spAutoFit/>
          </a:bodyPr>
          <a:lstStyle/>
          <a:p>
            <a:pPr marL="285750" indent="-285750">
              <a:spcBef>
                <a:spcPct val="0"/>
              </a:spcBef>
              <a:buFont typeface="Arial" panose="020B0604020202020204" pitchFamily="34" charset="0"/>
              <a:buChar char="•"/>
            </a:pPr>
            <a:r>
              <a:rPr lang="en-IN" sz="2000" b="1" dirty="0">
                <a:solidFill>
                  <a:schemeClr val="bg1"/>
                </a:solidFill>
                <a:latin typeface="Calibiri"/>
              </a:rPr>
              <a:t>80% </a:t>
            </a:r>
            <a:r>
              <a:rPr lang="en-IN" sz="2000" b="1" dirty="0">
                <a:solidFill>
                  <a:schemeClr val="bg1"/>
                </a:solidFill>
                <a:latin typeface="Calibiri"/>
                <a:ea typeface="Calibri" panose="020F0502020204030204" pitchFamily="34" charset="0"/>
                <a:cs typeface="Calibri" panose="020F0502020204030204" pitchFamily="34" charset="0"/>
              </a:rPr>
              <a:t>reduction</a:t>
            </a:r>
            <a:r>
              <a:rPr lang="en-IN" sz="2000" b="1" dirty="0">
                <a:solidFill>
                  <a:schemeClr val="bg1"/>
                </a:solidFill>
                <a:latin typeface="Calibiri"/>
              </a:rPr>
              <a:t> in Manual Feedback Analysis and Reporting Effort</a:t>
            </a:r>
          </a:p>
          <a:p>
            <a:pPr marL="285750" indent="-285750">
              <a:spcBef>
                <a:spcPct val="0"/>
              </a:spcBef>
              <a:buFont typeface="Arial" panose="020B0604020202020204" pitchFamily="34" charset="0"/>
              <a:buChar char="•"/>
            </a:pPr>
            <a:r>
              <a:rPr lang="en-US" sz="2000" b="1" dirty="0">
                <a:solidFill>
                  <a:schemeClr val="bg1"/>
                </a:solidFill>
                <a:latin typeface="Calibiri"/>
              </a:rPr>
              <a:t>Processes enterprise feedback datasets in approximately 20 seconds per file</a:t>
            </a:r>
          </a:p>
          <a:p>
            <a:pPr marL="285750" indent="-285750">
              <a:spcBef>
                <a:spcPct val="0"/>
              </a:spcBef>
              <a:buFont typeface="Arial" panose="020B0604020202020204" pitchFamily="34" charset="0"/>
              <a:buChar char="•"/>
            </a:pPr>
            <a:r>
              <a:rPr lang="en-US" sz="2000" b="1" dirty="0">
                <a:solidFill>
                  <a:schemeClr val="bg1"/>
                </a:solidFill>
                <a:latin typeface="Calibiri"/>
              </a:rPr>
              <a:t>Reduces dependency on manual reporting workflows</a:t>
            </a:r>
          </a:p>
          <a:p>
            <a:pPr marL="285750" indent="-285750">
              <a:spcBef>
                <a:spcPct val="0"/>
              </a:spcBef>
              <a:buFont typeface="Arial" panose="020B0604020202020204" pitchFamily="34" charset="0"/>
              <a:buChar char="•"/>
            </a:pPr>
            <a:endParaRPr lang="en-IN" sz="1400" b="1" dirty="0"/>
          </a:p>
          <a:p>
            <a:pPr marL="285750" indent="-285750">
              <a:spcBef>
                <a:spcPct val="0"/>
              </a:spcBef>
              <a:buFont typeface="Arial" panose="020B0604020202020204" pitchFamily="34" charset="0"/>
              <a:buChar char="•"/>
            </a:pPr>
            <a:endParaRPr lang="en-IN" sz="1400" b="1" dirty="0"/>
          </a:p>
        </p:txBody>
      </p:sp>
      <p:sp>
        <p:nvSpPr>
          <p:cNvPr id="11" name="TextBox 10">
            <a:extLst>
              <a:ext uri="{FF2B5EF4-FFF2-40B4-BE49-F238E27FC236}">
                <a16:creationId xmlns:a16="http://schemas.microsoft.com/office/drawing/2014/main" id="{F93C449A-18EB-8658-8E47-3BF6C2A79975}"/>
              </a:ext>
            </a:extLst>
          </p:cNvPr>
          <p:cNvSpPr txBox="1"/>
          <p:nvPr/>
        </p:nvSpPr>
        <p:spPr>
          <a:xfrm>
            <a:off x="4287392" y="3382247"/>
            <a:ext cx="3546237" cy="2864503"/>
          </a:xfrm>
          <a:prstGeom prst="rect">
            <a:avLst/>
          </a:prstGeom>
          <a:noFill/>
        </p:spPr>
        <p:txBody>
          <a:bodyPr vert="horz" wrap="square" lIns="90000" tIns="46800" rIns="90000" bIns="46800" rtlCol="0" anchor="ctr">
            <a:spAutoFit/>
          </a:bodyPr>
          <a:lstStyle/>
          <a:p>
            <a:pPr marL="285750" indent="-285750" algn="l">
              <a:spcBef>
                <a:spcPct val="0"/>
              </a:spcBef>
              <a:buFont typeface="Arial" panose="020B0604020202020204" pitchFamily="34" charset="0"/>
              <a:buChar char="•"/>
            </a:pPr>
            <a:r>
              <a:rPr lang="en-IN" sz="2000" b="1" dirty="0">
                <a:solidFill>
                  <a:schemeClr val="bg1"/>
                </a:solidFill>
                <a:latin typeface="Calibiri"/>
              </a:rPr>
              <a:t>Provides instant visibility into enterprise sentiment trends.</a:t>
            </a:r>
          </a:p>
          <a:p>
            <a:pPr marL="285750" indent="-285750">
              <a:spcBef>
                <a:spcPct val="0"/>
              </a:spcBef>
              <a:buFont typeface="Arial" panose="020B0604020202020204" pitchFamily="34" charset="0"/>
              <a:buChar char="•"/>
            </a:pPr>
            <a:r>
              <a:rPr lang="en-IN" sz="2000" b="1" dirty="0">
                <a:solidFill>
                  <a:schemeClr val="bg1"/>
                </a:solidFill>
                <a:latin typeface="Calibiri"/>
              </a:rPr>
              <a:t>Centralizes feedback intelligence across multiple enterprise datasets.</a:t>
            </a:r>
          </a:p>
          <a:p>
            <a:pPr marL="285750" indent="-285750">
              <a:spcBef>
                <a:spcPct val="0"/>
              </a:spcBef>
              <a:buFont typeface="Arial" panose="020B0604020202020204" pitchFamily="34" charset="0"/>
              <a:buChar char="•"/>
            </a:pPr>
            <a:r>
              <a:rPr lang="en-US" sz="2000" b="1" dirty="0">
                <a:solidFill>
                  <a:schemeClr val="bg1"/>
                </a:solidFill>
                <a:latin typeface="Calibiri"/>
              </a:rPr>
              <a:t>Improves leadership visibility into workforce and customer experience patterns</a:t>
            </a:r>
            <a:r>
              <a:rPr lang="en-IN" sz="2000" b="1" dirty="0">
                <a:solidFill>
                  <a:schemeClr val="bg1"/>
                </a:solidFill>
                <a:latin typeface="Calibiri"/>
              </a:rPr>
              <a:t> </a:t>
            </a:r>
          </a:p>
        </p:txBody>
      </p:sp>
      <p:sp>
        <p:nvSpPr>
          <p:cNvPr id="12" name="TextBox 11">
            <a:extLst>
              <a:ext uri="{FF2B5EF4-FFF2-40B4-BE49-F238E27FC236}">
                <a16:creationId xmlns:a16="http://schemas.microsoft.com/office/drawing/2014/main" id="{E91276E6-DDF3-DA65-8BF7-A410D3460E32}"/>
              </a:ext>
            </a:extLst>
          </p:cNvPr>
          <p:cNvSpPr txBox="1"/>
          <p:nvPr/>
        </p:nvSpPr>
        <p:spPr>
          <a:xfrm>
            <a:off x="8081756" y="3381683"/>
            <a:ext cx="3462644" cy="3079947"/>
          </a:xfrm>
          <a:prstGeom prst="rect">
            <a:avLst/>
          </a:prstGeom>
          <a:noFill/>
        </p:spPr>
        <p:txBody>
          <a:bodyPr vert="horz" wrap="square" lIns="90000" tIns="46800" rIns="90000" bIns="46800" rtlCol="0" anchor="ctr">
            <a:spAutoFit/>
          </a:bodyPr>
          <a:lstStyle/>
          <a:p>
            <a:pPr marL="285750" indent="-285750" algn="l">
              <a:spcBef>
                <a:spcPct val="0"/>
              </a:spcBef>
              <a:buFont typeface="Arial" panose="020B0604020202020204" pitchFamily="34" charset="0"/>
              <a:buChar char="•"/>
            </a:pPr>
            <a:r>
              <a:rPr lang="en-IN" sz="2000" b="1" dirty="0">
                <a:solidFill>
                  <a:schemeClr val="bg1"/>
                </a:solidFill>
                <a:latin typeface="Calibiri"/>
              </a:rPr>
              <a:t>Detects recurring dissatisfaction and operational concerns</a:t>
            </a:r>
          </a:p>
          <a:p>
            <a:pPr marL="285750" indent="-285750" algn="l">
              <a:spcBef>
                <a:spcPct val="0"/>
              </a:spcBef>
              <a:buFont typeface="Arial" panose="020B0604020202020204" pitchFamily="34" charset="0"/>
              <a:buChar char="•"/>
            </a:pPr>
            <a:r>
              <a:rPr lang="en-IN" sz="2000" b="1" dirty="0">
                <a:solidFill>
                  <a:schemeClr val="bg1"/>
                </a:solidFill>
                <a:latin typeface="Calibiri"/>
              </a:rPr>
              <a:t>Enables proactive intervention before issues escalate</a:t>
            </a:r>
          </a:p>
          <a:p>
            <a:pPr marL="285750" indent="-285750" algn="l">
              <a:spcBef>
                <a:spcPct val="0"/>
              </a:spcBef>
              <a:buFont typeface="Arial" panose="020B0604020202020204" pitchFamily="34" charset="0"/>
              <a:buChar char="•"/>
            </a:pPr>
            <a:r>
              <a:rPr lang="en-IN" sz="2000" b="1" dirty="0">
                <a:solidFill>
                  <a:schemeClr val="bg1"/>
                </a:solidFill>
                <a:latin typeface="Calibiri"/>
              </a:rPr>
              <a:t>Identifies emerging workforce and customer experience gaps</a:t>
            </a:r>
          </a:p>
          <a:p>
            <a:pPr marL="285750" indent="-285750" algn="l">
              <a:spcBef>
                <a:spcPct val="0"/>
              </a:spcBef>
              <a:buFont typeface="Arial" panose="020B0604020202020204" pitchFamily="34" charset="0"/>
              <a:buChar char="•"/>
            </a:pPr>
            <a:endParaRPr lang="en-IN" sz="1400" dirty="0" err="1"/>
          </a:p>
        </p:txBody>
      </p:sp>
    </p:spTree>
    <p:extLst>
      <p:ext uri="{BB962C8B-B14F-4D97-AF65-F5344CB8AC3E}">
        <p14:creationId xmlns:p14="http://schemas.microsoft.com/office/powerpoint/2010/main" val="2132185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B23DB-86FC-B2B8-78A9-E0AA29CA13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AF1385-A581-D97F-E680-1DE7EA35D92B}"/>
              </a:ext>
            </a:extLst>
          </p:cNvPr>
          <p:cNvSpPr>
            <a:spLocks noGrp="1"/>
          </p:cNvSpPr>
          <p:nvPr>
            <p:ph type="title"/>
          </p:nvPr>
        </p:nvSpPr>
        <p:spPr>
          <a:xfrm>
            <a:off x="42064" y="-150262"/>
            <a:ext cx="11475720" cy="649257"/>
          </a:xfrm>
        </p:spPr>
        <p:txBody>
          <a:bodyPr/>
          <a:lstStyle/>
          <a:p>
            <a:pPr>
              <a:lnSpc>
                <a:spcPct val="140000"/>
              </a:lnSpc>
            </a:pPr>
            <a:r>
              <a:rPr lang="en-US" sz="2000" dirty="0"/>
              <a:t>Market Entry Strategy, Target Segment, Value Proposition &amp; KPIs </a:t>
            </a:r>
          </a:p>
        </p:txBody>
      </p:sp>
      <p:sp>
        <p:nvSpPr>
          <p:cNvPr id="14" name="Rectangle 1">
            <a:extLst>
              <a:ext uri="{FF2B5EF4-FFF2-40B4-BE49-F238E27FC236}">
                <a16:creationId xmlns:a16="http://schemas.microsoft.com/office/drawing/2014/main" id="{78C9B3BE-CE81-38FC-6ED2-E6FAC58731B1}"/>
              </a:ext>
            </a:extLst>
          </p:cNvPr>
          <p:cNvSpPr>
            <a:spLocks noChangeArrowheads="1"/>
          </p:cNvSpPr>
          <p:nvPr/>
        </p:nvSpPr>
        <p:spPr bwMode="auto">
          <a:xfrm>
            <a:off x="698224" y="4054338"/>
            <a:ext cx="524560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tabLst/>
            </a:pPr>
            <a:r>
              <a:rPr lang="en-US" altLang="en-US" sz="1200" b="1" dirty="0">
                <a:solidFill>
                  <a:schemeClr val="bg1"/>
                </a:solidFill>
                <a:latin typeface="Arial" panose="020B0604020202020204" pitchFamily="34" charset="0"/>
              </a:rPr>
              <a:t>AI-Powered Sentiment Intelligence: </a:t>
            </a:r>
            <a:endParaRPr kumimoji="0" lang="en-US" altLang="en-US" sz="1200" b="1" i="0" u="none" strike="noStrike" cap="none" normalizeH="0" baseline="0" dirty="0">
              <a:ln>
                <a:noFill/>
              </a:ln>
              <a:solidFill>
                <a:schemeClr val="bg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Transformer-based sentiment analysis with high accuracy</a:t>
            </a:r>
            <a:r>
              <a:rPr kumimoji="0" lang="en-US" altLang="en-US" sz="120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Context-aware processing (contrast handling, thresholds)</a:t>
            </a: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sp>
        <p:nvSpPr>
          <p:cNvPr id="3" name="TextBox 2">
            <a:extLst>
              <a:ext uri="{FF2B5EF4-FFF2-40B4-BE49-F238E27FC236}">
                <a16:creationId xmlns:a16="http://schemas.microsoft.com/office/drawing/2014/main" id="{E4F4C61D-EB13-9CB2-B83D-4E3B742E40E9}"/>
              </a:ext>
            </a:extLst>
          </p:cNvPr>
          <p:cNvSpPr txBox="1"/>
          <p:nvPr/>
        </p:nvSpPr>
        <p:spPr>
          <a:xfrm>
            <a:off x="1567154" y="759946"/>
            <a:ext cx="6155870" cy="307777"/>
          </a:xfrm>
          <a:prstGeom prst="rect">
            <a:avLst/>
          </a:prstGeom>
          <a:noFill/>
        </p:spPr>
        <p:txBody>
          <a:bodyPr wrap="square">
            <a:spAutoFit/>
          </a:bodyPr>
          <a:lstStyle/>
          <a:p>
            <a:pPr lvl="1"/>
            <a:r>
              <a:rPr lang="en-US" sz="1400" b="1" i="1" dirty="0">
                <a:solidFill>
                  <a:srgbClr val="0070C0"/>
                </a:solidFill>
              </a:rPr>
              <a:t>Target Segment</a:t>
            </a:r>
          </a:p>
        </p:txBody>
      </p:sp>
      <p:sp>
        <p:nvSpPr>
          <p:cNvPr id="16" name="Rectangle 1">
            <a:extLst>
              <a:ext uri="{FF2B5EF4-FFF2-40B4-BE49-F238E27FC236}">
                <a16:creationId xmlns:a16="http://schemas.microsoft.com/office/drawing/2014/main" id="{722C2218-CD67-129C-872C-50479242F086}"/>
              </a:ext>
            </a:extLst>
          </p:cNvPr>
          <p:cNvSpPr>
            <a:spLocks noChangeArrowheads="1"/>
          </p:cNvSpPr>
          <p:nvPr/>
        </p:nvSpPr>
        <p:spPr bwMode="auto">
          <a:xfrm rot="10800000" flipV="1">
            <a:off x="737396" y="1201845"/>
            <a:ext cx="4425516"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200" b="1" i="0" u="none" strike="noStrike" cap="none" normalizeH="0" baseline="0" dirty="0">
                <a:ln>
                  <a:noFill/>
                </a:ln>
                <a:solidFill>
                  <a:schemeClr val="bg1"/>
                </a:solidFill>
                <a:effectLst/>
                <a:latin typeface="Arial" panose="020B0604020202020204" pitchFamily="34" charset="0"/>
              </a:rPr>
              <a:t>Primary:</a:t>
            </a:r>
            <a:endParaRPr kumimoji="0" lang="en-US" altLang="en-US" sz="1200" b="0" i="0" u="none" strike="noStrike" cap="none" normalizeH="0" baseline="0" dirty="0">
              <a:ln>
                <a:noFill/>
              </a:ln>
              <a:solidFill>
                <a:schemeClr val="bg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i="0" u="none" strike="noStrike" cap="none" normalizeH="0" baseline="0" dirty="0">
                <a:ln>
                  <a:noFill/>
                </a:ln>
                <a:solidFill>
                  <a:schemeClr val="bg1"/>
                </a:solidFill>
                <a:effectLst/>
                <a:latin typeface="Arial" panose="020B0604020202020204" pitchFamily="34" charset="0"/>
              </a:rPr>
              <a:t>HR </a:t>
            </a:r>
            <a:r>
              <a:rPr lang="en-US" altLang="en-US" sz="1200" dirty="0">
                <a:solidFill>
                  <a:schemeClr val="bg1"/>
                </a:solidFill>
                <a:latin typeface="Arial" panose="020B0604020202020204" pitchFamily="34" charset="0"/>
              </a:rPr>
              <a:t>and People Analytics teams (Exit Interviews, employee feedback)</a:t>
            </a:r>
            <a:r>
              <a:rPr kumimoji="0" lang="en-US" altLang="en-US" sz="120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Customer Experience (CX)Teams (NPS, support, surveys)</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i="0" u="none" strike="noStrike" cap="none" normalizeH="0" baseline="0" dirty="0">
                <a:ln>
                  <a:noFill/>
                </a:ln>
                <a:solidFill>
                  <a:schemeClr val="bg1"/>
                </a:solidFill>
                <a:effectLst/>
                <a:latin typeface="Arial" panose="020B0604020202020204" pitchFamily="34" charset="0"/>
              </a:rPr>
              <a:t>Mid to </a:t>
            </a:r>
            <a:r>
              <a:rPr lang="en-US" altLang="en-US" sz="1200" dirty="0">
                <a:solidFill>
                  <a:schemeClr val="bg1"/>
                </a:solidFill>
                <a:latin typeface="Arial" panose="020B0604020202020204" pitchFamily="34" charset="0"/>
              </a:rPr>
              <a:t>large enterprises handling high feedback volumes</a:t>
            </a:r>
            <a:endParaRPr kumimoji="0" lang="en-US" altLang="en-US" sz="1200" i="0" u="none" strike="noStrike" cap="none" normalizeH="0" baseline="0" dirty="0">
              <a:ln>
                <a:noFill/>
              </a:ln>
              <a:solidFill>
                <a:schemeClr val="bg1"/>
              </a:solidFill>
              <a:effectLst/>
              <a:latin typeface="Arial" panose="020B0604020202020204" pitchFamily="34" charset="0"/>
            </a:endParaRPr>
          </a:p>
        </p:txBody>
      </p:sp>
      <p:pic>
        <p:nvPicPr>
          <p:cNvPr id="17" name="Graphic 16" descr="Badge 1 with solid fill">
            <a:extLst>
              <a:ext uri="{FF2B5EF4-FFF2-40B4-BE49-F238E27FC236}">
                <a16:creationId xmlns:a16="http://schemas.microsoft.com/office/drawing/2014/main" id="{34592E10-8191-3550-B641-95B5AA180E5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4968" y="1159624"/>
            <a:ext cx="651068" cy="651068"/>
          </a:xfrm>
          <a:prstGeom prst="rect">
            <a:avLst/>
          </a:prstGeom>
        </p:spPr>
      </p:pic>
      <p:pic>
        <p:nvPicPr>
          <p:cNvPr id="18" name="Graphic 17" descr="Badge with solid fill">
            <a:extLst>
              <a:ext uri="{FF2B5EF4-FFF2-40B4-BE49-F238E27FC236}">
                <a16:creationId xmlns:a16="http://schemas.microsoft.com/office/drawing/2014/main" id="{92D4DDBE-F02F-E678-E7F7-6CD67536F17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40509" y="2292302"/>
            <a:ext cx="651600" cy="651600"/>
          </a:xfrm>
          <a:prstGeom prst="rect">
            <a:avLst/>
          </a:prstGeom>
        </p:spPr>
      </p:pic>
      <p:sp>
        <p:nvSpPr>
          <p:cNvPr id="21" name="Rectangle 1">
            <a:extLst>
              <a:ext uri="{FF2B5EF4-FFF2-40B4-BE49-F238E27FC236}">
                <a16:creationId xmlns:a16="http://schemas.microsoft.com/office/drawing/2014/main" id="{E77D6B88-BCFA-4576-8AA5-A239EB0447A6}"/>
              </a:ext>
            </a:extLst>
          </p:cNvPr>
          <p:cNvSpPr>
            <a:spLocks noChangeArrowheads="1"/>
          </p:cNvSpPr>
          <p:nvPr/>
        </p:nvSpPr>
        <p:spPr bwMode="auto">
          <a:xfrm rot="10800000" flipV="1">
            <a:off x="737396" y="2323769"/>
            <a:ext cx="4479136"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200" b="1" i="0" u="none" strike="noStrike" cap="none" normalizeH="0" baseline="0" dirty="0">
                <a:ln>
                  <a:noFill/>
                </a:ln>
                <a:solidFill>
                  <a:schemeClr val="bg1"/>
                </a:solidFill>
                <a:effectLst/>
                <a:latin typeface="Arial" panose="020B0604020202020204" pitchFamily="34" charset="0"/>
              </a:rPr>
              <a:t>Secondary:</a:t>
            </a:r>
            <a:endParaRPr kumimoji="0" lang="en-US" altLang="en-US" sz="1200" b="0" i="0" u="none" strike="noStrike" cap="none" normalizeH="0" baseline="0" dirty="0">
              <a:ln>
                <a:noFill/>
              </a:ln>
              <a:solidFill>
                <a:schemeClr val="bg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Product &amp; UX Teams (user experience feedback)</a:t>
            </a:r>
            <a:endParaRPr kumimoji="0" lang="en-US" altLang="en-US" sz="1200" i="0" u="none" strike="noStrike" cap="none" normalizeH="0" baseline="0" dirty="0">
              <a:ln>
                <a:noFill/>
              </a:ln>
              <a:solidFill>
                <a:schemeClr val="bg1"/>
              </a:solidFill>
              <a:effectLst/>
              <a:latin typeface="Arial" panose="020B0604020202020204" pitchFamily="34" charset="0"/>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Healthcare, BFSI, Travel Sectors (multi-domain feedback usecases)</a:t>
            </a:r>
            <a:endParaRPr kumimoji="0" lang="en-US" altLang="en-US" sz="120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tx1"/>
              </a:solidFill>
              <a:effectLst/>
              <a:latin typeface="Arial" panose="020B0604020202020204" pitchFamily="34" charset="0"/>
            </a:endParaRPr>
          </a:p>
        </p:txBody>
      </p:sp>
      <p:cxnSp>
        <p:nvCxnSpPr>
          <p:cNvPr id="24" name="Straight Connector 23">
            <a:extLst>
              <a:ext uri="{FF2B5EF4-FFF2-40B4-BE49-F238E27FC236}">
                <a16:creationId xmlns:a16="http://schemas.microsoft.com/office/drawing/2014/main" id="{828E2922-01C0-4FF8-C5BF-1293722EAD53}"/>
              </a:ext>
            </a:extLst>
          </p:cNvPr>
          <p:cNvCxnSpPr/>
          <p:nvPr/>
        </p:nvCxnSpPr>
        <p:spPr>
          <a:xfrm>
            <a:off x="6096000" y="659246"/>
            <a:ext cx="78486" cy="590400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AE3EED24-61A1-AA45-2856-AB2728FFEB72}"/>
              </a:ext>
            </a:extLst>
          </p:cNvPr>
          <p:cNvSpPr txBox="1"/>
          <p:nvPr/>
        </p:nvSpPr>
        <p:spPr>
          <a:xfrm>
            <a:off x="7107574" y="3651263"/>
            <a:ext cx="6155870" cy="307777"/>
          </a:xfrm>
          <a:prstGeom prst="rect">
            <a:avLst/>
          </a:prstGeom>
          <a:noFill/>
        </p:spPr>
        <p:txBody>
          <a:bodyPr wrap="square">
            <a:spAutoFit/>
          </a:bodyPr>
          <a:lstStyle/>
          <a:p>
            <a:pPr lvl="1"/>
            <a:r>
              <a:rPr lang="en-US" sz="1400" b="1" i="1" dirty="0">
                <a:solidFill>
                  <a:srgbClr val="0070C0"/>
                </a:solidFill>
              </a:rPr>
              <a:t>Key Performance Indicators</a:t>
            </a:r>
          </a:p>
        </p:txBody>
      </p:sp>
      <p:sp>
        <p:nvSpPr>
          <p:cNvPr id="27" name="TextBox 26">
            <a:extLst>
              <a:ext uri="{FF2B5EF4-FFF2-40B4-BE49-F238E27FC236}">
                <a16:creationId xmlns:a16="http://schemas.microsoft.com/office/drawing/2014/main" id="{2267896C-6F45-3E2A-1978-BA374A221820}"/>
              </a:ext>
            </a:extLst>
          </p:cNvPr>
          <p:cNvSpPr txBox="1"/>
          <p:nvPr/>
        </p:nvSpPr>
        <p:spPr>
          <a:xfrm>
            <a:off x="1411306" y="3649848"/>
            <a:ext cx="6155870" cy="307777"/>
          </a:xfrm>
          <a:prstGeom prst="rect">
            <a:avLst/>
          </a:prstGeom>
          <a:noFill/>
        </p:spPr>
        <p:txBody>
          <a:bodyPr wrap="square">
            <a:spAutoFit/>
          </a:bodyPr>
          <a:lstStyle/>
          <a:p>
            <a:pPr lvl="1"/>
            <a:r>
              <a:rPr lang="en-US" sz="1400" b="1" i="1" dirty="0">
                <a:solidFill>
                  <a:srgbClr val="0070C0"/>
                </a:solidFill>
              </a:rPr>
              <a:t>Value Proposition</a:t>
            </a:r>
          </a:p>
        </p:txBody>
      </p:sp>
      <p:pic>
        <p:nvPicPr>
          <p:cNvPr id="32" name="Graphic 31" descr="Badge 1 with solid fill">
            <a:extLst>
              <a:ext uri="{FF2B5EF4-FFF2-40B4-BE49-F238E27FC236}">
                <a16:creationId xmlns:a16="http://schemas.microsoft.com/office/drawing/2014/main" id="{F155C531-0BCF-3F64-E786-F92236D513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4968" y="4013474"/>
            <a:ext cx="651068" cy="651068"/>
          </a:xfrm>
          <a:prstGeom prst="rect">
            <a:avLst/>
          </a:prstGeom>
        </p:spPr>
      </p:pic>
      <p:pic>
        <p:nvPicPr>
          <p:cNvPr id="33" name="Graphic 32" descr="Badge with solid fill">
            <a:extLst>
              <a:ext uri="{FF2B5EF4-FFF2-40B4-BE49-F238E27FC236}">
                <a16:creationId xmlns:a16="http://schemas.microsoft.com/office/drawing/2014/main" id="{4F62B68F-FD89-C8B5-CF71-ABADE3E56CF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24968" y="4963944"/>
            <a:ext cx="651600" cy="651600"/>
          </a:xfrm>
          <a:prstGeom prst="rect">
            <a:avLst/>
          </a:prstGeom>
        </p:spPr>
      </p:pic>
      <p:cxnSp>
        <p:nvCxnSpPr>
          <p:cNvPr id="35" name="Straight Connector 34">
            <a:extLst>
              <a:ext uri="{FF2B5EF4-FFF2-40B4-BE49-F238E27FC236}">
                <a16:creationId xmlns:a16="http://schemas.microsoft.com/office/drawing/2014/main" id="{22B2A338-4C10-1735-12F3-2020B7EEA6DD}"/>
              </a:ext>
            </a:extLst>
          </p:cNvPr>
          <p:cNvCxnSpPr>
            <a:cxnSpLocks/>
          </p:cNvCxnSpPr>
          <p:nvPr/>
        </p:nvCxnSpPr>
        <p:spPr>
          <a:xfrm>
            <a:off x="124968" y="3669943"/>
            <a:ext cx="11772000" cy="44115"/>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38" name="Rectangle 3">
            <a:extLst>
              <a:ext uri="{FF2B5EF4-FFF2-40B4-BE49-F238E27FC236}">
                <a16:creationId xmlns:a16="http://schemas.microsoft.com/office/drawing/2014/main" id="{1E8414D1-F3F1-844A-8D70-741470650872}"/>
              </a:ext>
            </a:extLst>
          </p:cNvPr>
          <p:cNvSpPr>
            <a:spLocks noChangeArrowheads="1"/>
          </p:cNvSpPr>
          <p:nvPr/>
        </p:nvSpPr>
        <p:spPr bwMode="auto">
          <a:xfrm>
            <a:off x="6912996" y="5709500"/>
            <a:ext cx="1200841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200" b="1" i="0" u="none" strike="noStrike" cap="none" normalizeH="0" baseline="0" dirty="0">
                <a:ln>
                  <a:noFill/>
                </a:ln>
                <a:solidFill>
                  <a:schemeClr val="bg1"/>
                </a:solidFill>
                <a:effectLst/>
                <a:latin typeface="Arial" panose="020B0604020202020204" pitchFamily="34" charset="0"/>
              </a:rPr>
              <a:t>Adoption KPIs:</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bg1"/>
                </a:solidFill>
                <a:effectLst/>
                <a:latin typeface="Arial" panose="020B0604020202020204" pitchFamily="34" charset="0"/>
              </a:rPr>
              <a:t>Number of </a:t>
            </a:r>
            <a:r>
              <a:rPr lang="en-US" altLang="en-US" sz="1200" dirty="0">
                <a:solidFill>
                  <a:schemeClr val="bg1"/>
                </a:solidFill>
                <a:latin typeface="Arial" panose="020B0604020202020204" pitchFamily="34" charset="0"/>
              </a:rPr>
              <a:t>files processed</a:t>
            </a:r>
            <a:r>
              <a:rPr kumimoji="0" lang="en-US" altLang="en-US" sz="1200" b="0" i="0" u="none" strike="noStrike" cap="none" normalizeH="0" baseline="0" dirty="0">
                <a:ln>
                  <a:noFill/>
                </a:ln>
                <a:solidFill>
                  <a:schemeClr val="bg1"/>
                </a:solidFill>
                <a:effectLst/>
                <a:latin typeface="Arial" panose="020B0604020202020204" pitchFamily="34" charset="0"/>
              </a:rPr>
              <a:t> per client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Dashboard usage &amp; report downloads</a:t>
            </a:r>
            <a:endParaRPr kumimoji="0" lang="en-US" altLang="en-US" sz="12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pic>
        <p:nvPicPr>
          <p:cNvPr id="39" name="Graphic 38" descr="Badge 1 with solid fill">
            <a:extLst>
              <a:ext uri="{FF2B5EF4-FFF2-40B4-BE49-F238E27FC236}">
                <a16:creationId xmlns:a16="http://schemas.microsoft.com/office/drawing/2014/main" id="{D65733D3-042B-DC47-E1ED-FF79E182CE8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246254" y="4094248"/>
            <a:ext cx="651068" cy="651068"/>
          </a:xfrm>
          <a:prstGeom prst="rect">
            <a:avLst/>
          </a:prstGeom>
        </p:spPr>
      </p:pic>
      <p:pic>
        <p:nvPicPr>
          <p:cNvPr id="40" name="Graphic 39" descr="Badge with solid fill">
            <a:extLst>
              <a:ext uri="{FF2B5EF4-FFF2-40B4-BE49-F238E27FC236}">
                <a16:creationId xmlns:a16="http://schemas.microsoft.com/office/drawing/2014/main" id="{835198A6-FB4C-B584-ADA7-54BDB8E7E2E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245988" y="4901608"/>
            <a:ext cx="651600" cy="651600"/>
          </a:xfrm>
          <a:prstGeom prst="rect">
            <a:avLst/>
          </a:prstGeom>
        </p:spPr>
      </p:pic>
      <p:sp>
        <p:nvSpPr>
          <p:cNvPr id="41" name="Rectangle 3">
            <a:extLst>
              <a:ext uri="{FF2B5EF4-FFF2-40B4-BE49-F238E27FC236}">
                <a16:creationId xmlns:a16="http://schemas.microsoft.com/office/drawing/2014/main" id="{D96B96C5-AF0A-3B1A-31C9-8DA8246C1C12}"/>
              </a:ext>
            </a:extLst>
          </p:cNvPr>
          <p:cNvSpPr>
            <a:spLocks noChangeArrowheads="1"/>
          </p:cNvSpPr>
          <p:nvPr/>
        </p:nvSpPr>
        <p:spPr bwMode="auto">
          <a:xfrm>
            <a:off x="6912996" y="4901608"/>
            <a:ext cx="1200841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200" b="1" i="0" u="none" strike="noStrike" cap="none" normalizeH="0" baseline="0" dirty="0">
                <a:ln>
                  <a:noFill/>
                </a:ln>
                <a:solidFill>
                  <a:schemeClr val="bg1"/>
                </a:solidFill>
                <a:effectLst/>
                <a:latin typeface="Arial" panose="020B0604020202020204" pitchFamily="34" charset="0"/>
              </a:rPr>
              <a:t>Business KPIs:</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200" b="0" i="0" u="none" strike="noStrike" cap="none" normalizeH="0" baseline="0" dirty="0">
                <a:ln>
                  <a:noFill/>
                </a:ln>
                <a:solidFill>
                  <a:schemeClr val="bg1"/>
                </a:solidFill>
                <a:effectLst/>
                <a:latin typeface="Arial" panose="020B0604020202020204" pitchFamily="34" charset="0"/>
              </a:rPr>
              <a:t>Reduction in </a:t>
            </a:r>
            <a:r>
              <a:rPr lang="en-US" altLang="en-US" sz="1200" dirty="0">
                <a:solidFill>
                  <a:schemeClr val="bg1"/>
                </a:solidFill>
                <a:latin typeface="Arial" panose="020B0604020202020204" pitchFamily="34" charset="0"/>
              </a:rPr>
              <a:t>manual analysis effort</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Increase in actionable insights identified</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sp>
        <p:nvSpPr>
          <p:cNvPr id="42" name="Rectangle 3">
            <a:extLst>
              <a:ext uri="{FF2B5EF4-FFF2-40B4-BE49-F238E27FC236}">
                <a16:creationId xmlns:a16="http://schemas.microsoft.com/office/drawing/2014/main" id="{EFA2997E-38C8-BA75-08D8-D38CC85F2AB7}"/>
              </a:ext>
            </a:extLst>
          </p:cNvPr>
          <p:cNvSpPr>
            <a:spLocks noChangeArrowheads="1"/>
          </p:cNvSpPr>
          <p:nvPr/>
        </p:nvSpPr>
        <p:spPr bwMode="auto">
          <a:xfrm>
            <a:off x="6912996" y="4118404"/>
            <a:ext cx="431054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US" altLang="en-US" sz="1200" b="1" dirty="0">
                <a:solidFill>
                  <a:schemeClr val="bg1"/>
                </a:solidFill>
                <a:latin typeface="Arial" panose="020B0604020202020204" pitchFamily="34" charset="0"/>
              </a:rPr>
              <a:t>Mode</a:t>
            </a:r>
            <a:r>
              <a:rPr kumimoji="0" lang="en-US" altLang="en-US" sz="1200" b="1" i="0" u="none" strike="noStrike" cap="none" normalizeH="0" baseline="0" dirty="0">
                <a:ln>
                  <a:noFill/>
                </a:ln>
                <a:solidFill>
                  <a:schemeClr val="bg1"/>
                </a:solidFill>
                <a:effectLst/>
                <a:latin typeface="Arial" panose="020B0604020202020204" pitchFamily="34" charset="0"/>
              </a:rPr>
              <a:t>l KPIs:</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Sentiment classification survey</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200" dirty="0">
                <a:solidFill>
                  <a:schemeClr val="bg1"/>
                </a:solidFill>
                <a:latin typeface="Arial" panose="020B0604020202020204" pitchFamily="34" charset="0"/>
              </a:rPr>
              <a:t>Topic relevance score (confidence-based)</a:t>
            </a:r>
            <a:r>
              <a:rPr kumimoji="0" lang="en-US" altLang="en-US" sz="1200" b="0" i="0" u="none" strike="noStrike" cap="none" normalizeH="0" baseline="0" dirty="0">
                <a:ln>
                  <a:noFill/>
                </a:ln>
                <a:solidFill>
                  <a:schemeClr val="bg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pic>
        <p:nvPicPr>
          <p:cNvPr id="43" name="Graphic 42" descr="Badge 3 with solid fill">
            <a:extLst>
              <a:ext uri="{FF2B5EF4-FFF2-40B4-BE49-F238E27FC236}">
                <a16:creationId xmlns:a16="http://schemas.microsoft.com/office/drawing/2014/main" id="{BF9CB894-CB37-C351-0848-624927FF80C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261396" y="5703805"/>
            <a:ext cx="651600" cy="651600"/>
          </a:xfrm>
          <a:prstGeom prst="rect">
            <a:avLst/>
          </a:prstGeom>
        </p:spPr>
      </p:pic>
      <p:sp>
        <p:nvSpPr>
          <p:cNvPr id="44" name="TextBox 43">
            <a:extLst>
              <a:ext uri="{FF2B5EF4-FFF2-40B4-BE49-F238E27FC236}">
                <a16:creationId xmlns:a16="http://schemas.microsoft.com/office/drawing/2014/main" id="{2A9F0CC2-DE35-92F5-9ED6-D661E64BA813}"/>
              </a:ext>
            </a:extLst>
          </p:cNvPr>
          <p:cNvSpPr txBox="1"/>
          <p:nvPr/>
        </p:nvSpPr>
        <p:spPr>
          <a:xfrm>
            <a:off x="7367151" y="776638"/>
            <a:ext cx="6155870" cy="307777"/>
          </a:xfrm>
          <a:prstGeom prst="rect">
            <a:avLst/>
          </a:prstGeom>
          <a:noFill/>
        </p:spPr>
        <p:txBody>
          <a:bodyPr wrap="square">
            <a:spAutoFit/>
          </a:bodyPr>
          <a:lstStyle/>
          <a:p>
            <a:pPr lvl="1"/>
            <a:r>
              <a:rPr lang="en-US" sz="1400" b="1" i="1" dirty="0">
                <a:solidFill>
                  <a:srgbClr val="0070C0"/>
                </a:solidFill>
              </a:rPr>
              <a:t>Market Entry Strategy</a:t>
            </a:r>
          </a:p>
        </p:txBody>
      </p:sp>
      <p:sp>
        <p:nvSpPr>
          <p:cNvPr id="46" name="Rectangle 1">
            <a:extLst>
              <a:ext uri="{FF2B5EF4-FFF2-40B4-BE49-F238E27FC236}">
                <a16:creationId xmlns:a16="http://schemas.microsoft.com/office/drawing/2014/main" id="{5ABEB511-50B0-EB98-047E-0D7D12C27C86}"/>
              </a:ext>
            </a:extLst>
          </p:cNvPr>
          <p:cNvSpPr>
            <a:spLocks noChangeArrowheads="1"/>
          </p:cNvSpPr>
          <p:nvPr/>
        </p:nvSpPr>
        <p:spPr bwMode="auto">
          <a:xfrm>
            <a:off x="737396" y="4969213"/>
            <a:ext cx="524560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1200" b="1" i="0" u="none" strike="noStrike" cap="none" normalizeH="0" baseline="0" dirty="0">
                <a:ln>
                  <a:noFill/>
                </a:ln>
                <a:solidFill>
                  <a:schemeClr val="bg1"/>
                </a:solidFill>
                <a:effectLst/>
                <a:latin typeface="Arial" panose="020B0604020202020204" pitchFamily="34" charset="0"/>
              </a:rPr>
              <a:t>Domain-Aware Insights:</a:t>
            </a:r>
            <a:r>
              <a:rPr lang="en-US" altLang="en-US" sz="1200" dirty="0">
                <a:solidFill>
                  <a:schemeClr val="bg1"/>
                </a:solidFill>
                <a:latin typeface="Arial" panose="020B0604020202020204" pitchFamily="34" charset="0"/>
              </a:rPr>
              <a:t> </a:t>
            </a:r>
          </a:p>
          <a:p>
            <a:pPr marL="171450" lvl="0" indent="-171450" eaLnBrk="0" fontAlgn="base" hangingPunct="0">
              <a:spcBef>
                <a:spcPct val="0"/>
              </a:spcBef>
              <a:spcAft>
                <a:spcPct val="0"/>
              </a:spcAft>
              <a:buFont typeface="Arial" panose="020B0604020202020204" pitchFamily="34" charset="0"/>
              <a:buChar char="•"/>
            </a:pPr>
            <a:r>
              <a:rPr lang="en-US" altLang="en-US" sz="1200" dirty="0">
                <a:solidFill>
                  <a:schemeClr val="bg1"/>
                </a:solidFill>
                <a:latin typeface="Arial" panose="020B0604020202020204" pitchFamily="34" charset="0"/>
              </a:rPr>
              <a:t>Custom topic modelling for different industries</a:t>
            </a:r>
          </a:p>
          <a:p>
            <a:pPr marL="171450" lvl="0" indent="-171450" eaLnBrk="0" fontAlgn="base" hangingPunct="0">
              <a:spcBef>
                <a:spcPct val="0"/>
              </a:spcBef>
              <a:spcAft>
                <a:spcPct val="0"/>
              </a:spcAft>
              <a:buFont typeface="Arial" panose="020B0604020202020204" pitchFamily="34" charset="0"/>
              <a:buChar char="•"/>
            </a:pPr>
            <a:r>
              <a:rPr lang="en-US" altLang="en-US" sz="1200" dirty="0">
                <a:solidFill>
                  <a:schemeClr val="bg1"/>
                </a:solidFill>
                <a:latin typeface="Arial" panose="020B0604020202020204" pitchFamily="34" charset="0"/>
              </a:rPr>
              <a:t>Converts unstructured feedback into actionable insights</a:t>
            </a:r>
          </a:p>
        </p:txBody>
      </p:sp>
      <p:sp>
        <p:nvSpPr>
          <p:cNvPr id="47" name="Rectangle 3">
            <a:extLst>
              <a:ext uri="{FF2B5EF4-FFF2-40B4-BE49-F238E27FC236}">
                <a16:creationId xmlns:a16="http://schemas.microsoft.com/office/drawing/2014/main" id="{8AF20636-665E-8892-43A4-A0DDB4D1051F}"/>
              </a:ext>
            </a:extLst>
          </p:cNvPr>
          <p:cNvSpPr>
            <a:spLocks noChangeArrowheads="1"/>
          </p:cNvSpPr>
          <p:nvPr/>
        </p:nvSpPr>
        <p:spPr bwMode="auto">
          <a:xfrm>
            <a:off x="6825820" y="2967264"/>
            <a:ext cx="429513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200" b="1" dirty="0">
                <a:solidFill>
                  <a:schemeClr val="bg1"/>
                </a:solidFill>
              </a:rPr>
              <a:t>Enterprise Scaling:</a:t>
            </a:r>
            <a:endParaRPr lang="en-US" sz="1200" dirty="0">
              <a:solidFill>
                <a:schemeClr val="bg1"/>
              </a:solidFill>
            </a:endParaRPr>
          </a:p>
          <a:p>
            <a:pPr marL="171450" indent="-171450">
              <a:buFont typeface="Arial" panose="020B0604020202020204" pitchFamily="34" charset="0"/>
              <a:buChar char="•"/>
            </a:pPr>
            <a:r>
              <a:rPr lang="en-US" sz="1200" dirty="0">
                <a:solidFill>
                  <a:schemeClr val="bg1"/>
                </a:solidFill>
              </a:rPr>
              <a:t>Build integrations (APIs, Dashboards)</a:t>
            </a:r>
          </a:p>
          <a:p>
            <a:pPr marL="171450" indent="-171450">
              <a:buFont typeface="Arial" panose="020B0604020202020204" pitchFamily="34" charset="0"/>
              <a:buChar char="•"/>
            </a:pPr>
            <a:r>
              <a:rPr lang="en-US" sz="1200" dirty="0">
                <a:solidFill>
                  <a:schemeClr val="bg1"/>
                </a:solidFill>
              </a:rPr>
              <a:t>Position as unified feedback intelligence platform</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pic>
        <p:nvPicPr>
          <p:cNvPr id="48" name="Graphic 47" descr="Badge 1 with solid fill">
            <a:extLst>
              <a:ext uri="{FF2B5EF4-FFF2-40B4-BE49-F238E27FC236}">
                <a16:creationId xmlns:a16="http://schemas.microsoft.com/office/drawing/2014/main" id="{A19BDC03-81AF-286C-8567-43948BC7DF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174752" y="1314056"/>
            <a:ext cx="651068" cy="651068"/>
          </a:xfrm>
          <a:prstGeom prst="rect">
            <a:avLst/>
          </a:prstGeom>
        </p:spPr>
      </p:pic>
      <p:pic>
        <p:nvPicPr>
          <p:cNvPr id="49" name="Graphic 48" descr="Badge with solid fill">
            <a:extLst>
              <a:ext uri="{FF2B5EF4-FFF2-40B4-BE49-F238E27FC236}">
                <a16:creationId xmlns:a16="http://schemas.microsoft.com/office/drawing/2014/main" id="{70293B62-FEE6-707B-FED9-EAC27728C78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174486" y="2100847"/>
            <a:ext cx="651600" cy="651600"/>
          </a:xfrm>
          <a:prstGeom prst="rect">
            <a:avLst/>
          </a:prstGeom>
        </p:spPr>
      </p:pic>
      <p:sp>
        <p:nvSpPr>
          <p:cNvPr id="50" name="Rectangle 3">
            <a:extLst>
              <a:ext uri="{FF2B5EF4-FFF2-40B4-BE49-F238E27FC236}">
                <a16:creationId xmlns:a16="http://schemas.microsoft.com/office/drawing/2014/main" id="{D2C1F967-0A37-50C1-CA8E-B384935239B3}"/>
              </a:ext>
            </a:extLst>
          </p:cNvPr>
          <p:cNvSpPr>
            <a:spLocks noChangeArrowheads="1"/>
          </p:cNvSpPr>
          <p:nvPr/>
        </p:nvSpPr>
        <p:spPr bwMode="auto">
          <a:xfrm>
            <a:off x="6810146" y="2112863"/>
            <a:ext cx="4197182"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200" b="1" dirty="0">
                <a:solidFill>
                  <a:schemeClr val="bg1"/>
                </a:solidFill>
              </a:rPr>
              <a:t>Expand Across Functions:</a:t>
            </a:r>
            <a:endParaRPr lang="en-US" sz="1200" dirty="0">
              <a:solidFill>
                <a:schemeClr val="bg1"/>
              </a:solidFill>
            </a:endParaRPr>
          </a:p>
          <a:p>
            <a:pPr marL="171450" indent="-171450">
              <a:buFont typeface="Arial" panose="020B0604020202020204" pitchFamily="34" charset="0"/>
              <a:buChar char="•"/>
            </a:pPr>
            <a:r>
              <a:rPr lang="en-US" sz="1200" dirty="0">
                <a:solidFill>
                  <a:schemeClr val="bg1"/>
                </a:solidFill>
              </a:rPr>
              <a:t>Scale from HR-&gt;CX-&gt;Product teams</a:t>
            </a:r>
          </a:p>
          <a:p>
            <a:pPr marL="171450" indent="-171450">
              <a:buFont typeface="Arial" panose="020B0604020202020204" pitchFamily="34" charset="0"/>
              <a:buChar char="•"/>
            </a:pPr>
            <a:r>
              <a:rPr lang="en-US" sz="1200" dirty="0">
                <a:solidFill>
                  <a:schemeClr val="bg1"/>
                </a:solidFill>
              </a:rPr>
              <a:t>Enable multi-file, multi- domain analysis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sp>
        <p:nvSpPr>
          <p:cNvPr id="51" name="Rectangle 3">
            <a:extLst>
              <a:ext uri="{FF2B5EF4-FFF2-40B4-BE49-F238E27FC236}">
                <a16:creationId xmlns:a16="http://schemas.microsoft.com/office/drawing/2014/main" id="{D8ECF027-8FE7-CF41-BE0E-D3A7C2835DF2}"/>
              </a:ext>
            </a:extLst>
          </p:cNvPr>
          <p:cNvSpPr>
            <a:spLocks noChangeArrowheads="1"/>
          </p:cNvSpPr>
          <p:nvPr/>
        </p:nvSpPr>
        <p:spPr bwMode="auto">
          <a:xfrm>
            <a:off x="6810412" y="1259765"/>
            <a:ext cx="431054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200" b="1" dirty="0">
                <a:solidFill>
                  <a:schemeClr val="bg1"/>
                </a:solidFill>
              </a:rPr>
              <a:t>Pilot-Led Adoption:</a:t>
            </a:r>
            <a:endParaRPr lang="en-US" sz="1200" dirty="0">
              <a:solidFill>
                <a:schemeClr val="bg1"/>
              </a:solidFill>
            </a:endParaRPr>
          </a:p>
          <a:p>
            <a:pPr marL="171450" indent="-171450">
              <a:buFont typeface="Arial" panose="020B0604020202020204" pitchFamily="34" charset="0"/>
              <a:buChar char="•"/>
            </a:pPr>
            <a:r>
              <a:rPr lang="en-US" sz="1200" dirty="0">
                <a:solidFill>
                  <a:schemeClr val="bg1"/>
                </a:solidFill>
              </a:rPr>
              <a:t>Offer free pilot on existing survey/feedback datasets</a:t>
            </a:r>
          </a:p>
          <a:p>
            <a:pPr marL="171450" indent="-171450">
              <a:buFont typeface="Arial" panose="020B0604020202020204" pitchFamily="34" charset="0"/>
              <a:buChar char="•"/>
            </a:pPr>
            <a:r>
              <a:rPr lang="en-US" sz="1200" dirty="0">
                <a:solidFill>
                  <a:schemeClr val="bg1"/>
                </a:solidFill>
              </a:rPr>
              <a:t>Demonstrate insights(sentiment trends, key issues)</a:t>
            </a:r>
          </a:p>
          <a:p>
            <a:endParaRPr lang="en-US" sz="1200" dirty="0">
              <a:solidFill>
                <a:schemeClr val="bg1"/>
              </a:solidFill>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chemeClr val="bg1"/>
              </a:solidFill>
              <a:effectLst/>
              <a:latin typeface="Arial" panose="020B0604020202020204" pitchFamily="34" charset="0"/>
            </a:endParaRPr>
          </a:p>
        </p:txBody>
      </p:sp>
      <p:pic>
        <p:nvPicPr>
          <p:cNvPr id="52" name="Graphic 51" descr="Badge 3 with solid fill">
            <a:extLst>
              <a:ext uri="{FF2B5EF4-FFF2-40B4-BE49-F238E27FC236}">
                <a16:creationId xmlns:a16="http://schemas.microsoft.com/office/drawing/2014/main" id="{2451BC72-8D9E-A566-F929-27FF3C698F8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189894" y="2942663"/>
            <a:ext cx="651600" cy="651600"/>
          </a:xfrm>
          <a:prstGeom prst="rect">
            <a:avLst/>
          </a:prstGeom>
        </p:spPr>
      </p:pic>
      <p:sp>
        <p:nvSpPr>
          <p:cNvPr id="4" name="TextBox 3">
            <a:extLst>
              <a:ext uri="{FF2B5EF4-FFF2-40B4-BE49-F238E27FC236}">
                <a16:creationId xmlns:a16="http://schemas.microsoft.com/office/drawing/2014/main" id="{B37D0F20-94F1-0D26-B9EC-0A102E234CB8}"/>
              </a:ext>
            </a:extLst>
          </p:cNvPr>
          <p:cNvSpPr txBox="1"/>
          <p:nvPr/>
        </p:nvSpPr>
        <p:spPr>
          <a:xfrm>
            <a:off x="296620" y="6381812"/>
            <a:ext cx="9533179" cy="215444"/>
          </a:xfrm>
          <a:prstGeom prst="rect">
            <a:avLst/>
          </a:prstGeom>
          <a:noFill/>
        </p:spPr>
        <p:txBody>
          <a:bodyPr wrap="square">
            <a:spAutoFit/>
          </a:bodyPr>
          <a:lstStyle/>
          <a:p>
            <a:r>
              <a:rPr lang="en-US" sz="800" dirty="0">
                <a:solidFill>
                  <a:schemeClr val="bg1"/>
                </a:solidFill>
              </a:rPr>
              <a:t>Sources:- Competitor websites and other secondary sources</a:t>
            </a:r>
            <a:endParaRPr lang="en-IN" sz="800" dirty="0">
              <a:solidFill>
                <a:schemeClr val="bg1"/>
              </a:solidFill>
            </a:endParaRPr>
          </a:p>
        </p:txBody>
      </p:sp>
    </p:spTree>
    <p:extLst>
      <p:ext uri="{BB962C8B-B14F-4D97-AF65-F5344CB8AC3E}">
        <p14:creationId xmlns:p14="http://schemas.microsoft.com/office/powerpoint/2010/main" val="9889471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EA28B-F8FF-A52D-C752-3B77896272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35059-D4D0-04CB-DCEC-1E111C6A6A0F}"/>
              </a:ext>
            </a:extLst>
          </p:cNvPr>
          <p:cNvSpPr>
            <a:spLocks noGrp="1"/>
          </p:cNvSpPr>
          <p:nvPr>
            <p:ph type="title"/>
          </p:nvPr>
        </p:nvSpPr>
        <p:spPr>
          <a:xfrm>
            <a:off x="84735" y="-207713"/>
            <a:ext cx="11475720" cy="649257"/>
          </a:xfrm>
        </p:spPr>
        <p:txBody>
          <a:bodyPr/>
          <a:lstStyle/>
          <a:p>
            <a:r>
              <a:rPr lang="en-US" sz="2000" b="1" dirty="0">
                <a:latin typeface="+mn-lt"/>
                <a:ea typeface="+mn-ea"/>
                <a:cs typeface="+mn-cs"/>
              </a:rPr>
              <a:t>Data Scope and Sentiment Methodology</a:t>
            </a:r>
            <a:endParaRPr lang="en-IN" sz="2000" b="1" dirty="0">
              <a:latin typeface="+mn-lt"/>
              <a:ea typeface="+mn-ea"/>
              <a:cs typeface="+mn-cs"/>
            </a:endParaRPr>
          </a:p>
        </p:txBody>
      </p:sp>
      <p:sp>
        <p:nvSpPr>
          <p:cNvPr id="3" name="TextBox 2">
            <a:extLst>
              <a:ext uri="{FF2B5EF4-FFF2-40B4-BE49-F238E27FC236}">
                <a16:creationId xmlns:a16="http://schemas.microsoft.com/office/drawing/2014/main" id="{D7D47130-7FEB-4B9F-C0CF-D46C439393E8}"/>
              </a:ext>
            </a:extLst>
          </p:cNvPr>
          <p:cNvSpPr txBox="1"/>
          <p:nvPr/>
        </p:nvSpPr>
        <p:spPr>
          <a:xfrm>
            <a:off x="0" y="538858"/>
            <a:ext cx="11412747" cy="738664"/>
          </a:xfrm>
          <a:prstGeom prst="rect">
            <a:avLst/>
          </a:prstGeom>
          <a:solidFill>
            <a:schemeClr val="bg1">
              <a:lumMod val="85000"/>
            </a:schemeClr>
          </a:solidFill>
        </p:spPr>
        <p:txBody>
          <a:bodyPr wrap="square">
            <a:spAutoFit/>
          </a:bodyPr>
          <a:lstStyle/>
          <a:p>
            <a:r>
              <a:rPr lang="en-US" sz="1400" dirty="0"/>
              <a:t>An end-to-end sentiment analysis platform leveraging Hugging Face transformer models and sentence-transformer embeddings, combined with context-aware rules and threshold-based scoring. The solution supports multi-domain feedback analysis with high accuracy and explainability. Delivered through an interactive Streamlit UI for real-time insights and visualization.</a:t>
            </a:r>
            <a:endParaRPr lang="en-IN" sz="1400" dirty="0"/>
          </a:p>
        </p:txBody>
      </p:sp>
      <p:graphicFrame>
        <p:nvGraphicFramePr>
          <p:cNvPr id="4" name="Diagram 3">
            <a:extLst>
              <a:ext uri="{FF2B5EF4-FFF2-40B4-BE49-F238E27FC236}">
                <a16:creationId xmlns:a16="http://schemas.microsoft.com/office/drawing/2014/main" id="{A29FB220-7721-A187-039B-3F878A3CE637}"/>
              </a:ext>
            </a:extLst>
          </p:cNvPr>
          <p:cNvGraphicFramePr/>
          <p:nvPr>
            <p:extLst>
              <p:ext uri="{D42A27DB-BD31-4B8C-83A1-F6EECF244321}">
                <p14:modId xmlns:p14="http://schemas.microsoft.com/office/powerpoint/2010/main" val="4280653490"/>
              </p:ext>
            </p:extLst>
          </p:nvPr>
        </p:nvGraphicFramePr>
        <p:xfrm>
          <a:off x="84735" y="1575642"/>
          <a:ext cx="5529681" cy="44389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Table 6">
            <a:extLst>
              <a:ext uri="{FF2B5EF4-FFF2-40B4-BE49-F238E27FC236}">
                <a16:creationId xmlns:a16="http://schemas.microsoft.com/office/drawing/2014/main" id="{A38D4331-EBB1-BCBE-C638-3E5D4407FD0C}"/>
              </a:ext>
            </a:extLst>
          </p:cNvPr>
          <p:cNvGraphicFramePr>
            <a:graphicFrameLocks noGrp="1"/>
          </p:cNvGraphicFramePr>
          <p:nvPr>
            <p:extLst>
              <p:ext uri="{D42A27DB-BD31-4B8C-83A1-F6EECF244321}">
                <p14:modId xmlns:p14="http://schemas.microsoft.com/office/powerpoint/2010/main" val="3850959509"/>
              </p:ext>
            </p:extLst>
          </p:nvPr>
        </p:nvGraphicFramePr>
        <p:xfrm>
          <a:off x="9162288" y="4618102"/>
          <a:ext cx="2660905" cy="1490089"/>
        </p:xfrm>
        <a:graphic>
          <a:graphicData uri="http://schemas.openxmlformats.org/drawingml/2006/table">
            <a:tbl>
              <a:tblPr>
                <a:tableStyleId>{306799F8-075E-4A3A-A7F6-7FBC6576F1A4}</a:tableStyleId>
              </a:tblPr>
              <a:tblGrid>
                <a:gridCol w="689208">
                  <a:extLst>
                    <a:ext uri="{9D8B030D-6E8A-4147-A177-3AD203B41FA5}">
                      <a16:colId xmlns:a16="http://schemas.microsoft.com/office/drawing/2014/main" val="3318541692"/>
                    </a:ext>
                  </a:extLst>
                </a:gridCol>
                <a:gridCol w="331413">
                  <a:extLst>
                    <a:ext uri="{9D8B030D-6E8A-4147-A177-3AD203B41FA5}">
                      <a16:colId xmlns:a16="http://schemas.microsoft.com/office/drawing/2014/main" val="2579308371"/>
                    </a:ext>
                  </a:extLst>
                </a:gridCol>
                <a:gridCol w="320390">
                  <a:extLst>
                    <a:ext uri="{9D8B030D-6E8A-4147-A177-3AD203B41FA5}">
                      <a16:colId xmlns:a16="http://schemas.microsoft.com/office/drawing/2014/main" val="59229512"/>
                    </a:ext>
                  </a:extLst>
                </a:gridCol>
                <a:gridCol w="488459">
                  <a:extLst>
                    <a:ext uri="{9D8B030D-6E8A-4147-A177-3AD203B41FA5}">
                      <a16:colId xmlns:a16="http://schemas.microsoft.com/office/drawing/2014/main" val="2503472690"/>
                    </a:ext>
                  </a:extLst>
                </a:gridCol>
                <a:gridCol w="474075">
                  <a:extLst>
                    <a:ext uri="{9D8B030D-6E8A-4147-A177-3AD203B41FA5}">
                      <a16:colId xmlns:a16="http://schemas.microsoft.com/office/drawing/2014/main" val="1585890807"/>
                    </a:ext>
                  </a:extLst>
                </a:gridCol>
                <a:gridCol w="357360">
                  <a:extLst>
                    <a:ext uri="{9D8B030D-6E8A-4147-A177-3AD203B41FA5}">
                      <a16:colId xmlns:a16="http://schemas.microsoft.com/office/drawing/2014/main" val="2027302924"/>
                    </a:ext>
                  </a:extLst>
                </a:gridCol>
              </a:tblGrid>
              <a:tr h="215228">
                <a:tc>
                  <a:txBody>
                    <a:bodyPr/>
                    <a:lstStyle/>
                    <a:p>
                      <a:pPr algn="ctr" fontAlgn="base">
                        <a:lnSpc>
                          <a:spcPts val="750"/>
                        </a:lnSpc>
                        <a:buNone/>
                      </a:pPr>
                      <a:endParaRPr lang="en-US" sz="1200" b="1"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750"/>
                        </a:lnSpc>
                        <a:buNone/>
                      </a:pPr>
                      <a:endParaRPr lang="en-US" sz="1200" b="1"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750"/>
                        </a:lnSpc>
                        <a:buNone/>
                      </a:pPr>
                      <a:endParaRPr lang="en-US" sz="1200" b="1"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750"/>
                        </a:lnSpc>
                        <a:buNone/>
                      </a:pPr>
                      <a:endParaRPr lang="en-US" sz="1200" b="1"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750"/>
                        </a:lnSpc>
                        <a:buNone/>
                      </a:pPr>
                      <a:endParaRPr lang="en-US" sz="1200" b="1"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750"/>
                        </a:lnSpc>
                        <a:buNone/>
                      </a:pPr>
                      <a:endParaRPr lang="en-US" sz="1200" b="1"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979083918"/>
                  </a:ext>
                </a:extLst>
              </a:tr>
              <a:tr h="182123">
                <a:tc>
                  <a:txBody>
                    <a:bodyPr/>
                    <a:lstStyle/>
                    <a:p>
                      <a:pPr algn="l"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1315727838"/>
                  </a:ext>
                </a:extLst>
              </a:tr>
              <a:tr h="182123">
                <a:tc>
                  <a:txBody>
                    <a:bodyPr/>
                    <a:lstStyle/>
                    <a:p>
                      <a:pPr algn="l"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marL="0" marR="0" lvl="0" indent="0" algn="ctr" defTabSz="914400" rtl="0" eaLnBrk="1" fontAlgn="base" latinLnBrk="0" hangingPunct="1">
                        <a:lnSpc>
                          <a:spcPts val="600"/>
                        </a:lnSpc>
                        <a:spcBef>
                          <a:spcPts val="0"/>
                        </a:spcBef>
                        <a:spcAft>
                          <a:spcPts val="0"/>
                        </a:spcAft>
                        <a:buClrTx/>
                        <a:buSzTx/>
                        <a:buFontTx/>
                        <a:buNone/>
                        <a:tabLst/>
                        <a:defRPr/>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3975264753"/>
                  </a:ext>
                </a:extLst>
              </a:tr>
              <a:tr h="182123">
                <a:tc>
                  <a:txBody>
                    <a:bodyPr/>
                    <a:lstStyle/>
                    <a:p>
                      <a:pPr algn="l" fontAlgn="base">
                        <a:lnSpc>
                          <a:spcPts val="600"/>
                        </a:lnSpc>
                        <a:buNone/>
                      </a:pPr>
                      <a:endParaRPr lang="en-US" sz="1200" b="1" dirty="0">
                        <a:solidFill>
                          <a:schemeClr val="bg1"/>
                        </a:solidFill>
                        <a:effectLs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1560875435"/>
                  </a:ext>
                </a:extLst>
              </a:tr>
              <a:tr h="182123">
                <a:tc>
                  <a:txBody>
                    <a:bodyPr/>
                    <a:lstStyle/>
                    <a:p>
                      <a:pPr algn="l"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3901409625"/>
                  </a:ext>
                </a:extLst>
              </a:tr>
              <a:tr h="182123">
                <a:tc>
                  <a:txBody>
                    <a:bodyPr/>
                    <a:lstStyle/>
                    <a:p>
                      <a:pPr algn="l"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3752804605"/>
                  </a:ext>
                </a:extLst>
              </a:tr>
              <a:tr h="182123">
                <a:tc>
                  <a:txBody>
                    <a:bodyPr/>
                    <a:lstStyle/>
                    <a:p>
                      <a:pPr algn="l"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2374191176"/>
                  </a:ext>
                </a:extLst>
              </a:tr>
              <a:tr h="182123">
                <a:tc>
                  <a:txBody>
                    <a:bodyPr/>
                    <a:lstStyle/>
                    <a:p>
                      <a:pPr algn="l"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tc>
                  <a:txBody>
                    <a:bodyPr/>
                    <a:lstStyle/>
                    <a:p>
                      <a:pPr algn="ctr" fontAlgn="base">
                        <a:lnSpc>
                          <a:spcPts val="600"/>
                        </a:lnSpc>
                        <a:buNone/>
                      </a:pPr>
                      <a:endParaRPr lang="en-US" sz="1200" b="0" i="0" dirty="0">
                        <a:solidFill>
                          <a:schemeClr val="bg1"/>
                        </a:solidFill>
                        <a:effectLst/>
                        <a:latin typeface="+mn-lt"/>
                      </a:endParaRPr>
                    </a:p>
                  </a:txBody>
                  <a:tcPr anchor="ctr">
                    <a:lnL w="12700" cap="flat" cmpd="sng" algn="ctr">
                      <a:solidFill>
                        <a:schemeClr val="tx1">
                          <a:lumMod val="85000"/>
                          <a:lumOff val="15000"/>
                        </a:schemeClr>
                      </a:solidFill>
                      <a:prstDash val="solid"/>
                      <a:round/>
                      <a:headEnd type="none" w="med" len="med"/>
                      <a:tailEnd type="none" w="med" len="med"/>
                    </a:lnL>
                    <a:lnR w="12700" cap="flat" cmpd="sng" algn="ctr">
                      <a:solidFill>
                        <a:schemeClr val="tx1">
                          <a:lumMod val="85000"/>
                          <a:lumOff val="15000"/>
                        </a:schemeClr>
                      </a:solidFill>
                      <a:prstDash val="solid"/>
                      <a:round/>
                      <a:headEnd type="none" w="med" len="med"/>
                      <a:tailEnd type="none" w="med" len="med"/>
                    </a:lnR>
                    <a:lnT w="12700" cap="flat" cmpd="sng" algn="ctr">
                      <a:solidFill>
                        <a:schemeClr val="tx1">
                          <a:lumMod val="85000"/>
                          <a:lumOff val="15000"/>
                        </a:schemeClr>
                      </a:solidFill>
                      <a:prstDash val="solid"/>
                      <a:round/>
                      <a:headEnd type="none" w="med" len="med"/>
                      <a:tailEnd type="none" w="med" len="med"/>
                    </a:lnT>
                    <a:lnB w="12700" cap="flat" cmpd="sng" algn="ctr">
                      <a:solidFill>
                        <a:schemeClr val="tx1">
                          <a:lumMod val="85000"/>
                          <a:lumOff val="15000"/>
                        </a:schemeClr>
                      </a:solidFill>
                      <a:prstDash val="solid"/>
                      <a:round/>
                      <a:headEnd type="none" w="med" len="med"/>
                      <a:tailEnd type="none" w="med" len="med"/>
                    </a:lnB>
                  </a:tcPr>
                </a:tc>
                <a:extLst>
                  <a:ext uri="{0D108BD9-81ED-4DB2-BD59-A6C34878D82A}">
                    <a16:rowId xmlns:a16="http://schemas.microsoft.com/office/drawing/2014/main" val="443212253"/>
                  </a:ext>
                </a:extLst>
              </a:tr>
            </a:tbl>
          </a:graphicData>
        </a:graphic>
      </p:graphicFrame>
      <p:cxnSp>
        <p:nvCxnSpPr>
          <p:cNvPr id="13" name="Straight Connector 12">
            <a:extLst>
              <a:ext uri="{FF2B5EF4-FFF2-40B4-BE49-F238E27FC236}">
                <a16:creationId xmlns:a16="http://schemas.microsoft.com/office/drawing/2014/main" id="{9BBB5FBA-8026-6BE5-7467-68137851F174}"/>
              </a:ext>
            </a:extLst>
          </p:cNvPr>
          <p:cNvCxnSpPr/>
          <p:nvPr/>
        </p:nvCxnSpPr>
        <p:spPr>
          <a:xfrm>
            <a:off x="5744109" y="1263274"/>
            <a:ext cx="78486" cy="511200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FF551A0-0A52-BD24-1CD8-FFC0EBD15651}"/>
              </a:ext>
            </a:extLst>
          </p:cNvPr>
          <p:cNvSpPr txBox="1"/>
          <p:nvPr/>
        </p:nvSpPr>
        <p:spPr>
          <a:xfrm>
            <a:off x="192024" y="1288869"/>
            <a:ext cx="5422392" cy="307777"/>
          </a:xfrm>
          <a:prstGeom prst="rect">
            <a:avLst/>
          </a:prstGeom>
          <a:noFill/>
        </p:spPr>
        <p:txBody>
          <a:bodyPr wrap="square" rtlCol="0">
            <a:spAutoFit/>
          </a:bodyPr>
          <a:lstStyle/>
          <a:p>
            <a:r>
              <a:rPr lang="en-US" sz="1400" b="1" i="1" dirty="0">
                <a:solidFill>
                  <a:srgbClr val="0070C0"/>
                </a:solidFill>
              </a:rPr>
              <a:t>Covering, Processing Approach and Analytical Framework</a:t>
            </a:r>
            <a:endParaRPr lang="en-IN" sz="1400" b="1" i="1" dirty="0">
              <a:solidFill>
                <a:srgbClr val="0070C0"/>
              </a:solidFill>
            </a:endParaRPr>
          </a:p>
        </p:txBody>
      </p:sp>
      <p:sp>
        <p:nvSpPr>
          <p:cNvPr id="15" name="TextBox 14">
            <a:extLst>
              <a:ext uri="{FF2B5EF4-FFF2-40B4-BE49-F238E27FC236}">
                <a16:creationId xmlns:a16="http://schemas.microsoft.com/office/drawing/2014/main" id="{345B07C4-A237-59AC-46B8-10A66108180A}"/>
              </a:ext>
            </a:extLst>
          </p:cNvPr>
          <p:cNvSpPr txBox="1"/>
          <p:nvPr/>
        </p:nvSpPr>
        <p:spPr>
          <a:xfrm>
            <a:off x="7202600" y="1288869"/>
            <a:ext cx="3654351" cy="307777"/>
          </a:xfrm>
          <a:prstGeom prst="rect">
            <a:avLst/>
          </a:prstGeom>
          <a:noFill/>
        </p:spPr>
        <p:txBody>
          <a:bodyPr wrap="square" rtlCol="0">
            <a:spAutoFit/>
          </a:bodyPr>
          <a:lstStyle/>
          <a:p>
            <a:r>
              <a:rPr lang="en-US" sz="1400" b="1" i="1" dirty="0">
                <a:solidFill>
                  <a:srgbClr val="0070C0"/>
                </a:solidFill>
              </a:rPr>
              <a:t>Sentiment Analysis Methodology Matrix</a:t>
            </a:r>
            <a:endParaRPr lang="en-IN" sz="1400" b="1" i="1" dirty="0">
              <a:solidFill>
                <a:srgbClr val="0070C0"/>
              </a:solidFill>
            </a:endParaRPr>
          </a:p>
        </p:txBody>
      </p:sp>
      <p:sp>
        <p:nvSpPr>
          <p:cNvPr id="5" name="TextBox 4">
            <a:extLst>
              <a:ext uri="{FF2B5EF4-FFF2-40B4-BE49-F238E27FC236}">
                <a16:creationId xmlns:a16="http://schemas.microsoft.com/office/drawing/2014/main" id="{41F12AD8-6654-AB92-CC77-7A094A8BFF51}"/>
              </a:ext>
            </a:extLst>
          </p:cNvPr>
          <p:cNvSpPr txBox="1"/>
          <p:nvPr/>
        </p:nvSpPr>
        <p:spPr>
          <a:xfrm>
            <a:off x="296620" y="6381812"/>
            <a:ext cx="9533179" cy="215444"/>
          </a:xfrm>
          <a:prstGeom prst="rect">
            <a:avLst/>
          </a:prstGeom>
          <a:noFill/>
        </p:spPr>
        <p:txBody>
          <a:bodyPr wrap="square">
            <a:spAutoFit/>
          </a:bodyPr>
          <a:lstStyle/>
          <a:p>
            <a:r>
              <a:rPr lang="en-US" sz="800" dirty="0">
                <a:solidFill>
                  <a:schemeClr val="bg1"/>
                </a:solidFill>
              </a:rPr>
              <a:t>Sources:- Competitor websites and other secondary sources</a:t>
            </a:r>
            <a:endParaRPr lang="en-IN" sz="800" dirty="0">
              <a:solidFill>
                <a:schemeClr val="bg1"/>
              </a:solidFill>
            </a:endParaRPr>
          </a:p>
        </p:txBody>
      </p:sp>
      <p:graphicFrame>
        <p:nvGraphicFramePr>
          <p:cNvPr id="6" name="Table 5">
            <a:extLst>
              <a:ext uri="{FF2B5EF4-FFF2-40B4-BE49-F238E27FC236}">
                <a16:creationId xmlns:a16="http://schemas.microsoft.com/office/drawing/2014/main" id="{569DF94B-5ADC-1B41-D205-2E02F36761CE}"/>
              </a:ext>
            </a:extLst>
          </p:cNvPr>
          <p:cNvGraphicFramePr>
            <a:graphicFrameLocks noGrp="1"/>
          </p:cNvGraphicFramePr>
          <p:nvPr>
            <p:extLst>
              <p:ext uri="{D42A27DB-BD31-4B8C-83A1-F6EECF244321}">
                <p14:modId xmlns:p14="http://schemas.microsoft.com/office/powerpoint/2010/main" val="1286570518"/>
              </p:ext>
            </p:extLst>
          </p:nvPr>
        </p:nvGraphicFramePr>
        <p:xfrm>
          <a:off x="5952288" y="2121407"/>
          <a:ext cx="6154976" cy="3986784"/>
        </p:xfrm>
        <a:graphic>
          <a:graphicData uri="http://schemas.openxmlformats.org/drawingml/2006/table">
            <a:tbl>
              <a:tblPr firstRow="1" bandRow="1">
                <a:tableStyleId>{00A15C55-8517-42AA-B614-E9B94910E393}</a:tableStyleId>
              </a:tblPr>
              <a:tblGrid>
                <a:gridCol w="1538744">
                  <a:extLst>
                    <a:ext uri="{9D8B030D-6E8A-4147-A177-3AD203B41FA5}">
                      <a16:colId xmlns:a16="http://schemas.microsoft.com/office/drawing/2014/main" val="2583562517"/>
                    </a:ext>
                  </a:extLst>
                </a:gridCol>
                <a:gridCol w="1538744">
                  <a:extLst>
                    <a:ext uri="{9D8B030D-6E8A-4147-A177-3AD203B41FA5}">
                      <a16:colId xmlns:a16="http://schemas.microsoft.com/office/drawing/2014/main" val="2578681754"/>
                    </a:ext>
                  </a:extLst>
                </a:gridCol>
                <a:gridCol w="1538744">
                  <a:extLst>
                    <a:ext uri="{9D8B030D-6E8A-4147-A177-3AD203B41FA5}">
                      <a16:colId xmlns:a16="http://schemas.microsoft.com/office/drawing/2014/main" val="119570817"/>
                    </a:ext>
                  </a:extLst>
                </a:gridCol>
                <a:gridCol w="1538744">
                  <a:extLst>
                    <a:ext uri="{9D8B030D-6E8A-4147-A177-3AD203B41FA5}">
                      <a16:colId xmlns:a16="http://schemas.microsoft.com/office/drawing/2014/main" val="324636942"/>
                    </a:ext>
                  </a:extLst>
                </a:gridCol>
              </a:tblGrid>
              <a:tr h="996696">
                <a:tc>
                  <a:txBody>
                    <a:bodyPr/>
                    <a:lstStyle/>
                    <a:p>
                      <a:r>
                        <a:rPr lang="en-US" dirty="0"/>
                        <a:t>Input type</a:t>
                      </a:r>
                      <a:endParaRPr lang="en-IN" dirty="0"/>
                    </a:p>
                  </a:txBody>
                  <a:tcPr/>
                </a:tc>
                <a:tc>
                  <a:txBody>
                    <a:bodyPr/>
                    <a:lstStyle/>
                    <a:p>
                      <a:r>
                        <a:rPr lang="en-US" dirty="0"/>
                        <a:t>NLP Method</a:t>
                      </a:r>
                      <a:endParaRPr lang="en-IN" dirty="0"/>
                    </a:p>
                  </a:txBody>
                  <a:tcPr/>
                </a:tc>
                <a:tc>
                  <a:txBody>
                    <a:bodyPr/>
                    <a:lstStyle/>
                    <a:p>
                      <a:r>
                        <a:rPr lang="en-US" dirty="0"/>
                        <a:t>Special Rules</a:t>
                      </a:r>
                      <a:endParaRPr lang="en-IN" dirty="0"/>
                    </a:p>
                  </a:txBody>
                  <a:tcPr/>
                </a:tc>
                <a:tc>
                  <a:txBody>
                    <a:bodyPr/>
                    <a:lstStyle/>
                    <a:p>
                      <a:r>
                        <a:rPr lang="en-US" dirty="0"/>
                        <a:t>Output</a:t>
                      </a:r>
                      <a:endParaRPr lang="en-IN" dirty="0"/>
                    </a:p>
                  </a:txBody>
                  <a:tcPr/>
                </a:tc>
                <a:extLst>
                  <a:ext uri="{0D108BD9-81ED-4DB2-BD59-A6C34878D82A}">
                    <a16:rowId xmlns:a16="http://schemas.microsoft.com/office/drawing/2014/main" val="838231571"/>
                  </a:ext>
                </a:extLst>
              </a:tr>
              <a:tr h="996696">
                <a:tc>
                  <a:txBody>
                    <a:bodyPr/>
                    <a:lstStyle/>
                    <a:p>
                      <a:r>
                        <a:rPr lang="en-US" dirty="0"/>
                        <a:t>Long feedback</a:t>
                      </a:r>
                      <a:endParaRPr lang="en-IN" dirty="0"/>
                    </a:p>
                  </a:txBody>
                  <a:tcPr/>
                </a:tc>
                <a:tc>
                  <a:txBody>
                    <a:bodyPr/>
                    <a:lstStyle/>
                    <a:p>
                      <a:r>
                        <a:rPr lang="en-US" dirty="0"/>
                        <a:t>Sentiment + Topic</a:t>
                      </a:r>
                      <a:endParaRPr lang="en-IN" dirty="0"/>
                    </a:p>
                  </a:txBody>
                  <a:tcPr/>
                </a:tc>
                <a:tc>
                  <a:txBody>
                    <a:bodyPr/>
                    <a:lstStyle/>
                    <a:p>
                      <a:r>
                        <a:rPr lang="en-US" dirty="0"/>
                        <a:t>Contrast override</a:t>
                      </a:r>
                      <a:endParaRPr lang="en-IN" dirty="0"/>
                    </a:p>
                  </a:txBody>
                  <a:tcPr/>
                </a:tc>
                <a:tc>
                  <a:txBody>
                    <a:bodyPr/>
                    <a:lstStyle/>
                    <a:p>
                      <a:r>
                        <a:rPr lang="en-US" dirty="0"/>
                        <a:t>Pos/Neu</a:t>
                      </a:r>
                    </a:p>
                    <a:p>
                      <a:r>
                        <a:rPr lang="en-US" dirty="0"/>
                        <a:t>/Neg</a:t>
                      </a:r>
                      <a:endParaRPr lang="en-IN" dirty="0"/>
                    </a:p>
                  </a:txBody>
                  <a:tcPr/>
                </a:tc>
                <a:extLst>
                  <a:ext uri="{0D108BD9-81ED-4DB2-BD59-A6C34878D82A}">
                    <a16:rowId xmlns:a16="http://schemas.microsoft.com/office/drawing/2014/main" val="355876509"/>
                  </a:ext>
                </a:extLst>
              </a:tr>
              <a:tr h="996696">
                <a:tc>
                  <a:txBody>
                    <a:bodyPr/>
                    <a:lstStyle/>
                    <a:p>
                      <a:r>
                        <a:rPr lang="en-US" dirty="0"/>
                        <a:t>Suggestions/Improvements</a:t>
                      </a:r>
                      <a:endParaRPr lang="en-IN" dirty="0"/>
                    </a:p>
                  </a:txBody>
                  <a:tcPr/>
                </a:tc>
                <a:tc>
                  <a:txBody>
                    <a:bodyPr/>
                    <a:lstStyle/>
                    <a:p>
                      <a:r>
                        <a:rPr lang="en-US" dirty="0"/>
                        <a:t>Topic Modelling</a:t>
                      </a:r>
                      <a:endParaRPr lang="en-IN" dirty="0"/>
                    </a:p>
                  </a:txBody>
                  <a:tcPr/>
                </a:tc>
                <a:tc>
                  <a:txBody>
                    <a:bodyPr/>
                    <a:lstStyle/>
                    <a:p>
                      <a:r>
                        <a:rPr lang="en-US" dirty="0"/>
                        <a:t>Only Topic Extraction</a:t>
                      </a:r>
                      <a:endParaRPr lang="en-IN" dirty="0"/>
                    </a:p>
                  </a:txBody>
                  <a:tcPr/>
                </a:tc>
                <a:tc>
                  <a:txBody>
                    <a:bodyPr/>
                    <a:lstStyle/>
                    <a:p>
                      <a:r>
                        <a:rPr lang="en-US" dirty="0"/>
                        <a:t>Key Themes</a:t>
                      </a:r>
                      <a:endParaRPr lang="en-IN" dirty="0"/>
                    </a:p>
                  </a:txBody>
                  <a:tcPr/>
                </a:tc>
                <a:extLst>
                  <a:ext uri="{0D108BD9-81ED-4DB2-BD59-A6C34878D82A}">
                    <a16:rowId xmlns:a16="http://schemas.microsoft.com/office/drawing/2014/main" val="2269951970"/>
                  </a:ext>
                </a:extLst>
              </a:tr>
              <a:tr h="996696">
                <a:tc>
                  <a:txBody>
                    <a:bodyPr/>
                    <a:lstStyle/>
                    <a:p>
                      <a:r>
                        <a:rPr lang="en-US" dirty="0"/>
                        <a:t>Survey Ratings(1-5)</a:t>
                      </a:r>
                      <a:endParaRPr lang="en-IN" dirty="0"/>
                    </a:p>
                  </a:txBody>
                  <a:tcPr/>
                </a:tc>
                <a:tc>
                  <a:txBody>
                    <a:bodyPr/>
                    <a:lstStyle/>
                    <a:p>
                      <a:r>
                        <a:rPr lang="en-US" dirty="0"/>
                        <a:t>Rule-Based Sentiment Mapping</a:t>
                      </a:r>
                      <a:endParaRPr lang="en-IN" dirty="0"/>
                    </a:p>
                  </a:txBody>
                  <a:tcPr/>
                </a:tc>
                <a:tc>
                  <a:txBody>
                    <a:bodyPr/>
                    <a:lstStyle/>
                    <a:p>
                      <a:r>
                        <a:rPr lang="en-US" dirty="0"/>
                        <a:t>1-2=Neg/</a:t>
                      </a:r>
                    </a:p>
                    <a:p>
                      <a:r>
                        <a:rPr lang="en-US" dirty="0"/>
                        <a:t>3=Neu/</a:t>
                      </a:r>
                    </a:p>
                    <a:p>
                      <a:r>
                        <a:rPr lang="en-US" dirty="0"/>
                        <a:t>4-5=Pos</a:t>
                      </a:r>
                      <a:endParaRPr lang="en-IN" dirty="0"/>
                    </a:p>
                  </a:txBody>
                  <a:tcPr/>
                </a:tc>
                <a:tc>
                  <a:txBody>
                    <a:bodyPr/>
                    <a:lstStyle/>
                    <a:p>
                      <a:r>
                        <a:rPr lang="en-US" dirty="0"/>
                        <a:t>Pos/Neu</a:t>
                      </a:r>
                    </a:p>
                    <a:p>
                      <a:r>
                        <a:rPr lang="en-US" dirty="0"/>
                        <a:t>/Neg</a:t>
                      </a:r>
                      <a:endParaRPr lang="en-IN" dirty="0"/>
                    </a:p>
                  </a:txBody>
                  <a:tcPr/>
                </a:tc>
                <a:extLst>
                  <a:ext uri="{0D108BD9-81ED-4DB2-BD59-A6C34878D82A}">
                    <a16:rowId xmlns:a16="http://schemas.microsoft.com/office/drawing/2014/main" val="3352594214"/>
                  </a:ext>
                </a:extLst>
              </a:tr>
            </a:tbl>
          </a:graphicData>
        </a:graphic>
      </p:graphicFrame>
    </p:spTree>
    <p:extLst>
      <p:ext uri="{BB962C8B-B14F-4D97-AF65-F5344CB8AC3E}">
        <p14:creationId xmlns:p14="http://schemas.microsoft.com/office/powerpoint/2010/main" val="460033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50000"/>
          </a:schemeClr>
        </a:solidFill>
        <a:effectLst/>
      </p:bgPr>
    </p:bg>
    <p:spTree>
      <p:nvGrpSpPr>
        <p:cNvPr id="1" name="">
          <a:extLst>
            <a:ext uri="{FF2B5EF4-FFF2-40B4-BE49-F238E27FC236}">
              <a16:creationId xmlns:a16="http://schemas.microsoft.com/office/drawing/2014/main" id="{180757EB-A0BA-C707-8A73-02A0E21CC76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FE14E8F-723A-8BA9-D2C7-17441E5F63B5}"/>
              </a:ext>
            </a:extLst>
          </p:cNvPr>
          <p:cNvSpPr>
            <a:spLocks noGrp="1"/>
          </p:cNvSpPr>
          <p:nvPr>
            <p:ph type="title"/>
          </p:nvPr>
        </p:nvSpPr>
        <p:spPr>
          <a:xfrm>
            <a:off x="551384" y="549274"/>
            <a:ext cx="11090938" cy="930372"/>
          </a:xfrm>
        </p:spPr>
        <p:txBody>
          <a:bodyPr/>
          <a:lstStyle/>
          <a:p>
            <a:r>
              <a:rPr lang="en-US" dirty="0"/>
              <a:t>Categories 1</a:t>
            </a:r>
            <a:br>
              <a:rPr lang="en-US" dirty="0"/>
            </a:br>
            <a:endParaRPr lang="en-US" dirty="0"/>
          </a:p>
        </p:txBody>
      </p:sp>
      <p:sp>
        <p:nvSpPr>
          <p:cNvPr id="24" name="Text Placeholder 3">
            <a:extLst>
              <a:ext uri="{FF2B5EF4-FFF2-40B4-BE49-F238E27FC236}">
                <a16:creationId xmlns:a16="http://schemas.microsoft.com/office/drawing/2014/main" id="{D8AE20FB-1E35-AB1F-94A8-5198C2F23475}"/>
              </a:ext>
            </a:extLst>
          </p:cNvPr>
          <p:cNvSpPr txBox="1">
            <a:spLocks/>
          </p:cNvSpPr>
          <p:nvPr/>
        </p:nvSpPr>
        <p:spPr>
          <a:xfrm>
            <a:off x="550863" y="2204864"/>
            <a:ext cx="5108869" cy="307777"/>
          </a:xfrm>
          <a:prstGeom prst="rect">
            <a:avLst/>
          </a:prstGeom>
        </p:spPr>
        <p:txBody>
          <a:bodyPr vert="horz" wrap="square" lIns="0" tIns="0" rIns="0" bIns="0" rtlCol="0" anchor="t">
            <a:spAutoFit/>
          </a:bodyPr>
          <a:lstStyle>
            <a:defPPr>
              <a:defRPr lang="pt-PT"/>
            </a:defPPr>
            <a:lvl1pPr marR="0" indent="0" fontAlgn="auto">
              <a:lnSpc>
                <a:spcPct val="100000"/>
              </a:lnSpc>
              <a:spcBef>
                <a:spcPts val="1200"/>
              </a:spcBef>
              <a:spcAft>
                <a:spcPts val="0"/>
              </a:spcAft>
              <a:buClrTx/>
              <a:buSzTx/>
              <a:buFont typeface="Arial" panose="020B0604020202020204" pitchFamily="34" charset="0"/>
              <a:buNone/>
              <a:tabLst/>
              <a:defRPr sz="2000" b="0">
                <a:solidFill>
                  <a:schemeClr val="accent2"/>
                </a:solidFill>
              </a:defRPr>
            </a:lvl1pPr>
            <a:lvl2pPr marL="180975" indent="-180975">
              <a:lnSpc>
                <a:spcPct val="100000"/>
              </a:lnSpc>
              <a:spcBef>
                <a:spcPts val="1200"/>
              </a:spcBef>
              <a:buClr>
                <a:schemeClr val="accent1"/>
              </a:buClr>
              <a:buFont typeface="Arial" panose="020B0604020202020204" pitchFamily="34" charset="0"/>
              <a:buChar char="•"/>
              <a:defRPr sz="1400"/>
            </a:lvl2pPr>
            <a:lvl3pPr marL="360000" indent="-180000">
              <a:lnSpc>
                <a:spcPct val="100000"/>
              </a:lnSpc>
              <a:spcBef>
                <a:spcPts val="1200"/>
              </a:spcBef>
              <a:buClr>
                <a:srgbClr val="FEB100"/>
              </a:buClr>
              <a:buFont typeface="Arial" panose="020B0604020202020204" pitchFamily="34" charset="0"/>
              <a:buChar char="•"/>
              <a:defRPr sz="1400"/>
            </a:lvl3pPr>
            <a:lvl4pPr marL="539750" indent="-180000">
              <a:lnSpc>
                <a:spcPct val="100000"/>
              </a:lnSpc>
              <a:spcBef>
                <a:spcPts val="1200"/>
              </a:spcBef>
              <a:buClr>
                <a:srgbClr val="00D5D0"/>
              </a:buClr>
              <a:buFont typeface="Arial" panose="020B0604020202020204" pitchFamily="34" charset="0"/>
              <a:buChar char="•"/>
              <a:tabLst/>
              <a:defRPr sz="1200"/>
            </a:lvl4pPr>
            <a:lvl5pPr marL="719138" indent="-180975">
              <a:lnSpc>
                <a:spcPct val="100000"/>
              </a:lnSpc>
              <a:spcBef>
                <a:spcPts val="1200"/>
              </a:spcBef>
              <a:buClr>
                <a:schemeClr val="tx2"/>
              </a:buClr>
              <a:buFont typeface="Arial" panose="020B0604020202020204" pitchFamily="34" charset="0"/>
              <a:buChar char="•"/>
              <a:defRPr sz="105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srgbClr val="0057AB"/>
                </a:solidFill>
                <a:effectLst/>
                <a:uLnTx/>
                <a:uFillTx/>
                <a:latin typeface="Ubuntu Medium"/>
                <a:ea typeface="+mn-ea"/>
                <a:cs typeface="+mn-cs"/>
              </a:rPr>
              <a:t>Market Entry Strategy</a:t>
            </a:r>
          </a:p>
        </p:txBody>
      </p:sp>
      <p:sp>
        <p:nvSpPr>
          <p:cNvPr id="26" name="Text Placeholder 3">
            <a:extLst>
              <a:ext uri="{FF2B5EF4-FFF2-40B4-BE49-F238E27FC236}">
                <a16:creationId xmlns:a16="http://schemas.microsoft.com/office/drawing/2014/main" id="{836A9D6C-4624-7245-8EF1-BD01E919C83A}"/>
              </a:ext>
            </a:extLst>
          </p:cNvPr>
          <p:cNvSpPr txBox="1">
            <a:spLocks/>
          </p:cNvSpPr>
          <p:nvPr/>
        </p:nvSpPr>
        <p:spPr>
          <a:xfrm>
            <a:off x="6095425" y="4111125"/>
            <a:ext cx="5108869" cy="307777"/>
          </a:xfrm>
          <a:prstGeom prst="rect">
            <a:avLst/>
          </a:prstGeom>
        </p:spPr>
        <p:txBody>
          <a:bodyPr vert="horz" wrap="square" lIns="0" tIns="0" rIns="0" bIns="0" rtlCol="0" anchor="t">
            <a:sp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2000" b="0" kern="1200">
                <a:solidFill>
                  <a:schemeClr val="tx2"/>
                </a:solidFill>
                <a:latin typeface="+mn-lt"/>
                <a:ea typeface="+mn-ea"/>
                <a:cs typeface="+mn-cs"/>
              </a:defRPr>
            </a:lvl1pPr>
            <a:lvl2pPr marL="180975" indent="-180975" algn="l" defTabSz="914400" rtl="0" eaLnBrk="1" latinLnBrk="0" hangingPunct="1">
              <a:lnSpc>
                <a:spcPct val="100000"/>
              </a:lnSpc>
              <a:spcBef>
                <a:spcPts val="1200"/>
              </a:spcBef>
              <a:buClr>
                <a:schemeClr val="accent1"/>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1200"/>
              </a:spcBef>
              <a:buClr>
                <a:srgbClr val="FEB100"/>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1200"/>
              </a:spcBef>
              <a:buClr>
                <a:srgbClr val="00D5D0"/>
              </a:buClr>
              <a:buFont typeface="Arial" panose="020B060402020202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1200"/>
              </a:spcBef>
              <a:buClr>
                <a:schemeClr val="tx2"/>
              </a:buClr>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srgbClr val="121A38"/>
                </a:solidFill>
                <a:effectLst/>
                <a:uLnTx/>
                <a:uFillTx/>
                <a:latin typeface="Ubuntu Medium"/>
                <a:ea typeface="+mn-ea"/>
                <a:cs typeface="+mn-cs"/>
              </a:rPr>
              <a:t>Heading Text</a:t>
            </a:r>
          </a:p>
        </p:txBody>
      </p:sp>
      <p:sp>
        <p:nvSpPr>
          <p:cNvPr id="27" name="Content Placeholder 5">
            <a:extLst>
              <a:ext uri="{FF2B5EF4-FFF2-40B4-BE49-F238E27FC236}">
                <a16:creationId xmlns:a16="http://schemas.microsoft.com/office/drawing/2014/main" id="{3187B3A8-02CA-6ACA-D097-F7AD5A1EDC36}"/>
              </a:ext>
            </a:extLst>
          </p:cNvPr>
          <p:cNvSpPr txBox="1">
            <a:spLocks/>
          </p:cNvSpPr>
          <p:nvPr/>
        </p:nvSpPr>
        <p:spPr>
          <a:xfrm>
            <a:off x="6095425" y="4749835"/>
            <a:ext cx="5108294" cy="987914"/>
          </a:xfrm>
          <a:prstGeom prst="rect">
            <a:avLst/>
          </a:prstGeom>
        </p:spPr>
        <p:txBody>
          <a:bodyPr vert="horz" lIns="0" tIns="0" rIns="0" bIns="0" numCol="1" rtlCol="0">
            <a:no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1200"/>
              </a:spcBef>
              <a:buClr>
                <a:schemeClr val="accent1"/>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1200"/>
              </a:spcBef>
              <a:buClr>
                <a:srgbClr val="FEB100"/>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1200"/>
              </a:spcBef>
              <a:buClr>
                <a:srgbClr val="00D5D0"/>
              </a:buClr>
              <a:buFont typeface="Arial" panose="020B060402020202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1200"/>
              </a:spcBef>
              <a:buClr>
                <a:schemeClr val="tx2"/>
              </a:buClr>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lang="en-US" dirty="0">
                <a:solidFill>
                  <a:srgbClr val="000000"/>
                </a:solidFill>
                <a:latin typeface="Ubuntu"/>
              </a:rPr>
              <a:t>Reduce  </a:t>
            </a:r>
            <a:endParaRPr kumimoji="0" lang="en-US" sz="1400" b="0" i="0" u="none" strike="noStrike" kern="1200" cap="none" spc="0" normalizeH="0" baseline="0" noProof="0" dirty="0">
              <a:ln>
                <a:noFill/>
              </a:ln>
              <a:solidFill>
                <a:srgbClr val="000000"/>
              </a:solidFill>
              <a:effectLst/>
              <a:uLnTx/>
              <a:uFillTx/>
              <a:latin typeface="Ubuntu"/>
              <a:ea typeface="+mn-ea"/>
              <a:cs typeface="+mn-cs"/>
            </a:endParaRPr>
          </a:p>
        </p:txBody>
      </p:sp>
      <p:sp>
        <p:nvSpPr>
          <p:cNvPr id="28" name="Text Placeholder 6">
            <a:extLst>
              <a:ext uri="{FF2B5EF4-FFF2-40B4-BE49-F238E27FC236}">
                <a16:creationId xmlns:a16="http://schemas.microsoft.com/office/drawing/2014/main" id="{B7BEC12B-2CA9-7C8D-B6C0-02EDF0C172D6}"/>
              </a:ext>
            </a:extLst>
          </p:cNvPr>
          <p:cNvSpPr txBox="1">
            <a:spLocks/>
          </p:cNvSpPr>
          <p:nvPr/>
        </p:nvSpPr>
        <p:spPr>
          <a:xfrm>
            <a:off x="550863" y="4111125"/>
            <a:ext cx="5108869" cy="307777"/>
          </a:xfrm>
          <a:prstGeom prst="rect">
            <a:avLst/>
          </a:prstGeom>
        </p:spPr>
        <p:txBody>
          <a:bodyPr vert="horz" wrap="square" lIns="0" tIns="0" rIns="0" bIns="0" rtlCol="0" anchor="t">
            <a:sp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2000" b="0" kern="1200">
                <a:solidFill>
                  <a:schemeClr val="tx2"/>
                </a:solidFill>
                <a:latin typeface="+mn-lt"/>
                <a:ea typeface="+mn-ea"/>
                <a:cs typeface="+mn-cs"/>
              </a:defRPr>
            </a:lvl1pPr>
            <a:lvl2pPr marL="180975" indent="-180975" algn="l" defTabSz="914400" rtl="0" eaLnBrk="1" latinLnBrk="0" hangingPunct="1">
              <a:lnSpc>
                <a:spcPct val="100000"/>
              </a:lnSpc>
              <a:spcBef>
                <a:spcPts val="1200"/>
              </a:spcBef>
              <a:buClr>
                <a:schemeClr val="accent1"/>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1200"/>
              </a:spcBef>
              <a:buClr>
                <a:srgbClr val="FEB100"/>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1200"/>
              </a:spcBef>
              <a:buClr>
                <a:srgbClr val="00D5D0"/>
              </a:buClr>
              <a:buFont typeface="Arial" panose="020B060402020202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1200"/>
              </a:spcBef>
              <a:buClr>
                <a:schemeClr val="tx2"/>
              </a:buClr>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srgbClr val="1DB8F2"/>
                </a:solidFill>
                <a:effectLst/>
                <a:uLnTx/>
                <a:uFillTx/>
                <a:latin typeface="Ubuntu Medium"/>
                <a:ea typeface="+mn-ea"/>
                <a:cs typeface="+mn-cs"/>
              </a:rPr>
              <a:t>Value Proposition</a:t>
            </a:r>
          </a:p>
        </p:txBody>
      </p:sp>
      <p:sp>
        <p:nvSpPr>
          <p:cNvPr id="29" name="Content Placeholder 7">
            <a:extLst>
              <a:ext uri="{FF2B5EF4-FFF2-40B4-BE49-F238E27FC236}">
                <a16:creationId xmlns:a16="http://schemas.microsoft.com/office/drawing/2014/main" id="{8DC0F4A4-3A58-0291-92D2-EEF6209F3CAB}"/>
              </a:ext>
            </a:extLst>
          </p:cNvPr>
          <p:cNvSpPr txBox="1">
            <a:spLocks/>
          </p:cNvSpPr>
          <p:nvPr/>
        </p:nvSpPr>
        <p:spPr>
          <a:xfrm>
            <a:off x="550863" y="4749833"/>
            <a:ext cx="5108294" cy="1621175"/>
          </a:xfrm>
          <a:prstGeom prst="rect">
            <a:avLst/>
          </a:prstGeom>
        </p:spPr>
        <p:txBody>
          <a:bodyPr vert="horz" lIns="0" tIns="0" rIns="0" bIns="0" numCol="1" rtlCol="0">
            <a:no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1200"/>
              </a:spcBef>
              <a:buClr>
                <a:schemeClr val="accent1"/>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1200"/>
              </a:spcBef>
              <a:buClr>
                <a:srgbClr val="FEB100"/>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1200"/>
              </a:spcBef>
              <a:buClr>
                <a:srgbClr val="00D5D0"/>
              </a:buClr>
              <a:buFont typeface="Arial" panose="020B060402020202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1200"/>
              </a:spcBef>
              <a:buClr>
                <a:schemeClr val="tx2"/>
              </a:buClr>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lang="en-US" dirty="0">
                <a:solidFill>
                  <a:srgbClr val="FEB100"/>
                </a:solidFill>
                <a:latin typeface="Ubuntu"/>
              </a:rPr>
              <a:t>Converts unstructured employee and customer feedback into actionable business intelligence.</a:t>
            </a:r>
          </a:p>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lang="en-US" dirty="0">
                <a:solidFill>
                  <a:srgbClr val="FEB100"/>
                </a:solidFill>
                <a:latin typeface="Ubuntu"/>
              </a:rPr>
              <a:t>Automates sentiment analysis, topic extraction and executive reporting in real time.</a:t>
            </a:r>
          </a:p>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lang="en-US" dirty="0">
                <a:solidFill>
                  <a:srgbClr val="FEB100"/>
                </a:solidFill>
                <a:latin typeface="Ubuntu"/>
              </a:rPr>
              <a:t>Provides enterprise-wide visibility into engagement trends, operational risks and leadership insights</a:t>
            </a:r>
            <a:r>
              <a:rPr lang="en-US" dirty="0">
                <a:solidFill>
                  <a:srgbClr val="000000"/>
                </a:solidFill>
                <a:latin typeface="Ubuntu"/>
              </a:rPr>
              <a:t>.</a:t>
            </a:r>
          </a:p>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srgbClr val="000000"/>
              </a:solidFill>
              <a:effectLst/>
              <a:uLnTx/>
              <a:uFillTx/>
              <a:latin typeface="Ubuntu"/>
              <a:ea typeface="+mn-ea"/>
              <a:cs typeface="+mn-cs"/>
            </a:endParaRPr>
          </a:p>
        </p:txBody>
      </p:sp>
      <p:cxnSp>
        <p:nvCxnSpPr>
          <p:cNvPr id="30" name="Straight Connector 29">
            <a:extLst>
              <a:ext uri="{FF2B5EF4-FFF2-40B4-BE49-F238E27FC236}">
                <a16:creationId xmlns:a16="http://schemas.microsoft.com/office/drawing/2014/main" id="{074399D6-9C38-0CD8-03D4-2B20B5F89092}"/>
              </a:ext>
              <a:ext uri="{C183D7F6-B498-43B3-948B-1728B52AA6E4}">
                <adec:decorative xmlns:adec="http://schemas.microsoft.com/office/drawing/2017/decorative" val="1"/>
              </a:ext>
            </a:extLst>
          </p:cNvPr>
          <p:cNvCxnSpPr>
            <a:cxnSpLocks/>
          </p:cNvCxnSpPr>
          <p:nvPr/>
        </p:nvCxnSpPr>
        <p:spPr>
          <a:xfrm>
            <a:off x="6095426" y="4575429"/>
            <a:ext cx="5545189"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C291015D-B46A-C46F-5B9B-19B422FF8F38}"/>
              </a:ext>
              <a:ext uri="{C183D7F6-B498-43B3-948B-1728B52AA6E4}">
                <adec:decorative xmlns:adec="http://schemas.microsoft.com/office/drawing/2017/decorative" val="1"/>
              </a:ext>
            </a:extLst>
          </p:cNvPr>
          <p:cNvCxnSpPr>
            <a:cxnSpLocks/>
          </p:cNvCxnSpPr>
          <p:nvPr/>
        </p:nvCxnSpPr>
        <p:spPr>
          <a:xfrm>
            <a:off x="550863" y="4575429"/>
            <a:ext cx="5108294"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FFCDDC-C732-9F71-A98B-CA941288D7CF}"/>
              </a:ext>
              <a:ext uri="{C183D7F6-B498-43B3-948B-1728B52AA6E4}">
                <adec:decorative xmlns:adec="http://schemas.microsoft.com/office/drawing/2017/decorative" val="1"/>
              </a:ext>
            </a:extLst>
          </p:cNvPr>
          <p:cNvCxnSpPr>
            <a:cxnSpLocks/>
          </p:cNvCxnSpPr>
          <p:nvPr/>
        </p:nvCxnSpPr>
        <p:spPr>
          <a:xfrm>
            <a:off x="550864" y="2669168"/>
            <a:ext cx="1108975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39" name="Content Placeholder 5">
            <a:extLst>
              <a:ext uri="{FF2B5EF4-FFF2-40B4-BE49-F238E27FC236}">
                <a16:creationId xmlns:a16="http://schemas.microsoft.com/office/drawing/2014/main" id="{C8AE335E-1670-EC59-B643-8019F3463467}"/>
              </a:ext>
            </a:extLst>
          </p:cNvPr>
          <p:cNvSpPr txBox="1">
            <a:spLocks/>
          </p:cNvSpPr>
          <p:nvPr/>
        </p:nvSpPr>
        <p:spPr>
          <a:xfrm>
            <a:off x="550863" y="2746875"/>
            <a:ext cx="5108294" cy="987914"/>
          </a:xfrm>
          <a:prstGeom prst="rect">
            <a:avLst/>
          </a:prstGeom>
        </p:spPr>
        <p:txBody>
          <a:bodyPr vert="horz" lIns="0" tIns="0" rIns="0" bIns="0" numCol="1" rtlCol="0">
            <a:no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1200"/>
              </a:spcBef>
              <a:buClr>
                <a:schemeClr val="accent1"/>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1200"/>
              </a:spcBef>
              <a:buClr>
                <a:srgbClr val="FEB100"/>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1200"/>
              </a:spcBef>
              <a:buClr>
                <a:srgbClr val="00D5D0"/>
              </a:buClr>
              <a:buFont typeface="Arial" panose="020B060402020202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1200"/>
              </a:spcBef>
              <a:buClr>
                <a:schemeClr val="tx2"/>
              </a:buClr>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chemeClr val="accent4">
                    <a:lumMod val="20000"/>
                    <a:lumOff val="80000"/>
                  </a:schemeClr>
                </a:solidFill>
                <a:effectLst/>
                <a:uLnTx/>
                <a:uFillTx/>
                <a:latin typeface="Ubuntu"/>
                <a:ea typeface="+mn-ea"/>
                <a:cs typeface="+mn-cs"/>
              </a:rPr>
              <a:t>Target HR and Employee Experience teams as the primary enterprise customer segment.</a:t>
            </a:r>
          </a:p>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lang="en-US" dirty="0">
                <a:solidFill>
                  <a:schemeClr val="accent4">
                    <a:lumMod val="20000"/>
                    <a:lumOff val="80000"/>
                  </a:schemeClr>
                </a:solidFill>
                <a:latin typeface="Ubuntu"/>
              </a:rPr>
              <a:t>Use a land and expand strategy by starting with one department before scaling organization-wide. </a:t>
            </a:r>
            <a:endParaRPr kumimoji="0" lang="en-US" sz="1400" b="0" i="0" u="none" strike="noStrike" kern="1200" cap="none" spc="0" normalizeH="0" baseline="0" noProof="0" dirty="0">
              <a:ln>
                <a:noFill/>
              </a:ln>
              <a:solidFill>
                <a:schemeClr val="accent4">
                  <a:lumMod val="20000"/>
                  <a:lumOff val="80000"/>
                </a:schemeClr>
              </a:solidFill>
              <a:effectLst/>
              <a:uLnTx/>
              <a:uFillTx/>
              <a:latin typeface="Ubuntu"/>
              <a:ea typeface="+mn-ea"/>
              <a:cs typeface="+mn-cs"/>
            </a:endParaRPr>
          </a:p>
        </p:txBody>
      </p:sp>
      <p:sp>
        <p:nvSpPr>
          <p:cNvPr id="40" name="Content Placeholder 7">
            <a:extLst>
              <a:ext uri="{FF2B5EF4-FFF2-40B4-BE49-F238E27FC236}">
                <a16:creationId xmlns:a16="http://schemas.microsoft.com/office/drawing/2014/main" id="{9C31D869-E0A6-E2B8-E974-BFA60F03ED92}"/>
              </a:ext>
            </a:extLst>
          </p:cNvPr>
          <p:cNvSpPr txBox="1">
            <a:spLocks/>
          </p:cNvSpPr>
          <p:nvPr/>
        </p:nvSpPr>
        <p:spPr>
          <a:xfrm>
            <a:off x="6095425" y="2746875"/>
            <a:ext cx="5543988" cy="1286339"/>
          </a:xfrm>
          <a:prstGeom prst="rect">
            <a:avLst/>
          </a:prstGeom>
        </p:spPr>
        <p:txBody>
          <a:bodyPr vert="horz" lIns="0" tIns="0" rIns="0" bIns="0" numCol="1" rtlCol="0">
            <a:noAutofit/>
          </a:bodyPr>
          <a:lstStyle>
            <a:lvl1pPr marL="0" marR="0" indent="0" algn="l" defTabSz="914400" rtl="0" eaLnBrk="1" fontAlgn="auto" latinLnBrk="0" hangingPunct="1">
              <a:lnSpc>
                <a:spcPct val="100000"/>
              </a:lnSpc>
              <a:spcBef>
                <a:spcPts val="1200"/>
              </a:spcBef>
              <a:spcAft>
                <a:spcPts val="0"/>
              </a:spcAft>
              <a:buClrTx/>
              <a:buSzTx/>
              <a:buFont typeface="Arial" panose="020B0604020202020204" pitchFamily="34" charset="0"/>
              <a:buNone/>
              <a:tabLst/>
              <a:defRPr sz="1400" kern="1200">
                <a:solidFill>
                  <a:schemeClr val="tx1"/>
                </a:solidFill>
                <a:latin typeface="+mn-lt"/>
                <a:ea typeface="+mn-ea"/>
                <a:cs typeface="+mn-cs"/>
              </a:defRPr>
            </a:lvl1pPr>
            <a:lvl2pPr marL="180975" indent="-180975" algn="l" defTabSz="914400" rtl="0" eaLnBrk="1" latinLnBrk="0" hangingPunct="1">
              <a:lnSpc>
                <a:spcPct val="100000"/>
              </a:lnSpc>
              <a:spcBef>
                <a:spcPts val="1200"/>
              </a:spcBef>
              <a:buClr>
                <a:schemeClr val="accent1"/>
              </a:buClr>
              <a:buFont typeface="Arial" panose="020B0604020202020204" pitchFamily="34" charset="0"/>
              <a:buChar char="•"/>
              <a:defRPr sz="1400" kern="1200">
                <a:solidFill>
                  <a:schemeClr val="tx1"/>
                </a:solidFill>
                <a:latin typeface="+mn-lt"/>
                <a:ea typeface="+mn-ea"/>
                <a:cs typeface="+mn-cs"/>
              </a:defRPr>
            </a:lvl2pPr>
            <a:lvl3pPr marL="360000" indent="-180000" algn="l" defTabSz="914400" rtl="0" eaLnBrk="1" latinLnBrk="0" hangingPunct="1">
              <a:lnSpc>
                <a:spcPct val="100000"/>
              </a:lnSpc>
              <a:spcBef>
                <a:spcPts val="1200"/>
              </a:spcBef>
              <a:buClr>
                <a:srgbClr val="FEB100"/>
              </a:buClr>
              <a:buFont typeface="Arial" panose="020B0604020202020204" pitchFamily="34" charset="0"/>
              <a:buChar char="•"/>
              <a:defRPr sz="1400" kern="1200">
                <a:solidFill>
                  <a:schemeClr val="tx1"/>
                </a:solidFill>
                <a:latin typeface="+mn-lt"/>
                <a:ea typeface="+mn-ea"/>
                <a:cs typeface="+mn-cs"/>
              </a:defRPr>
            </a:lvl3pPr>
            <a:lvl4pPr marL="539750" indent="-180000" algn="l" defTabSz="914400" rtl="0" eaLnBrk="1" latinLnBrk="0" hangingPunct="1">
              <a:lnSpc>
                <a:spcPct val="100000"/>
              </a:lnSpc>
              <a:spcBef>
                <a:spcPts val="1200"/>
              </a:spcBef>
              <a:buClr>
                <a:srgbClr val="00D5D0"/>
              </a:buClr>
              <a:buFont typeface="Arial" panose="020B0604020202020204" pitchFamily="34" charset="0"/>
              <a:buChar char="•"/>
              <a:tabLst/>
              <a:defRPr sz="1200" kern="1200">
                <a:solidFill>
                  <a:schemeClr val="tx1"/>
                </a:solidFill>
                <a:latin typeface="+mn-lt"/>
                <a:ea typeface="+mn-ea"/>
                <a:cs typeface="+mn-cs"/>
              </a:defRPr>
            </a:lvl4pPr>
            <a:lvl5pPr marL="719138" indent="-180975" algn="l" defTabSz="914400" rtl="0" eaLnBrk="1" latinLnBrk="0" hangingPunct="1">
              <a:lnSpc>
                <a:spcPct val="100000"/>
              </a:lnSpc>
              <a:spcBef>
                <a:spcPts val="1200"/>
              </a:spcBef>
              <a:buClr>
                <a:schemeClr val="tx2"/>
              </a:buClr>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kumimoji="0" lang="en-US" sz="1400" i="0" u="none" strike="noStrike" kern="1200" cap="none" spc="0" normalizeH="0" baseline="0" noProof="0" dirty="0">
                <a:ln>
                  <a:noFill/>
                </a:ln>
                <a:solidFill>
                  <a:schemeClr val="bg1"/>
                </a:solidFill>
                <a:effectLst/>
                <a:uLnTx/>
                <a:uFillTx/>
                <a:latin typeface="Ubuntu"/>
                <a:ea typeface="+mn-ea"/>
                <a:cs typeface="+mn-cs"/>
              </a:rPr>
              <a:t>Position the product as an AI-powered Enterprise Decision Intelligence Platform rather than </a:t>
            </a:r>
            <a:r>
              <a:rPr lang="en-US" dirty="0">
                <a:solidFill>
                  <a:schemeClr val="bg1"/>
                </a:solidFill>
                <a:latin typeface="Ubuntu"/>
              </a:rPr>
              <a:t>just a </a:t>
            </a:r>
            <a:r>
              <a:rPr kumimoji="0" lang="en-US" sz="1400" i="0" u="none" strike="noStrike" kern="1200" cap="none" spc="0" normalizeH="0" baseline="0" noProof="0" dirty="0">
                <a:ln>
                  <a:noFill/>
                </a:ln>
                <a:solidFill>
                  <a:schemeClr val="bg1"/>
                </a:solidFill>
                <a:effectLst/>
                <a:uLnTx/>
                <a:uFillTx/>
                <a:latin typeface="Ubuntu"/>
                <a:ea typeface="+mn-ea"/>
                <a:cs typeface="+mn-cs"/>
              </a:rPr>
              <a:t>sentiment analysis tool.</a:t>
            </a:r>
          </a:p>
          <a:p>
            <a:pPr marL="180975" marR="0" lvl="1" indent="-180975" algn="l" defTabSz="914400" rtl="0" eaLnBrk="1" fontAlgn="auto" latinLnBrk="0" hangingPunct="1">
              <a:lnSpc>
                <a:spcPct val="100000"/>
              </a:lnSpc>
              <a:spcBef>
                <a:spcPts val="1200"/>
              </a:spcBef>
              <a:spcAft>
                <a:spcPts val="0"/>
              </a:spcAft>
              <a:buClrTx/>
              <a:buSzTx/>
              <a:buFont typeface="Arial" panose="020B0604020202020204" pitchFamily="34" charset="0"/>
              <a:buChar char="•"/>
              <a:tabLst/>
              <a:defRPr/>
            </a:pPr>
            <a:r>
              <a:rPr lang="en-US" dirty="0">
                <a:solidFill>
                  <a:schemeClr val="bg1"/>
                </a:solidFill>
                <a:latin typeface="Ubuntu"/>
              </a:rPr>
              <a:t>Convert pilot customers into paid enterprise subscriptions after demonstrating measurable value such as faster reporting, sentiment visibility and operational risk detection.</a:t>
            </a:r>
          </a:p>
        </p:txBody>
      </p:sp>
      <p:sp>
        <p:nvSpPr>
          <p:cNvPr id="16" name="Date Placeholder 15">
            <a:extLst>
              <a:ext uri="{FF2B5EF4-FFF2-40B4-BE49-F238E27FC236}">
                <a16:creationId xmlns:a16="http://schemas.microsoft.com/office/drawing/2014/main" id="{67A28CF1-965F-42B6-5B0F-16BAB9D9B9FD}"/>
              </a:ext>
            </a:extLst>
          </p:cNvPr>
          <p:cNvSpPr>
            <a:spLocks noGrp="1"/>
          </p:cNvSpPr>
          <p:nvPr>
            <p:ph type="dt" sz="half" idx="10"/>
          </p:nvPr>
        </p:nvSpPr>
        <p:spPr/>
        <p:txBody>
          <a:body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US" sz="800" b="0" i="0" u="none" strike="noStrike" kern="1200" cap="none" spc="0" normalizeH="0" baseline="0" noProof="0">
                <a:ln>
                  <a:noFill/>
                </a:ln>
                <a:solidFill>
                  <a:srgbClr val="FFFFFF">
                    <a:lumMod val="65000"/>
                  </a:srgbClr>
                </a:solidFill>
                <a:effectLst/>
                <a:uLnTx/>
                <a:uFillTx/>
                <a:latin typeface="Ubuntu"/>
                <a:ea typeface="+mn-ea"/>
                <a:cs typeface="+mn-cs"/>
              </a:rPr>
              <a:t>Company Confidential © Capgemini 2026. All rights reserved.</a:t>
            </a:r>
            <a:endParaRPr kumimoji="0" lang="en-US" sz="800" b="0" i="0" u="none" strike="noStrike" kern="1200" cap="none" spc="0" normalizeH="0" baseline="0" noProof="0" dirty="0">
              <a:ln>
                <a:noFill/>
              </a:ln>
              <a:solidFill>
                <a:srgbClr val="FFFFFF">
                  <a:lumMod val="65000"/>
                </a:srgbClr>
              </a:solidFill>
              <a:effectLst/>
              <a:uLnTx/>
              <a:uFillTx/>
              <a:latin typeface="Ubuntu"/>
              <a:ea typeface="+mn-ea"/>
              <a:cs typeface="+mn-cs"/>
            </a:endParaRPr>
          </a:p>
        </p:txBody>
      </p:sp>
      <p:sp>
        <p:nvSpPr>
          <p:cNvPr id="17" name="Footer Placeholder 16">
            <a:extLst>
              <a:ext uri="{FF2B5EF4-FFF2-40B4-BE49-F238E27FC236}">
                <a16:creationId xmlns:a16="http://schemas.microsoft.com/office/drawing/2014/main" id="{C423B88A-4E1E-F739-C0BA-6A0EF2A3DA8C}"/>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kumimoji="0" lang="en-US" sz="800" b="0" i="0" u="none" strike="noStrike" kern="1200" cap="none" spc="0" normalizeH="0" baseline="0" noProof="0" dirty="0">
                <a:ln>
                  <a:noFill/>
                </a:ln>
                <a:solidFill>
                  <a:srgbClr val="FFFFFF">
                    <a:lumMod val="65000"/>
                  </a:srgbClr>
                </a:solidFill>
                <a:effectLst/>
                <a:uLnTx/>
                <a:uFillTx/>
                <a:latin typeface="Ubuntu"/>
                <a:ea typeface="+mn-ea"/>
                <a:cs typeface="+mn-cs"/>
              </a:rPr>
              <a:t>Presentation Title | Author | Date</a:t>
            </a:r>
          </a:p>
        </p:txBody>
      </p:sp>
      <p:sp>
        <p:nvSpPr>
          <p:cNvPr id="18" name="Slide Number Placeholder 17">
            <a:extLst>
              <a:ext uri="{FF2B5EF4-FFF2-40B4-BE49-F238E27FC236}">
                <a16:creationId xmlns:a16="http://schemas.microsoft.com/office/drawing/2014/main" id="{B3FBDBD2-47CE-CA2A-AECE-4E083C79327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9A5160-6218-4E5A-B9E6-B93E3DAE377C}" type="slidenum">
              <a:rPr kumimoji="0" lang="en-US" sz="800" b="0" i="0" u="none" strike="noStrike" kern="1200" cap="none" spc="0" normalizeH="0" baseline="0" noProof="0" smtClean="0">
                <a:ln>
                  <a:noFill/>
                </a:ln>
                <a:solidFill>
                  <a:srgbClr val="FFFFFF">
                    <a:lumMod val="65000"/>
                  </a:srgbClr>
                </a:solidFill>
                <a:effectLst/>
                <a:uLnTx/>
                <a:uFillTx/>
                <a:latin typeface="Ubuntu"/>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800" b="0" i="0" u="none" strike="noStrike" kern="1200" cap="none" spc="0" normalizeH="0" baseline="0" noProof="0" dirty="0">
              <a:ln>
                <a:noFill/>
              </a:ln>
              <a:solidFill>
                <a:srgbClr val="FFFFFF">
                  <a:lumMod val="65000"/>
                </a:srgbClr>
              </a:solidFill>
              <a:effectLst/>
              <a:uLnTx/>
              <a:uFillTx/>
              <a:latin typeface="Ubuntu"/>
              <a:ea typeface="+mn-ea"/>
              <a:cs typeface="Arial" panose="020B0604020202020204" pitchFamily="34" charset="0"/>
            </a:endParaRPr>
          </a:p>
        </p:txBody>
      </p:sp>
    </p:spTree>
    <p:extLst>
      <p:ext uri="{BB962C8B-B14F-4D97-AF65-F5344CB8AC3E}">
        <p14:creationId xmlns:p14="http://schemas.microsoft.com/office/powerpoint/2010/main" val="621387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ADFCC-8C04-5E9C-C263-DEF1A5DEE2C8}"/>
            </a:ext>
          </a:extLst>
        </p:cNvPr>
        <p:cNvGrpSpPr/>
        <p:nvPr/>
      </p:nvGrpSpPr>
      <p:grpSpPr>
        <a:xfrm>
          <a:off x="0" y="0"/>
          <a:ext cx="0" cy="0"/>
          <a:chOff x="0" y="0"/>
          <a:chExt cx="0" cy="0"/>
        </a:xfrm>
      </p:grpSpPr>
      <p:pic>
        <p:nvPicPr>
          <p:cNvPr id="21" name="Picture Placeholder 20" descr="Abstract blurred lights">
            <a:extLst>
              <a:ext uri="{FF2B5EF4-FFF2-40B4-BE49-F238E27FC236}">
                <a16:creationId xmlns:a16="http://schemas.microsoft.com/office/drawing/2014/main" id="{96D65739-56B0-C049-889B-E790F7C9ACCE}"/>
              </a:ext>
              <a:ext uri="{C183D7F6-B498-43B3-948B-1728B52AA6E4}">
                <adec:decorative xmlns:adec="http://schemas.microsoft.com/office/drawing/2017/decorative" val="0"/>
              </a:ext>
            </a:extLst>
          </p:cNvPr>
          <p:cNvPicPr>
            <a:picLocks noGrp="1" noChangeAspect="1"/>
          </p:cNvPicPr>
          <p:nvPr>
            <p:ph type="pic" sz="quarter" idx="13"/>
          </p:nvPr>
        </p:nvPicPr>
        <p:blipFill>
          <a:blip r:embed="rId2" cstate="screen">
            <a:extLst>
              <a:ext uri="{28A0092B-C50C-407E-A947-70E740481C1C}">
                <a14:useLocalDpi xmlns:a14="http://schemas.microsoft.com/office/drawing/2010/main"/>
              </a:ext>
            </a:extLst>
          </a:blip>
          <a:srcRect/>
          <a:stretch/>
        </p:blipFill>
        <p:spPr>
          <a:xfrm>
            <a:off x="180001" y="0"/>
            <a:ext cx="12011999" cy="6858000"/>
          </a:xfrm>
        </p:spPr>
      </p:pic>
      <p:sp>
        <p:nvSpPr>
          <p:cNvPr id="16" name="Title 15">
            <a:extLst>
              <a:ext uri="{FF2B5EF4-FFF2-40B4-BE49-F238E27FC236}">
                <a16:creationId xmlns:a16="http://schemas.microsoft.com/office/drawing/2014/main" id="{48D5BCFE-0BB6-7EB3-1AD7-51B0EEC674BC}"/>
              </a:ext>
            </a:extLst>
          </p:cNvPr>
          <p:cNvSpPr>
            <a:spLocks noGrp="1"/>
          </p:cNvSpPr>
          <p:nvPr>
            <p:ph type="title"/>
          </p:nvPr>
        </p:nvSpPr>
        <p:spPr>
          <a:xfrm>
            <a:off x="1214394" y="3226665"/>
            <a:ext cx="6578080" cy="1872208"/>
          </a:xfrm>
        </p:spPr>
        <p:txBody>
          <a:bodyPr/>
          <a:lstStyle/>
          <a:p>
            <a:pPr lvl="0"/>
            <a:r>
              <a:rPr lang="en-US" dirty="0"/>
              <a:t>Sentiment Analyzer Model</a:t>
            </a:r>
            <a:endParaRPr lang="en-US" sz="7200" dirty="0">
              <a:latin typeface="Ubuntu Light" panose="020B0304030602030204" pitchFamily="34" charset="0"/>
            </a:endParaRPr>
          </a:p>
        </p:txBody>
      </p:sp>
      <p:sp>
        <p:nvSpPr>
          <p:cNvPr id="12" name="Text Placeholder 11">
            <a:extLst>
              <a:ext uri="{FF2B5EF4-FFF2-40B4-BE49-F238E27FC236}">
                <a16:creationId xmlns:a16="http://schemas.microsoft.com/office/drawing/2014/main" id="{C2C519EB-A9E6-ECA3-40F7-D34844931E7D}"/>
              </a:ext>
            </a:extLst>
          </p:cNvPr>
          <p:cNvSpPr>
            <a:spLocks noGrp="1"/>
          </p:cNvSpPr>
          <p:nvPr>
            <p:ph type="body" sz="quarter" idx="15"/>
          </p:nvPr>
        </p:nvSpPr>
        <p:spPr/>
        <p:txBody>
          <a:bodyPr/>
          <a:lstStyle/>
          <a:p>
            <a:endParaRPr lang="en-US" dirty="0">
              <a:solidFill>
                <a:srgbClr val="FFFFFF"/>
              </a:solidFill>
              <a:latin typeface="Ubuntu" panose="020B0504030602030204" pitchFamily="34" charset="0"/>
            </a:endParaRPr>
          </a:p>
          <a:p>
            <a:endParaRPr lang="en-US" dirty="0"/>
          </a:p>
        </p:txBody>
      </p:sp>
      <p:grpSp>
        <p:nvGrpSpPr>
          <p:cNvPr id="2" name="Group 2" descr="Capgemini logo">
            <a:extLst>
              <a:ext uri="{FF2B5EF4-FFF2-40B4-BE49-F238E27FC236}">
                <a16:creationId xmlns:a16="http://schemas.microsoft.com/office/drawing/2014/main" id="{6C6A9DED-140F-29CD-55C0-F2591FE5D21B}"/>
              </a:ext>
              <a:ext uri="{C183D7F6-B498-43B3-948B-1728B52AA6E4}">
                <adec:decorative xmlns:adec="http://schemas.microsoft.com/office/drawing/2017/decorative" val="0"/>
              </a:ext>
            </a:extLst>
          </p:cNvPr>
          <p:cNvGrpSpPr>
            <a:grpSpLocks noChangeAspect="1"/>
          </p:cNvGrpSpPr>
          <p:nvPr/>
        </p:nvGrpSpPr>
        <p:grpSpPr>
          <a:xfrm>
            <a:off x="9925757" y="6118100"/>
            <a:ext cx="1872000" cy="420870"/>
            <a:chOff x="5094083" y="5360390"/>
            <a:chExt cx="3039349" cy="683316"/>
          </a:xfrm>
        </p:grpSpPr>
        <p:sp>
          <p:nvSpPr>
            <p:cNvPr id="6" name="Freeform: Shape 4">
              <a:extLst>
                <a:ext uri="{FF2B5EF4-FFF2-40B4-BE49-F238E27FC236}">
                  <a16:creationId xmlns:a16="http://schemas.microsoft.com/office/drawing/2014/main" id="{C3413FD8-2FAC-83E9-2A3A-3EF4151EED30}"/>
                </a:ext>
              </a:extLst>
            </p:cNvPr>
            <p:cNvSpPr/>
            <p:nvPr/>
          </p:nvSpPr>
          <p:spPr>
            <a:xfrm>
              <a:off x="5094083" y="5369283"/>
              <a:ext cx="2467942" cy="674423"/>
            </a:xfrm>
            <a:custGeom>
              <a:avLst/>
              <a:gdLst>
                <a:gd name="connsiteX0" fmla="*/ 3092291 w 3171825"/>
                <a:gd name="connsiteY0" fmla="*/ 287179 h 866775"/>
                <a:gd name="connsiteX1" fmla="*/ 3059907 w 3171825"/>
                <a:gd name="connsiteY1" fmla="*/ 211931 h 866775"/>
                <a:gd name="connsiteX2" fmla="*/ 3027521 w 3171825"/>
                <a:gd name="connsiteY2" fmla="*/ 218599 h 866775"/>
                <a:gd name="connsiteX3" fmla="*/ 2960846 w 3171825"/>
                <a:gd name="connsiteY3" fmla="*/ 507206 h 866775"/>
                <a:gd name="connsiteX4" fmla="*/ 2816066 w 3171825"/>
                <a:gd name="connsiteY4" fmla="*/ 178594 h 866775"/>
                <a:gd name="connsiteX5" fmla="*/ 2679859 w 3171825"/>
                <a:gd name="connsiteY5" fmla="*/ 440531 h 866775"/>
                <a:gd name="connsiteX6" fmla="*/ 2670334 w 3171825"/>
                <a:gd name="connsiteY6" fmla="*/ 319564 h 866775"/>
                <a:gd name="connsiteX7" fmla="*/ 2677001 w 3171825"/>
                <a:gd name="connsiteY7" fmla="*/ 254794 h 866775"/>
                <a:gd name="connsiteX8" fmla="*/ 2611279 w 3171825"/>
                <a:gd name="connsiteY8" fmla="*/ 209074 h 866775"/>
                <a:gd name="connsiteX9" fmla="*/ 2533174 w 3171825"/>
                <a:gd name="connsiteY9" fmla="*/ 510064 h 866775"/>
                <a:gd name="connsiteX10" fmla="*/ 2470309 w 3171825"/>
                <a:gd name="connsiteY10" fmla="*/ 292894 h 866775"/>
                <a:gd name="connsiteX11" fmla="*/ 2405539 w 3171825"/>
                <a:gd name="connsiteY11" fmla="*/ 208121 h 866775"/>
                <a:gd name="connsiteX12" fmla="*/ 2325529 w 3171825"/>
                <a:gd name="connsiteY12" fmla="*/ 494824 h 866775"/>
                <a:gd name="connsiteX13" fmla="*/ 2206466 w 3171825"/>
                <a:gd name="connsiteY13" fmla="*/ 211931 h 866775"/>
                <a:gd name="connsiteX14" fmla="*/ 2087404 w 3171825"/>
                <a:gd name="connsiteY14" fmla="*/ 479584 h 866775"/>
                <a:gd name="connsiteX15" fmla="*/ 1983581 w 3171825"/>
                <a:gd name="connsiteY15" fmla="*/ 178594 h 866775"/>
                <a:gd name="connsiteX16" fmla="*/ 1877854 w 3171825"/>
                <a:gd name="connsiteY16" fmla="*/ 391954 h 866775"/>
                <a:gd name="connsiteX17" fmla="*/ 1867376 w 3171825"/>
                <a:gd name="connsiteY17" fmla="*/ 390049 h 866775"/>
                <a:gd name="connsiteX18" fmla="*/ 1866424 w 3171825"/>
                <a:gd name="connsiteY18" fmla="*/ 327184 h 866775"/>
                <a:gd name="connsiteX19" fmla="*/ 1807369 w 3171825"/>
                <a:gd name="connsiteY19" fmla="*/ 202406 h 866775"/>
                <a:gd name="connsiteX20" fmla="*/ 1654969 w 3171825"/>
                <a:gd name="connsiteY20" fmla="*/ 512921 h 866775"/>
                <a:gd name="connsiteX21" fmla="*/ 1592104 w 3171825"/>
                <a:gd name="connsiteY21" fmla="*/ 483394 h 866775"/>
                <a:gd name="connsiteX22" fmla="*/ 1719739 w 3171825"/>
                <a:gd name="connsiteY22" fmla="*/ 306229 h 866775"/>
                <a:gd name="connsiteX23" fmla="*/ 1619726 w 3171825"/>
                <a:gd name="connsiteY23" fmla="*/ 202406 h 866775"/>
                <a:gd name="connsiteX24" fmla="*/ 1483519 w 3171825"/>
                <a:gd name="connsiteY24" fmla="*/ 369094 h 866775"/>
                <a:gd name="connsiteX25" fmla="*/ 1503521 w 3171825"/>
                <a:gd name="connsiteY25" fmla="*/ 473869 h 866775"/>
                <a:gd name="connsiteX26" fmla="*/ 1418749 w 3171825"/>
                <a:gd name="connsiteY26" fmla="*/ 512921 h 866775"/>
                <a:gd name="connsiteX27" fmla="*/ 1400651 w 3171825"/>
                <a:gd name="connsiteY27" fmla="*/ 274796 h 866775"/>
                <a:gd name="connsiteX28" fmla="*/ 1336834 w 3171825"/>
                <a:gd name="connsiteY28" fmla="*/ 326231 h 866775"/>
                <a:gd name="connsiteX29" fmla="*/ 1262539 w 3171825"/>
                <a:gd name="connsiteY29" fmla="*/ 479584 h 866775"/>
                <a:gd name="connsiteX30" fmla="*/ 1223486 w 3171825"/>
                <a:gd name="connsiteY30" fmla="*/ 421481 h 866775"/>
                <a:gd name="connsiteX31" fmla="*/ 1402556 w 3171825"/>
                <a:gd name="connsiteY31" fmla="*/ 250031 h 866775"/>
                <a:gd name="connsiteX32" fmla="*/ 1343501 w 3171825"/>
                <a:gd name="connsiteY32" fmla="*/ 192881 h 866775"/>
                <a:gd name="connsiteX33" fmla="*/ 1181576 w 3171825"/>
                <a:gd name="connsiteY33" fmla="*/ 290989 h 866775"/>
                <a:gd name="connsiteX34" fmla="*/ 1086326 w 3171825"/>
                <a:gd name="connsiteY34" fmla="*/ 385286 h 866775"/>
                <a:gd name="connsiteX35" fmla="*/ 1088231 w 3171825"/>
                <a:gd name="connsiteY35" fmla="*/ 358616 h 866775"/>
                <a:gd name="connsiteX36" fmla="*/ 974884 w 3171825"/>
                <a:gd name="connsiteY36" fmla="*/ 204311 h 866775"/>
                <a:gd name="connsiteX37" fmla="*/ 883444 w 3171825"/>
                <a:gd name="connsiteY37" fmla="*/ 273844 h 866775"/>
                <a:gd name="connsiteX38" fmla="*/ 846296 w 3171825"/>
                <a:gd name="connsiteY38" fmla="*/ 213836 h 866775"/>
                <a:gd name="connsiteX39" fmla="*/ 805339 w 3171825"/>
                <a:gd name="connsiteY39" fmla="*/ 224314 h 866775"/>
                <a:gd name="connsiteX40" fmla="*/ 814864 w 3171825"/>
                <a:gd name="connsiteY40" fmla="*/ 334804 h 866775"/>
                <a:gd name="connsiteX41" fmla="*/ 742474 w 3171825"/>
                <a:gd name="connsiteY41" fmla="*/ 520541 h 866775"/>
                <a:gd name="connsiteX42" fmla="*/ 691991 w 3171825"/>
                <a:gd name="connsiteY42" fmla="*/ 309086 h 866775"/>
                <a:gd name="connsiteX43" fmla="*/ 671989 w 3171825"/>
                <a:gd name="connsiteY43" fmla="*/ 305276 h 866775"/>
                <a:gd name="connsiteX44" fmla="*/ 621506 w 3171825"/>
                <a:gd name="connsiteY44" fmla="*/ 399574 h 866775"/>
                <a:gd name="connsiteX45" fmla="*/ 539591 w 3171825"/>
                <a:gd name="connsiteY45" fmla="*/ 512921 h 866775"/>
                <a:gd name="connsiteX46" fmla="*/ 495776 w 3171825"/>
                <a:gd name="connsiteY46" fmla="*/ 443389 h 866775"/>
                <a:gd name="connsiteX47" fmla="*/ 685324 w 3171825"/>
                <a:gd name="connsiteY47" fmla="*/ 278606 h 866775"/>
                <a:gd name="connsiteX48" fmla="*/ 627221 w 3171825"/>
                <a:gd name="connsiteY48" fmla="*/ 214789 h 866775"/>
                <a:gd name="connsiteX49" fmla="*/ 437674 w 3171825"/>
                <a:gd name="connsiteY49" fmla="*/ 355759 h 866775"/>
                <a:gd name="connsiteX50" fmla="*/ 237649 w 3171825"/>
                <a:gd name="connsiteY50" fmla="*/ 529114 h 866775"/>
                <a:gd name="connsiteX51" fmla="*/ 97631 w 3171825"/>
                <a:gd name="connsiteY51" fmla="*/ 313849 h 866775"/>
                <a:gd name="connsiteX52" fmla="*/ 261461 w 3171825"/>
                <a:gd name="connsiteY52" fmla="*/ 69056 h 866775"/>
                <a:gd name="connsiteX53" fmla="*/ 329089 w 3171825"/>
                <a:gd name="connsiteY53" fmla="*/ 181451 h 866775"/>
                <a:gd name="connsiteX54" fmla="*/ 410051 w 3171825"/>
                <a:gd name="connsiteY54" fmla="*/ 121444 h 866775"/>
                <a:gd name="connsiteX55" fmla="*/ 265271 w 3171825"/>
                <a:gd name="connsiteY55" fmla="*/ 7144 h 866775"/>
                <a:gd name="connsiteX56" fmla="*/ 7144 w 3171825"/>
                <a:gd name="connsiteY56" fmla="*/ 324326 h 866775"/>
                <a:gd name="connsiteX57" fmla="*/ 220504 w 3171825"/>
                <a:gd name="connsiteY57" fmla="*/ 601504 h 866775"/>
                <a:gd name="connsiteX58" fmla="*/ 425291 w 3171825"/>
                <a:gd name="connsiteY58" fmla="*/ 472916 h 866775"/>
                <a:gd name="connsiteX59" fmla="*/ 525304 w 3171825"/>
                <a:gd name="connsiteY59" fmla="*/ 576739 h 866775"/>
                <a:gd name="connsiteX60" fmla="*/ 646271 w 3171825"/>
                <a:gd name="connsiteY60" fmla="*/ 485299 h 866775"/>
                <a:gd name="connsiteX61" fmla="*/ 734854 w 3171825"/>
                <a:gd name="connsiteY61" fmla="*/ 576739 h 866775"/>
                <a:gd name="connsiteX62" fmla="*/ 812959 w 3171825"/>
                <a:gd name="connsiteY62" fmla="*/ 532924 h 866775"/>
                <a:gd name="connsiteX63" fmla="*/ 904399 w 3171825"/>
                <a:gd name="connsiteY63" fmla="*/ 810101 h 866775"/>
                <a:gd name="connsiteX64" fmla="*/ 882491 w 3171825"/>
                <a:gd name="connsiteY64" fmla="*/ 577691 h 866775"/>
                <a:gd name="connsiteX65" fmla="*/ 969169 w 3171825"/>
                <a:gd name="connsiteY65" fmla="*/ 267176 h 866775"/>
                <a:gd name="connsiteX66" fmla="*/ 1015841 w 3171825"/>
                <a:gd name="connsiteY66" fmla="*/ 359569 h 866775"/>
                <a:gd name="connsiteX67" fmla="*/ 1007269 w 3171825"/>
                <a:gd name="connsiteY67" fmla="*/ 440531 h 866775"/>
                <a:gd name="connsiteX68" fmla="*/ 900589 w 3171825"/>
                <a:gd name="connsiteY68" fmla="*/ 545306 h 866775"/>
                <a:gd name="connsiteX69" fmla="*/ 941546 w 3171825"/>
                <a:gd name="connsiteY69" fmla="*/ 577691 h 866775"/>
                <a:gd name="connsiteX70" fmla="*/ 1072039 w 3171825"/>
                <a:gd name="connsiteY70" fmla="*/ 449104 h 866775"/>
                <a:gd name="connsiteX71" fmla="*/ 1150144 w 3171825"/>
                <a:gd name="connsiteY71" fmla="*/ 390049 h 866775"/>
                <a:gd name="connsiteX72" fmla="*/ 1149191 w 3171825"/>
                <a:gd name="connsiteY72" fmla="*/ 415766 h 866775"/>
                <a:gd name="connsiteX73" fmla="*/ 1244441 w 3171825"/>
                <a:gd name="connsiteY73" fmla="*/ 550069 h 866775"/>
                <a:gd name="connsiteX74" fmla="*/ 1349216 w 3171825"/>
                <a:gd name="connsiteY74" fmla="*/ 469106 h 866775"/>
                <a:gd name="connsiteX75" fmla="*/ 1352074 w 3171825"/>
                <a:gd name="connsiteY75" fmla="*/ 547211 h 866775"/>
                <a:gd name="connsiteX76" fmla="*/ 1155859 w 3171825"/>
                <a:gd name="connsiteY76" fmla="*/ 754856 h 866775"/>
                <a:gd name="connsiteX77" fmla="*/ 1259681 w 3171825"/>
                <a:gd name="connsiteY77" fmla="*/ 864394 h 866775"/>
                <a:gd name="connsiteX78" fmla="*/ 1419701 w 3171825"/>
                <a:gd name="connsiteY78" fmla="*/ 569119 h 866775"/>
                <a:gd name="connsiteX79" fmla="*/ 1529239 w 3171825"/>
                <a:gd name="connsiteY79" fmla="*/ 518636 h 866775"/>
                <a:gd name="connsiteX80" fmla="*/ 1640681 w 3171825"/>
                <a:gd name="connsiteY80" fmla="*/ 576739 h 866775"/>
                <a:gd name="connsiteX81" fmla="*/ 1813084 w 3171825"/>
                <a:gd name="connsiteY81" fmla="*/ 459581 h 866775"/>
                <a:gd name="connsiteX82" fmla="*/ 1868329 w 3171825"/>
                <a:gd name="connsiteY82" fmla="*/ 576739 h 866775"/>
                <a:gd name="connsiteX83" fmla="*/ 1980724 w 3171825"/>
                <a:gd name="connsiteY83" fmla="*/ 273844 h 866775"/>
                <a:gd name="connsiteX84" fmla="*/ 2074069 w 3171825"/>
                <a:gd name="connsiteY84" fmla="*/ 601504 h 866775"/>
                <a:gd name="connsiteX85" fmla="*/ 2198846 w 3171825"/>
                <a:gd name="connsiteY85" fmla="*/ 312896 h 866775"/>
                <a:gd name="connsiteX86" fmla="*/ 2307432 w 3171825"/>
                <a:gd name="connsiteY86" fmla="*/ 576739 h 866775"/>
                <a:gd name="connsiteX87" fmla="*/ 2412207 w 3171825"/>
                <a:gd name="connsiteY87" fmla="*/ 428149 h 866775"/>
                <a:gd name="connsiteX88" fmla="*/ 2521744 w 3171825"/>
                <a:gd name="connsiteY88" fmla="*/ 576739 h 866775"/>
                <a:gd name="connsiteX89" fmla="*/ 2618899 w 3171825"/>
                <a:gd name="connsiteY89" fmla="*/ 486251 h 866775"/>
                <a:gd name="connsiteX90" fmla="*/ 2670334 w 3171825"/>
                <a:gd name="connsiteY90" fmla="*/ 576739 h 866775"/>
                <a:gd name="connsiteX91" fmla="*/ 2803684 w 3171825"/>
                <a:gd name="connsiteY91" fmla="*/ 274796 h 866775"/>
                <a:gd name="connsiteX92" fmla="*/ 2947511 w 3171825"/>
                <a:gd name="connsiteY92" fmla="*/ 576739 h 866775"/>
                <a:gd name="connsiteX93" fmla="*/ 3040857 w 3171825"/>
                <a:gd name="connsiteY93" fmla="*/ 474821 h 866775"/>
                <a:gd name="connsiteX94" fmla="*/ 3121819 w 3171825"/>
                <a:gd name="connsiteY94" fmla="*/ 576739 h 866775"/>
                <a:gd name="connsiteX95" fmla="*/ 3169444 w 3171825"/>
                <a:gd name="connsiteY95" fmla="*/ 550069 h 866775"/>
                <a:gd name="connsiteX96" fmla="*/ 3092291 w 3171825"/>
                <a:gd name="connsiteY96" fmla="*/ 287179 h 866775"/>
                <a:gd name="connsiteX97" fmla="*/ 1267301 w 3171825"/>
                <a:gd name="connsiteY97" fmla="*/ 806291 h 866775"/>
                <a:gd name="connsiteX98" fmla="*/ 1226344 w 3171825"/>
                <a:gd name="connsiteY98" fmla="*/ 751999 h 866775"/>
                <a:gd name="connsiteX99" fmla="*/ 1353026 w 3171825"/>
                <a:gd name="connsiteY99" fmla="*/ 597694 h 866775"/>
                <a:gd name="connsiteX100" fmla="*/ 1267301 w 3171825"/>
                <a:gd name="connsiteY100" fmla="*/ 806291 h 866775"/>
                <a:gd name="connsiteX101" fmla="*/ 1614964 w 3171825"/>
                <a:gd name="connsiteY101" fmla="*/ 257651 h 866775"/>
                <a:gd name="connsiteX102" fmla="*/ 1653064 w 3171825"/>
                <a:gd name="connsiteY102" fmla="*/ 315754 h 866775"/>
                <a:gd name="connsiteX103" fmla="*/ 1569244 w 3171825"/>
                <a:gd name="connsiteY103" fmla="*/ 438626 h 866775"/>
                <a:gd name="connsiteX104" fmla="*/ 1614964 w 3171825"/>
                <a:gd name="connsiteY104" fmla="*/ 257651 h 866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3171825" h="866775">
                  <a:moveTo>
                    <a:pt x="3092291" y="287179"/>
                  </a:moveTo>
                  <a:cubicBezTo>
                    <a:pt x="3092291" y="241459"/>
                    <a:pt x="3089434" y="211931"/>
                    <a:pt x="3059907" y="211931"/>
                  </a:cubicBezTo>
                  <a:cubicBezTo>
                    <a:pt x="3046571" y="211931"/>
                    <a:pt x="3039904" y="214789"/>
                    <a:pt x="3027521" y="218599"/>
                  </a:cubicBezTo>
                  <a:cubicBezTo>
                    <a:pt x="3037999" y="371951"/>
                    <a:pt x="3003709" y="507206"/>
                    <a:pt x="2960846" y="507206"/>
                  </a:cubicBezTo>
                  <a:cubicBezTo>
                    <a:pt x="2905601" y="507206"/>
                    <a:pt x="2933224" y="178594"/>
                    <a:pt x="2816066" y="178594"/>
                  </a:cubicBezTo>
                  <a:cubicBezTo>
                    <a:pt x="2707482" y="178594"/>
                    <a:pt x="2692241" y="440531"/>
                    <a:pt x="2679859" y="440531"/>
                  </a:cubicBezTo>
                  <a:cubicBezTo>
                    <a:pt x="2671286" y="440531"/>
                    <a:pt x="2670334" y="371951"/>
                    <a:pt x="2670334" y="319564"/>
                  </a:cubicBezTo>
                  <a:cubicBezTo>
                    <a:pt x="2675096" y="294799"/>
                    <a:pt x="2677001" y="271939"/>
                    <a:pt x="2677001" y="254794"/>
                  </a:cubicBezTo>
                  <a:cubicBezTo>
                    <a:pt x="2677001" y="230029"/>
                    <a:pt x="2667476" y="188119"/>
                    <a:pt x="2611279" y="209074"/>
                  </a:cubicBezTo>
                  <a:cubicBezTo>
                    <a:pt x="2613184" y="396716"/>
                    <a:pt x="2576036" y="510064"/>
                    <a:pt x="2533174" y="510064"/>
                  </a:cubicBezTo>
                  <a:cubicBezTo>
                    <a:pt x="2471261" y="510064"/>
                    <a:pt x="2470309" y="340519"/>
                    <a:pt x="2470309" y="292894"/>
                  </a:cubicBezTo>
                  <a:cubicBezTo>
                    <a:pt x="2470309" y="247174"/>
                    <a:pt x="2473166" y="186214"/>
                    <a:pt x="2405539" y="208121"/>
                  </a:cubicBezTo>
                  <a:cubicBezTo>
                    <a:pt x="2395061" y="371951"/>
                    <a:pt x="2352199" y="494824"/>
                    <a:pt x="2325529" y="494824"/>
                  </a:cubicBezTo>
                  <a:cubicBezTo>
                    <a:pt x="2285524" y="494824"/>
                    <a:pt x="2293144" y="211931"/>
                    <a:pt x="2206466" y="211931"/>
                  </a:cubicBezTo>
                  <a:cubicBezTo>
                    <a:pt x="2128361" y="211931"/>
                    <a:pt x="2103596" y="479584"/>
                    <a:pt x="2087404" y="479584"/>
                  </a:cubicBezTo>
                  <a:cubicBezTo>
                    <a:pt x="2057876" y="479584"/>
                    <a:pt x="2096929" y="178594"/>
                    <a:pt x="1983581" y="178594"/>
                  </a:cubicBezTo>
                  <a:cubicBezTo>
                    <a:pt x="1924526" y="178594"/>
                    <a:pt x="1900714" y="279559"/>
                    <a:pt x="1877854" y="391954"/>
                  </a:cubicBezTo>
                  <a:cubicBezTo>
                    <a:pt x="1873091" y="413861"/>
                    <a:pt x="1868329" y="414814"/>
                    <a:pt x="1867376" y="390049"/>
                  </a:cubicBezTo>
                  <a:cubicBezTo>
                    <a:pt x="1866424" y="370046"/>
                    <a:pt x="1866424" y="347186"/>
                    <a:pt x="1866424" y="327184"/>
                  </a:cubicBezTo>
                  <a:cubicBezTo>
                    <a:pt x="1894999" y="213836"/>
                    <a:pt x="1859756" y="171926"/>
                    <a:pt x="1807369" y="202406"/>
                  </a:cubicBezTo>
                  <a:cubicBezTo>
                    <a:pt x="1824514" y="411004"/>
                    <a:pt x="1728311" y="512921"/>
                    <a:pt x="1654969" y="512921"/>
                  </a:cubicBezTo>
                  <a:cubicBezTo>
                    <a:pt x="1628299" y="512921"/>
                    <a:pt x="1607344" y="501491"/>
                    <a:pt x="1592104" y="483394"/>
                  </a:cubicBezTo>
                  <a:cubicBezTo>
                    <a:pt x="1680686" y="429101"/>
                    <a:pt x="1719739" y="367189"/>
                    <a:pt x="1719739" y="306229"/>
                  </a:cubicBezTo>
                  <a:cubicBezTo>
                    <a:pt x="1719739" y="240506"/>
                    <a:pt x="1681639" y="202406"/>
                    <a:pt x="1619726" y="202406"/>
                  </a:cubicBezTo>
                  <a:cubicBezTo>
                    <a:pt x="1532096" y="202406"/>
                    <a:pt x="1483519" y="292894"/>
                    <a:pt x="1483519" y="369094"/>
                  </a:cubicBezTo>
                  <a:cubicBezTo>
                    <a:pt x="1483519" y="410051"/>
                    <a:pt x="1491139" y="445294"/>
                    <a:pt x="1503521" y="473869"/>
                  </a:cubicBezTo>
                  <a:cubicBezTo>
                    <a:pt x="1473041" y="488156"/>
                    <a:pt x="1445419" y="500539"/>
                    <a:pt x="1418749" y="512921"/>
                  </a:cubicBezTo>
                  <a:cubicBezTo>
                    <a:pt x="1416844" y="433864"/>
                    <a:pt x="1407319" y="350996"/>
                    <a:pt x="1400651" y="274796"/>
                  </a:cubicBezTo>
                  <a:cubicBezTo>
                    <a:pt x="1353979" y="262414"/>
                    <a:pt x="1340644" y="284321"/>
                    <a:pt x="1336834" y="326231"/>
                  </a:cubicBezTo>
                  <a:cubicBezTo>
                    <a:pt x="1328261" y="420529"/>
                    <a:pt x="1293971" y="479584"/>
                    <a:pt x="1262539" y="479584"/>
                  </a:cubicBezTo>
                  <a:cubicBezTo>
                    <a:pt x="1239679" y="479584"/>
                    <a:pt x="1225391" y="451009"/>
                    <a:pt x="1223486" y="421481"/>
                  </a:cubicBezTo>
                  <a:cubicBezTo>
                    <a:pt x="1214914" y="270034"/>
                    <a:pt x="1337786" y="228124"/>
                    <a:pt x="1402556" y="250031"/>
                  </a:cubicBezTo>
                  <a:cubicBezTo>
                    <a:pt x="1415891" y="216694"/>
                    <a:pt x="1401604" y="192881"/>
                    <a:pt x="1343501" y="192881"/>
                  </a:cubicBezTo>
                  <a:cubicBezTo>
                    <a:pt x="1273016" y="192881"/>
                    <a:pt x="1220629" y="235744"/>
                    <a:pt x="1181576" y="290989"/>
                  </a:cubicBezTo>
                  <a:cubicBezTo>
                    <a:pt x="1155859" y="327184"/>
                    <a:pt x="1126331" y="353854"/>
                    <a:pt x="1086326" y="385286"/>
                  </a:cubicBezTo>
                  <a:cubicBezTo>
                    <a:pt x="1087279" y="375761"/>
                    <a:pt x="1088231" y="367189"/>
                    <a:pt x="1088231" y="358616"/>
                  </a:cubicBezTo>
                  <a:cubicBezTo>
                    <a:pt x="1088231" y="251936"/>
                    <a:pt x="1030129" y="204311"/>
                    <a:pt x="974884" y="204311"/>
                  </a:cubicBezTo>
                  <a:cubicBezTo>
                    <a:pt x="929164" y="204311"/>
                    <a:pt x="900589" y="231934"/>
                    <a:pt x="883444" y="273844"/>
                  </a:cubicBezTo>
                  <a:cubicBezTo>
                    <a:pt x="879634" y="231934"/>
                    <a:pt x="871061" y="213836"/>
                    <a:pt x="846296" y="213836"/>
                  </a:cubicBezTo>
                  <a:cubicBezTo>
                    <a:pt x="835819" y="213836"/>
                    <a:pt x="821531" y="216694"/>
                    <a:pt x="805339" y="224314"/>
                  </a:cubicBezTo>
                  <a:cubicBezTo>
                    <a:pt x="812959" y="248126"/>
                    <a:pt x="814864" y="300514"/>
                    <a:pt x="814864" y="334804"/>
                  </a:cubicBezTo>
                  <a:cubicBezTo>
                    <a:pt x="814864" y="463391"/>
                    <a:pt x="777716" y="520541"/>
                    <a:pt x="742474" y="520541"/>
                  </a:cubicBezTo>
                  <a:cubicBezTo>
                    <a:pt x="701516" y="520541"/>
                    <a:pt x="695801" y="368141"/>
                    <a:pt x="691991" y="309086"/>
                  </a:cubicBezTo>
                  <a:cubicBezTo>
                    <a:pt x="687229" y="307181"/>
                    <a:pt x="681514" y="305276"/>
                    <a:pt x="671989" y="305276"/>
                  </a:cubicBezTo>
                  <a:cubicBezTo>
                    <a:pt x="635794" y="305276"/>
                    <a:pt x="631031" y="354806"/>
                    <a:pt x="621506" y="399574"/>
                  </a:cubicBezTo>
                  <a:cubicBezTo>
                    <a:pt x="611029" y="450056"/>
                    <a:pt x="582454" y="512921"/>
                    <a:pt x="539591" y="512921"/>
                  </a:cubicBezTo>
                  <a:cubicBezTo>
                    <a:pt x="513874" y="512921"/>
                    <a:pt x="497681" y="488156"/>
                    <a:pt x="495776" y="443389"/>
                  </a:cubicBezTo>
                  <a:cubicBezTo>
                    <a:pt x="491966" y="352901"/>
                    <a:pt x="567214" y="245269"/>
                    <a:pt x="685324" y="278606"/>
                  </a:cubicBezTo>
                  <a:cubicBezTo>
                    <a:pt x="700564" y="242411"/>
                    <a:pt x="676751" y="214789"/>
                    <a:pt x="627221" y="214789"/>
                  </a:cubicBezTo>
                  <a:cubicBezTo>
                    <a:pt x="540544" y="214789"/>
                    <a:pt x="469106" y="279559"/>
                    <a:pt x="437674" y="355759"/>
                  </a:cubicBezTo>
                  <a:cubicBezTo>
                    <a:pt x="406241" y="426244"/>
                    <a:pt x="350996" y="529114"/>
                    <a:pt x="237649" y="529114"/>
                  </a:cubicBezTo>
                  <a:cubicBezTo>
                    <a:pt x="157639" y="529114"/>
                    <a:pt x="97631" y="459581"/>
                    <a:pt x="97631" y="313849"/>
                  </a:cubicBezTo>
                  <a:cubicBezTo>
                    <a:pt x="97631" y="188119"/>
                    <a:pt x="176689" y="69056"/>
                    <a:pt x="261461" y="69056"/>
                  </a:cubicBezTo>
                  <a:cubicBezTo>
                    <a:pt x="320516" y="69056"/>
                    <a:pt x="333851" y="127159"/>
                    <a:pt x="329089" y="181451"/>
                  </a:cubicBezTo>
                  <a:cubicBezTo>
                    <a:pt x="359569" y="206216"/>
                    <a:pt x="410051" y="183356"/>
                    <a:pt x="410051" y="121444"/>
                  </a:cubicBezTo>
                  <a:cubicBezTo>
                    <a:pt x="410051" y="79534"/>
                    <a:pt x="375761" y="7144"/>
                    <a:pt x="265271" y="7144"/>
                  </a:cubicBezTo>
                  <a:cubicBezTo>
                    <a:pt x="128111" y="7144"/>
                    <a:pt x="7144" y="144304"/>
                    <a:pt x="7144" y="324326"/>
                  </a:cubicBezTo>
                  <a:cubicBezTo>
                    <a:pt x="7144" y="498634"/>
                    <a:pt x="95726" y="601504"/>
                    <a:pt x="220504" y="601504"/>
                  </a:cubicBezTo>
                  <a:cubicBezTo>
                    <a:pt x="299561" y="601504"/>
                    <a:pt x="373856" y="556736"/>
                    <a:pt x="425291" y="472916"/>
                  </a:cubicBezTo>
                  <a:cubicBezTo>
                    <a:pt x="438626" y="545306"/>
                    <a:pt x="488156" y="576739"/>
                    <a:pt x="525304" y="576739"/>
                  </a:cubicBezTo>
                  <a:cubicBezTo>
                    <a:pt x="585311" y="576739"/>
                    <a:pt x="624364" y="537686"/>
                    <a:pt x="646271" y="485299"/>
                  </a:cubicBezTo>
                  <a:cubicBezTo>
                    <a:pt x="659606" y="537686"/>
                    <a:pt x="688181" y="576739"/>
                    <a:pt x="734854" y="576739"/>
                  </a:cubicBezTo>
                  <a:cubicBezTo>
                    <a:pt x="768191" y="576739"/>
                    <a:pt x="793909" y="559594"/>
                    <a:pt x="812959" y="532924"/>
                  </a:cubicBezTo>
                  <a:cubicBezTo>
                    <a:pt x="805339" y="716756"/>
                    <a:pt x="795814" y="832961"/>
                    <a:pt x="904399" y="810101"/>
                  </a:cubicBezTo>
                  <a:cubicBezTo>
                    <a:pt x="887254" y="757714"/>
                    <a:pt x="882491" y="663416"/>
                    <a:pt x="882491" y="577691"/>
                  </a:cubicBezTo>
                  <a:cubicBezTo>
                    <a:pt x="882491" y="344329"/>
                    <a:pt x="920591" y="267176"/>
                    <a:pt x="969169" y="267176"/>
                  </a:cubicBezTo>
                  <a:cubicBezTo>
                    <a:pt x="1004411" y="267176"/>
                    <a:pt x="1015841" y="311944"/>
                    <a:pt x="1015841" y="359569"/>
                  </a:cubicBezTo>
                  <a:cubicBezTo>
                    <a:pt x="1015841" y="385286"/>
                    <a:pt x="1012984" y="413861"/>
                    <a:pt x="1007269" y="440531"/>
                  </a:cubicBezTo>
                  <a:cubicBezTo>
                    <a:pt x="948214" y="477679"/>
                    <a:pt x="900589" y="507206"/>
                    <a:pt x="900589" y="545306"/>
                  </a:cubicBezTo>
                  <a:cubicBezTo>
                    <a:pt x="900589" y="574834"/>
                    <a:pt x="922496" y="577691"/>
                    <a:pt x="941546" y="577691"/>
                  </a:cubicBezTo>
                  <a:cubicBezTo>
                    <a:pt x="987266" y="577691"/>
                    <a:pt x="1041559" y="532924"/>
                    <a:pt x="1072039" y="449104"/>
                  </a:cubicBezTo>
                  <a:cubicBezTo>
                    <a:pt x="1098709" y="432911"/>
                    <a:pt x="1125379" y="414814"/>
                    <a:pt x="1150144" y="390049"/>
                  </a:cubicBezTo>
                  <a:cubicBezTo>
                    <a:pt x="1149191" y="398621"/>
                    <a:pt x="1149191" y="407194"/>
                    <a:pt x="1149191" y="415766"/>
                  </a:cubicBezTo>
                  <a:cubicBezTo>
                    <a:pt x="1149191" y="499586"/>
                    <a:pt x="1185386" y="550069"/>
                    <a:pt x="1244441" y="550069"/>
                  </a:cubicBezTo>
                  <a:cubicBezTo>
                    <a:pt x="1290161" y="550069"/>
                    <a:pt x="1324451" y="517684"/>
                    <a:pt x="1349216" y="469106"/>
                  </a:cubicBezTo>
                  <a:cubicBezTo>
                    <a:pt x="1351121" y="496729"/>
                    <a:pt x="1352074" y="523399"/>
                    <a:pt x="1352074" y="547211"/>
                  </a:cubicBezTo>
                  <a:cubicBezTo>
                    <a:pt x="1258729" y="590074"/>
                    <a:pt x="1155859" y="633889"/>
                    <a:pt x="1155859" y="754856"/>
                  </a:cubicBezTo>
                  <a:cubicBezTo>
                    <a:pt x="1155859" y="817721"/>
                    <a:pt x="1201579" y="864394"/>
                    <a:pt x="1259681" y="864394"/>
                  </a:cubicBezTo>
                  <a:cubicBezTo>
                    <a:pt x="1389221" y="864394"/>
                    <a:pt x="1418749" y="728186"/>
                    <a:pt x="1419701" y="569119"/>
                  </a:cubicBezTo>
                  <a:cubicBezTo>
                    <a:pt x="1461611" y="551021"/>
                    <a:pt x="1493044" y="536734"/>
                    <a:pt x="1529239" y="518636"/>
                  </a:cubicBezTo>
                  <a:cubicBezTo>
                    <a:pt x="1560671" y="557689"/>
                    <a:pt x="1602581" y="576739"/>
                    <a:pt x="1640681" y="576739"/>
                  </a:cubicBezTo>
                  <a:cubicBezTo>
                    <a:pt x="1714024" y="576739"/>
                    <a:pt x="1768316" y="537686"/>
                    <a:pt x="1813084" y="459581"/>
                  </a:cubicBezTo>
                  <a:cubicBezTo>
                    <a:pt x="1820704" y="519589"/>
                    <a:pt x="1835944" y="576739"/>
                    <a:pt x="1868329" y="576739"/>
                  </a:cubicBezTo>
                  <a:cubicBezTo>
                    <a:pt x="1926431" y="576739"/>
                    <a:pt x="1937861" y="273844"/>
                    <a:pt x="1980724" y="273844"/>
                  </a:cubicBezTo>
                  <a:cubicBezTo>
                    <a:pt x="2014061" y="273844"/>
                    <a:pt x="1986439" y="601504"/>
                    <a:pt x="2074069" y="601504"/>
                  </a:cubicBezTo>
                  <a:cubicBezTo>
                    <a:pt x="2148364" y="601504"/>
                    <a:pt x="2162651" y="312896"/>
                    <a:pt x="2198846" y="312896"/>
                  </a:cubicBezTo>
                  <a:cubicBezTo>
                    <a:pt x="2224564" y="312896"/>
                    <a:pt x="2226469" y="576739"/>
                    <a:pt x="2307432" y="576739"/>
                  </a:cubicBezTo>
                  <a:cubicBezTo>
                    <a:pt x="2347436" y="576739"/>
                    <a:pt x="2390299" y="529114"/>
                    <a:pt x="2412207" y="428149"/>
                  </a:cubicBezTo>
                  <a:cubicBezTo>
                    <a:pt x="2422684" y="494824"/>
                    <a:pt x="2456021" y="576739"/>
                    <a:pt x="2521744" y="576739"/>
                  </a:cubicBezTo>
                  <a:cubicBezTo>
                    <a:pt x="2559844" y="576739"/>
                    <a:pt x="2593182" y="537686"/>
                    <a:pt x="2618899" y="486251"/>
                  </a:cubicBezTo>
                  <a:cubicBezTo>
                    <a:pt x="2625566" y="539591"/>
                    <a:pt x="2640807" y="576739"/>
                    <a:pt x="2670334" y="576739"/>
                  </a:cubicBezTo>
                  <a:cubicBezTo>
                    <a:pt x="2746534" y="576739"/>
                    <a:pt x="2743676" y="274796"/>
                    <a:pt x="2803684" y="274796"/>
                  </a:cubicBezTo>
                  <a:cubicBezTo>
                    <a:pt x="2850357" y="274796"/>
                    <a:pt x="2836069" y="576739"/>
                    <a:pt x="2947511" y="576739"/>
                  </a:cubicBezTo>
                  <a:cubicBezTo>
                    <a:pt x="3000851" y="576739"/>
                    <a:pt x="3025616" y="531971"/>
                    <a:pt x="3040857" y="474821"/>
                  </a:cubicBezTo>
                  <a:cubicBezTo>
                    <a:pt x="3061811" y="558641"/>
                    <a:pt x="3094196" y="576739"/>
                    <a:pt x="3121819" y="576739"/>
                  </a:cubicBezTo>
                  <a:cubicBezTo>
                    <a:pt x="3138964" y="576739"/>
                    <a:pt x="3152299" y="571024"/>
                    <a:pt x="3169444" y="550069"/>
                  </a:cubicBezTo>
                  <a:cubicBezTo>
                    <a:pt x="3085624" y="511969"/>
                    <a:pt x="3092291" y="375761"/>
                    <a:pt x="3092291" y="287179"/>
                  </a:cubicBezTo>
                  <a:close/>
                  <a:moveTo>
                    <a:pt x="1267301" y="806291"/>
                  </a:moveTo>
                  <a:cubicBezTo>
                    <a:pt x="1240631" y="806291"/>
                    <a:pt x="1226344" y="780574"/>
                    <a:pt x="1226344" y="751999"/>
                  </a:cubicBezTo>
                  <a:cubicBezTo>
                    <a:pt x="1226344" y="674846"/>
                    <a:pt x="1283494" y="632936"/>
                    <a:pt x="1353026" y="597694"/>
                  </a:cubicBezTo>
                  <a:cubicBezTo>
                    <a:pt x="1349216" y="768191"/>
                    <a:pt x="1310164" y="806291"/>
                    <a:pt x="1267301" y="806291"/>
                  </a:cubicBezTo>
                  <a:close/>
                  <a:moveTo>
                    <a:pt x="1614964" y="257651"/>
                  </a:moveTo>
                  <a:cubicBezTo>
                    <a:pt x="1640681" y="257651"/>
                    <a:pt x="1655921" y="281464"/>
                    <a:pt x="1653064" y="315754"/>
                  </a:cubicBezTo>
                  <a:cubicBezTo>
                    <a:pt x="1650206" y="355759"/>
                    <a:pt x="1620679" y="402431"/>
                    <a:pt x="1569244" y="438626"/>
                  </a:cubicBezTo>
                  <a:cubicBezTo>
                    <a:pt x="1543526" y="362426"/>
                    <a:pt x="1563529" y="257651"/>
                    <a:pt x="1614964" y="257651"/>
                  </a:cubicBezTo>
                  <a:close/>
                </a:path>
              </a:pathLst>
            </a:custGeom>
            <a:solidFill>
              <a:srgbClr val="FFFFFF"/>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6F6F6"/>
                </a:solidFill>
                <a:effectLst/>
                <a:uLnTx/>
                <a:uFillTx/>
                <a:latin typeface="Ubuntu"/>
                <a:ea typeface="+mn-ea"/>
                <a:cs typeface="+mn-cs"/>
              </a:endParaRPr>
            </a:p>
          </p:txBody>
        </p:sp>
        <p:sp>
          <p:nvSpPr>
            <p:cNvPr id="7" name="Freeform: Shape 5">
              <a:extLst>
                <a:ext uri="{FF2B5EF4-FFF2-40B4-BE49-F238E27FC236}">
                  <a16:creationId xmlns:a16="http://schemas.microsoft.com/office/drawing/2014/main" id="{83D694C4-D77F-8359-8F95-0588167E77BF}"/>
                </a:ext>
              </a:extLst>
            </p:cNvPr>
            <p:cNvSpPr/>
            <p:nvPr/>
          </p:nvSpPr>
          <p:spPr>
            <a:xfrm>
              <a:off x="6953539" y="5402609"/>
              <a:ext cx="74112" cy="81524"/>
            </a:xfrm>
            <a:custGeom>
              <a:avLst/>
              <a:gdLst>
                <a:gd name="connsiteX0" fmla="*/ 51942 w 95250"/>
                <a:gd name="connsiteY0" fmla="*/ 99569 h 104775"/>
                <a:gd name="connsiteX1" fmla="*/ 93853 w 95250"/>
                <a:gd name="connsiteY1" fmla="*/ 51944 h 104775"/>
                <a:gd name="connsiteX2" fmla="*/ 51942 w 95250"/>
                <a:gd name="connsiteY2" fmla="*/ 7176 h 104775"/>
                <a:gd name="connsiteX3" fmla="*/ 7175 w 95250"/>
                <a:gd name="connsiteY3" fmla="*/ 54801 h 104775"/>
                <a:gd name="connsiteX4" fmla="*/ 51942 w 95250"/>
                <a:gd name="connsiteY4" fmla="*/ 99569 h 1047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104775">
                  <a:moveTo>
                    <a:pt x="51942" y="99569"/>
                  </a:moveTo>
                  <a:cubicBezTo>
                    <a:pt x="76707" y="98616"/>
                    <a:pt x="93853" y="77661"/>
                    <a:pt x="93853" y="51944"/>
                  </a:cubicBezTo>
                  <a:cubicBezTo>
                    <a:pt x="93853" y="26226"/>
                    <a:pt x="76707" y="6224"/>
                    <a:pt x="51942" y="7176"/>
                  </a:cubicBezTo>
                  <a:cubicBezTo>
                    <a:pt x="27178" y="8129"/>
                    <a:pt x="7175" y="29084"/>
                    <a:pt x="7175" y="54801"/>
                  </a:cubicBezTo>
                  <a:cubicBezTo>
                    <a:pt x="6222" y="80519"/>
                    <a:pt x="27178" y="100521"/>
                    <a:pt x="51942" y="99569"/>
                  </a:cubicBezTo>
                  <a:close/>
                </a:path>
              </a:pathLst>
            </a:custGeom>
            <a:solidFill>
              <a:srgbClr val="FFFFFF"/>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6F6F6"/>
                </a:solidFill>
                <a:effectLst/>
                <a:uLnTx/>
                <a:uFillTx/>
                <a:latin typeface="Ubuntu"/>
                <a:ea typeface="+mn-ea"/>
                <a:cs typeface="+mn-cs"/>
              </a:endParaRPr>
            </a:p>
          </p:txBody>
        </p:sp>
        <p:sp>
          <p:nvSpPr>
            <p:cNvPr id="8" name="Freeform: Shape 6">
              <a:extLst>
                <a:ext uri="{FF2B5EF4-FFF2-40B4-BE49-F238E27FC236}">
                  <a16:creationId xmlns:a16="http://schemas.microsoft.com/office/drawing/2014/main" id="{EC253FEF-4086-4F84-CD61-F7827A50C663}"/>
                </a:ext>
              </a:extLst>
            </p:cNvPr>
            <p:cNvSpPr/>
            <p:nvPr/>
          </p:nvSpPr>
          <p:spPr>
            <a:xfrm>
              <a:off x="7436776" y="5416688"/>
              <a:ext cx="74112" cy="74112"/>
            </a:xfrm>
            <a:custGeom>
              <a:avLst/>
              <a:gdLst>
                <a:gd name="connsiteX0" fmla="*/ 48101 w 95250"/>
                <a:gd name="connsiteY0" fmla="*/ 94808 h 95250"/>
                <a:gd name="connsiteX1" fmla="*/ 89059 w 95250"/>
                <a:gd name="connsiteY1" fmla="*/ 49088 h 95250"/>
                <a:gd name="connsiteX2" fmla="*/ 48101 w 95250"/>
                <a:gd name="connsiteY2" fmla="*/ 7178 h 95250"/>
                <a:gd name="connsiteX3" fmla="*/ 7144 w 95250"/>
                <a:gd name="connsiteY3" fmla="*/ 52898 h 95250"/>
                <a:gd name="connsiteX4" fmla="*/ 48101 w 95250"/>
                <a:gd name="connsiteY4" fmla="*/ 94808 h 95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50" h="95250">
                  <a:moveTo>
                    <a:pt x="48101" y="94808"/>
                  </a:moveTo>
                  <a:cubicBezTo>
                    <a:pt x="70961" y="93856"/>
                    <a:pt x="89059" y="73853"/>
                    <a:pt x="89059" y="49088"/>
                  </a:cubicBezTo>
                  <a:cubicBezTo>
                    <a:pt x="89059" y="25275"/>
                    <a:pt x="70961" y="6225"/>
                    <a:pt x="48101" y="7178"/>
                  </a:cubicBezTo>
                  <a:cubicBezTo>
                    <a:pt x="25241" y="8131"/>
                    <a:pt x="7144" y="28133"/>
                    <a:pt x="7144" y="52898"/>
                  </a:cubicBezTo>
                  <a:cubicBezTo>
                    <a:pt x="8096" y="76711"/>
                    <a:pt x="26194" y="95761"/>
                    <a:pt x="48101" y="94808"/>
                  </a:cubicBezTo>
                  <a:close/>
                </a:path>
              </a:pathLst>
            </a:custGeom>
            <a:solidFill>
              <a:srgbClr val="FFFFFF"/>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6F6F6"/>
                </a:solidFill>
                <a:effectLst/>
                <a:uLnTx/>
                <a:uFillTx/>
                <a:latin typeface="Ubuntu"/>
                <a:ea typeface="+mn-ea"/>
                <a:cs typeface="+mn-cs"/>
              </a:endParaRPr>
            </a:p>
          </p:txBody>
        </p:sp>
        <p:sp>
          <p:nvSpPr>
            <p:cNvPr id="9" name="Freeform: Shape 7">
              <a:extLst>
                <a:ext uri="{FF2B5EF4-FFF2-40B4-BE49-F238E27FC236}">
                  <a16:creationId xmlns:a16="http://schemas.microsoft.com/office/drawing/2014/main" id="{7E45C780-FEA0-12CB-0D24-FC520E2FBE62}"/>
                </a:ext>
              </a:extLst>
            </p:cNvPr>
            <p:cNvSpPr/>
            <p:nvPr/>
          </p:nvSpPr>
          <p:spPr>
            <a:xfrm>
              <a:off x="7591670" y="5360390"/>
              <a:ext cx="526198" cy="452086"/>
            </a:xfrm>
            <a:custGeom>
              <a:avLst/>
              <a:gdLst>
                <a:gd name="connsiteX0" fmla="*/ 553879 w 676275"/>
                <a:gd name="connsiteY0" fmla="*/ 254794 h 581025"/>
                <a:gd name="connsiteX1" fmla="*/ 451009 w 676275"/>
                <a:gd name="connsiteY1" fmla="*/ 342424 h 581025"/>
                <a:gd name="connsiteX2" fmla="*/ 375761 w 676275"/>
                <a:gd name="connsiteY2" fmla="*/ 469106 h 581025"/>
                <a:gd name="connsiteX3" fmla="*/ 273844 w 676275"/>
                <a:gd name="connsiteY3" fmla="*/ 561499 h 581025"/>
                <a:gd name="connsiteX4" fmla="*/ 132874 w 676275"/>
                <a:gd name="connsiteY4" fmla="*/ 569119 h 581025"/>
                <a:gd name="connsiteX5" fmla="*/ 7144 w 676275"/>
                <a:gd name="connsiteY5" fmla="*/ 383381 h 581025"/>
                <a:gd name="connsiteX6" fmla="*/ 371951 w 676275"/>
                <a:gd name="connsiteY6" fmla="*/ 7144 h 581025"/>
                <a:gd name="connsiteX7" fmla="*/ 371951 w 676275"/>
                <a:gd name="connsiteY7" fmla="*/ 7144 h 581025"/>
                <a:gd name="connsiteX8" fmla="*/ 371951 w 676275"/>
                <a:gd name="connsiteY8" fmla="*/ 7144 h 581025"/>
                <a:gd name="connsiteX9" fmla="*/ 388144 w 676275"/>
                <a:gd name="connsiteY9" fmla="*/ 13811 h 581025"/>
                <a:gd name="connsiteX10" fmla="*/ 571024 w 676275"/>
                <a:gd name="connsiteY10" fmla="*/ 127159 h 581025"/>
                <a:gd name="connsiteX11" fmla="*/ 675799 w 676275"/>
                <a:gd name="connsiteY11" fmla="*/ 287179 h 581025"/>
                <a:gd name="connsiteX12" fmla="*/ 553879 w 676275"/>
                <a:gd name="connsiteY12" fmla="*/ 254794 h 581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76275" h="581025">
                  <a:moveTo>
                    <a:pt x="553879" y="254794"/>
                  </a:moveTo>
                  <a:cubicBezTo>
                    <a:pt x="507206" y="265271"/>
                    <a:pt x="475774" y="304324"/>
                    <a:pt x="451009" y="342424"/>
                  </a:cubicBezTo>
                  <a:cubicBezTo>
                    <a:pt x="424339" y="383381"/>
                    <a:pt x="403384" y="428149"/>
                    <a:pt x="375761" y="469106"/>
                  </a:cubicBezTo>
                  <a:cubicBezTo>
                    <a:pt x="349091" y="507206"/>
                    <a:pt x="316706" y="542449"/>
                    <a:pt x="273844" y="561499"/>
                  </a:cubicBezTo>
                  <a:cubicBezTo>
                    <a:pt x="229076" y="581501"/>
                    <a:pt x="179546" y="584359"/>
                    <a:pt x="132874" y="569119"/>
                  </a:cubicBezTo>
                  <a:cubicBezTo>
                    <a:pt x="58579" y="538639"/>
                    <a:pt x="7144" y="464344"/>
                    <a:pt x="7144" y="383381"/>
                  </a:cubicBezTo>
                  <a:cubicBezTo>
                    <a:pt x="7144" y="177641"/>
                    <a:pt x="290036" y="105251"/>
                    <a:pt x="371951" y="7144"/>
                  </a:cubicBezTo>
                  <a:cubicBezTo>
                    <a:pt x="371951" y="7144"/>
                    <a:pt x="371951" y="7144"/>
                    <a:pt x="371951" y="7144"/>
                  </a:cubicBezTo>
                  <a:lnTo>
                    <a:pt x="371951" y="7144"/>
                  </a:lnTo>
                  <a:cubicBezTo>
                    <a:pt x="377666" y="9049"/>
                    <a:pt x="382429" y="11906"/>
                    <a:pt x="388144" y="13811"/>
                  </a:cubicBezTo>
                  <a:cubicBezTo>
                    <a:pt x="454819" y="41434"/>
                    <a:pt x="517684" y="78581"/>
                    <a:pt x="571024" y="127159"/>
                  </a:cubicBezTo>
                  <a:cubicBezTo>
                    <a:pt x="620554" y="172879"/>
                    <a:pt x="657701" y="226219"/>
                    <a:pt x="675799" y="287179"/>
                  </a:cubicBezTo>
                  <a:cubicBezTo>
                    <a:pt x="646271" y="255746"/>
                    <a:pt x="595789" y="244316"/>
                    <a:pt x="553879" y="254794"/>
                  </a:cubicBezTo>
                  <a:close/>
                </a:path>
              </a:pathLst>
            </a:custGeom>
            <a:solidFill>
              <a:srgbClr val="FFFFFF"/>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6F6F6"/>
                </a:solidFill>
                <a:effectLst/>
                <a:uLnTx/>
                <a:uFillTx/>
                <a:latin typeface="Ubuntu"/>
                <a:ea typeface="+mn-ea"/>
                <a:cs typeface="+mn-cs"/>
              </a:endParaRPr>
            </a:p>
          </p:txBody>
        </p:sp>
        <p:sp>
          <p:nvSpPr>
            <p:cNvPr id="10" name="Freeform: Shape 8">
              <a:extLst>
                <a:ext uri="{FF2B5EF4-FFF2-40B4-BE49-F238E27FC236}">
                  <a16:creationId xmlns:a16="http://schemas.microsoft.com/office/drawing/2014/main" id="{92EBCD22-E0C4-8E7D-C2A7-064E6BC5638D}"/>
                </a:ext>
              </a:extLst>
            </p:cNvPr>
            <p:cNvSpPr/>
            <p:nvPr/>
          </p:nvSpPr>
          <p:spPr>
            <a:xfrm>
              <a:off x="7777693" y="5570011"/>
              <a:ext cx="355739" cy="289038"/>
            </a:xfrm>
            <a:custGeom>
              <a:avLst/>
              <a:gdLst>
                <a:gd name="connsiteX0" fmla="*/ 443389 w 457200"/>
                <a:gd name="connsiteY0" fmla="*/ 151121 h 371475"/>
                <a:gd name="connsiteX1" fmla="*/ 340519 w 457200"/>
                <a:gd name="connsiteY1" fmla="*/ 250181 h 371475"/>
                <a:gd name="connsiteX2" fmla="*/ 193834 w 457200"/>
                <a:gd name="connsiteY2" fmla="*/ 204461 h 371475"/>
                <a:gd name="connsiteX3" fmla="*/ 299561 w 457200"/>
                <a:gd name="connsiteY3" fmla="*/ 298759 h 371475"/>
                <a:gd name="connsiteX4" fmla="*/ 161449 w 457200"/>
                <a:gd name="connsiteY4" fmla="*/ 360671 h 371475"/>
                <a:gd name="connsiteX5" fmla="*/ 79534 w 457200"/>
                <a:gd name="connsiteY5" fmla="*/ 367339 h 371475"/>
                <a:gd name="connsiteX6" fmla="*/ 7144 w 457200"/>
                <a:gd name="connsiteY6" fmla="*/ 348289 h 371475"/>
                <a:gd name="connsiteX7" fmla="*/ 120491 w 457200"/>
                <a:gd name="connsiteY7" fmla="*/ 276851 h 371475"/>
                <a:gd name="connsiteX8" fmla="*/ 188119 w 457200"/>
                <a:gd name="connsiteY8" fmla="*/ 175886 h 371475"/>
                <a:gd name="connsiteX9" fmla="*/ 250031 w 457200"/>
                <a:gd name="connsiteY9" fmla="*/ 64444 h 371475"/>
                <a:gd name="connsiteX10" fmla="*/ 339566 w 457200"/>
                <a:gd name="connsiteY10" fmla="*/ 7294 h 371475"/>
                <a:gd name="connsiteX11" fmla="*/ 438626 w 457200"/>
                <a:gd name="connsiteY11" fmla="*/ 58729 h 371475"/>
                <a:gd name="connsiteX12" fmla="*/ 443389 w 457200"/>
                <a:gd name="connsiteY12" fmla="*/ 151121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7200" h="371475">
                  <a:moveTo>
                    <a:pt x="443389" y="151121"/>
                  </a:moveTo>
                  <a:cubicBezTo>
                    <a:pt x="428149" y="198746"/>
                    <a:pt x="389096" y="236846"/>
                    <a:pt x="340519" y="250181"/>
                  </a:cubicBezTo>
                  <a:cubicBezTo>
                    <a:pt x="285274" y="265421"/>
                    <a:pt x="230029" y="249229"/>
                    <a:pt x="193834" y="204461"/>
                  </a:cubicBezTo>
                  <a:cubicBezTo>
                    <a:pt x="197644" y="261611"/>
                    <a:pt x="243364" y="299711"/>
                    <a:pt x="299561" y="298759"/>
                  </a:cubicBezTo>
                  <a:cubicBezTo>
                    <a:pt x="263366" y="334954"/>
                    <a:pt x="210026" y="352099"/>
                    <a:pt x="161449" y="360671"/>
                  </a:cubicBezTo>
                  <a:cubicBezTo>
                    <a:pt x="134779" y="365434"/>
                    <a:pt x="107156" y="368291"/>
                    <a:pt x="79534" y="367339"/>
                  </a:cubicBezTo>
                  <a:cubicBezTo>
                    <a:pt x="55721" y="366386"/>
                    <a:pt x="27146" y="363529"/>
                    <a:pt x="7144" y="348289"/>
                  </a:cubicBezTo>
                  <a:cubicBezTo>
                    <a:pt x="50959" y="334954"/>
                    <a:pt x="90011" y="310189"/>
                    <a:pt x="120491" y="276851"/>
                  </a:cubicBezTo>
                  <a:cubicBezTo>
                    <a:pt x="148114" y="246371"/>
                    <a:pt x="169069" y="211129"/>
                    <a:pt x="188119" y="175886"/>
                  </a:cubicBezTo>
                  <a:cubicBezTo>
                    <a:pt x="208121" y="138739"/>
                    <a:pt x="225266" y="98734"/>
                    <a:pt x="250031" y="64444"/>
                  </a:cubicBezTo>
                  <a:cubicBezTo>
                    <a:pt x="271939" y="33964"/>
                    <a:pt x="300514" y="9199"/>
                    <a:pt x="339566" y="7294"/>
                  </a:cubicBezTo>
                  <a:cubicBezTo>
                    <a:pt x="379571" y="5389"/>
                    <a:pt x="419576" y="21581"/>
                    <a:pt x="438626" y="58729"/>
                  </a:cubicBezTo>
                  <a:cubicBezTo>
                    <a:pt x="453866" y="88256"/>
                    <a:pt x="452914" y="120641"/>
                    <a:pt x="443389" y="151121"/>
                  </a:cubicBezTo>
                  <a:close/>
                </a:path>
              </a:pathLst>
            </a:custGeom>
            <a:solidFill>
              <a:srgbClr val="FFFFFF"/>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6F6F6"/>
                </a:solidFill>
                <a:effectLst/>
                <a:uLnTx/>
                <a:uFillTx/>
                <a:latin typeface="Ubuntu"/>
                <a:ea typeface="+mn-ea"/>
                <a:cs typeface="+mn-cs"/>
              </a:endParaRPr>
            </a:p>
          </p:txBody>
        </p:sp>
      </p:grpSp>
      <p:sp>
        <p:nvSpPr>
          <p:cNvPr id="4" name="Speech Bubble: Rectangle with Corners Rounded 4">
            <a:extLst>
              <a:ext uri="{FF2B5EF4-FFF2-40B4-BE49-F238E27FC236}">
                <a16:creationId xmlns:a16="http://schemas.microsoft.com/office/drawing/2014/main" id="{41B29930-9D88-CCCE-1F63-1A85FC7C7AC2}"/>
              </a:ext>
              <a:ext uri="{C183D7F6-B498-43B3-948B-1728B52AA6E4}">
                <adec:decorative xmlns:adec="http://schemas.microsoft.com/office/drawing/2017/decorative" val="1"/>
              </a:ext>
            </a:extLst>
          </p:cNvPr>
          <p:cNvSpPr/>
          <p:nvPr/>
        </p:nvSpPr>
        <p:spPr>
          <a:xfrm>
            <a:off x="15225203" y="168676"/>
            <a:ext cx="646609" cy="4536489"/>
          </a:xfrm>
          <a:prstGeom prst="rect">
            <a:avLst/>
          </a:prstGeom>
          <a:solidFill>
            <a:srgbClr val="FFFF00"/>
          </a:solidFill>
          <a:ln w="12700" cap="flat" cmpd="sng" algn="ctr">
            <a:noFill/>
            <a:prstDash val="solid"/>
            <a:miter lim="800000"/>
          </a:ln>
          <a:effectLst/>
        </p:spPr>
        <p:txBody>
          <a:bodyPr lIns="180000" tIns="180000" rIns="180000" rtlCol="0" anchor="t"/>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n-US" sz="1400" b="1" i="0" u="none" strike="noStrike" kern="1200" cap="none" spc="0" normalizeH="0" baseline="0" noProof="0" dirty="0">
                <a:ln>
                  <a:noFill/>
                </a:ln>
                <a:solidFill>
                  <a:srgbClr val="000000"/>
                </a:solidFill>
                <a:effectLst/>
                <a:uLnTx/>
                <a:uFillTx/>
                <a:latin typeface="Ubuntu"/>
                <a:ea typeface="+mn-ea"/>
                <a:cs typeface="+mn-cs"/>
              </a:rPr>
              <a:t>Cover design</a:t>
            </a:r>
          </a:p>
          <a:p>
            <a:pPr marL="0" marR="0" lvl="0" indent="0" algn="l" defTabSz="914400" rtl="0" eaLnBrk="1" fontAlgn="auto" latinLnBrk="0" hangingPunct="1">
              <a:lnSpc>
                <a:spcPct val="100000"/>
              </a:lnSpc>
              <a:spcBef>
                <a:spcPts val="60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Ubuntu"/>
                <a:ea typeface="+mn-ea"/>
                <a:cs typeface="+mn-cs"/>
              </a:rPr>
              <a:t>These slide designs and messages are </a:t>
            </a:r>
            <a:r>
              <a:rPr kumimoji="0" lang="en-US" sz="1000" b="1" i="0" u="none" strike="noStrike" kern="1200" cap="none" spc="0" normalizeH="0" baseline="0" noProof="0" dirty="0">
                <a:ln>
                  <a:noFill/>
                </a:ln>
                <a:solidFill>
                  <a:srgbClr val="000000"/>
                </a:solidFill>
                <a:effectLst/>
                <a:uLnTx/>
                <a:uFillTx/>
                <a:latin typeface="Ubuntu"/>
                <a:ea typeface="+mn-ea"/>
                <a:cs typeface="+mn-cs"/>
              </a:rPr>
              <a:t>inspirational only</a:t>
            </a:r>
            <a:r>
              <a:rPr kumimoji="0" lang="en-US" sz="1000" b="0" i="0" u="none" strike="noStrike" kern="1200" cap="none" spc="0" normalizeH="0" baseline="0" noProof="0" dirty="0">
                <a:ln>
                  <a:noFill/>
                </a:ln>
                <a:solidFill>
                  <a:srgbClr val="000000"/>
                </a:solidFill>
                <a:effectLst/>
                <a:uLnTx/>
                <a:uFillTx/>
                <a:latin typeface="Ubuntu"/>
                <a:ea typeface="+mn-ea"/>
                <a:cs typeface="+mn-cs"/>
              </a:rPr>
              <a:t>. Please modify text boxes and positioning as needed based on the message and overall composition. Always consider the legibility and contrast of copy and content for maximum usability.</a:t>
            </a:r>
          </a:p>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000000"/>
                </a:solidFill>
                <a:effectLst/>
                <a:uLnTx/>
                <a:uFillTx/>
                <a:latin typeface="Ubuntu"/>
                <a:ea typeface="+mn-ea"/>
                <a:cs typeface="+mn-cs"/>
              </a:rPr>
              <a:t>Any and all photography in these designs is given as an example. While you can use them, it’s better to </a:t>
            </a:r>
            <a:r>
              <a:rPr kumimoji="0" lang="en-US" sz="1000" b="1" i="0" u="none" strike="noStrike" kern="1200" cap="none" spc="0" normalizeH="0" baseline="0" noProof="0" dirty="0">
                <a:ln>
                  <a:noFill/>
                </a:ln>
                <a:solidFill>
                  <a:srgbClr val="000000"/>
                </a:solidFill>
                <a:effectLst/>
                <a:uLnTx/>
                <a:uFillTx/>
                <a:latin typeface="Ubuntu"/>
                <a:ea typeface="+mn-ea"/>
                <a:cs typeface="+mn-cs"/>
              </a:rPr>
              <a:t>change the photography</a:t>
            </a:r>
            <a:r>
              <a:rPr kumimoji="0" lang="en-US" sz="1000" b="0" i="0" u="none" strike="noStrike" kern="1200" cap="none" spc="0" normalizeH="0" baseline="0" noProof="0" dirty="0">
                <a:ln>
                  <a:noFill/>
                </a:ln>
                <a:solidFill>
                  <a:srgbClr val="000000"/>
                </a:solidFill>
                <a:effectLst/>
                <a:uLnTx/>
                <a:uFillTx/>
                <a:latin typeface="Ubuntu"/>
                <a:ea typeface="+mn-ea"/>
                <a:cs typeface="+mn-cs"/>
              </a:rPr>
              <a:t> to match your content.</a:t>
            </a:r>
          </a:p>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000000"/>
                </a:solidFill>
                <a:effectLst/>
                <a:uLnTx/>
                <a:uFillTx/>
                <a:latin typeface="Ubuntu"/>
                <a:ea typeface="+mn-ea"/>
                <a:cs typeface="+mn-cs"/>
              </a:rPr>
              <a:t>To do so, right click on the picture or placeholder to change/insert a photo. </a:t>
            </a:r>
          </a:p>
          <a:p>
            <a:pPr marL="0" marR="0" lvl="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000000"/>
                </a:solidFill>
                <a:effectLst/>
                <a:uLnTx/>
                <a:uFillTx/>
                <a:latin typeface="Ubuntu"/>
                <a:ea typeface="+mn-ea"/>
                <a:cs typeface="+mn-cs"/>
              </a:rPr>
              <a:t>Where to find photography:</a:t>
            </a:r>
          </a:p>
          <a:p>
            <a:pPr marL="180975" marR="0" lvl="0" indent="-180975" algn="l" defTabSz="914400" rtl="0" eaLnBrk="1" fontAlgn="auto" latinLnBrk="0" hangingPunct="1">
              <a:lnSpc>
                <a:spcPct val="100000"/>
              </a:lnSpc>
              <a:spcBef>
                <a:spcPts val="600"/>
              </a:spcBef>
              <a:spcAft>
                <a:spcPts val="0"/>
              </a:spcAft>
              <a:buClr>
                <a:srgbClr val="0057AB"/>
              </a:buClr>
              <a:buSzTx/>
              <a:buFont typeface="Arial" panose="020B0604020202020204" pitchFamily="34" charset="0"/>
              <a:buChar char="•"/>
              <a:tabLst/>
              <a:defRPr/>
            </a:pPr>
            <a:r>
              <a:rPr kumimoji="0" lang="en-US" sz="1000" b="0" i="0" u="none" strike="noStrike" kern="1200" cap="none" spc="0" normalizeH="0" baseline="0" noProof="0" dirty="0">
                <a:ln>
                  <a:noFill/>
                </a:ln>
                <a:solidFill>
                  <a:srgbClr val="000000"/>
                </a:solidFill>
                <a:effectLst/>
                <a:uLnTx/>
                <a:uFillTx/>
                <a:latin typeface="Ubuntu"/>
                <a:ea typeface="+mn-ea"/>
                <a:cs typeface="+mn-cs"/>
                <a:hlinkClick r:id="rId3">
                  <a:extLst>
                    <a:ext uri="{A12FA001-AC4F-418D-AE19-62706E023703}">
                      <ahyp:hlinkClr xmlns:ahyp="http://schemas.microsoft.com/office/drawing/2018/hyperlinkcolor" val="tx"/>
                    </a:ext>
                  </a:extLst>
                </a:hlinkClick>
              </a:rPr>
              <a:t>Photo library</a:t>
            </a:r>
            <a:endParaRPr kumimoji="0" lang="en-US" sz="1000" b="0" i="0" u="none" strike="noStrike" kern="1200" cap="none" spc="0" normalizeH="0" baseline="0" noProof="0" dirty="0">
              <a:ln>
                <a:noFill/>
              </a:ln>
              <a:solidFill>
                <a:srgbClr val="000000"/>
              </a:solidFill>
              <a:effectLst/>
              <a:uLnTx/>
              <a:uFillTx/>
              <a:latin typeface="Ubuntu"/>
              <a:ea typeface="+mn-ea"/>
              <a:cs typeface="+mn-cs"/>
            </a:endParaRPr>
          </a:p>
          <a:p>
            <a:pPr marL="180975" marR="0" lvl="0" indent="-180975" algn="l" defTabSz="914400" rtl="0" eaLnBrk="1" fontAlgn="auto" latinLnBrk="0" hangingPunct="1">
              <a:lnSpc>
                <a:spcPct val="100000"/>
              </a:lnSpc>
              <a:spcBef>
                <a:spcPts val="600"/>
              </a:spcBef>
              <a:spcAft>
                <a:spcPts val="0"/>
              </a:spcAft>
              <a:buClr>
                <a:srgbClr val="0057AB"/>
              </a:buClr>
              <a:buSzTx/>
              <a:buFont typeface="Arial" panose="020B0604020202020204" pitchFamily="34" charset="0"/>
              <a:buChar char="•"/>
              <a:tabLst/>
              <a:defRPr/>
            </a:pPr>
            <a:r>
              <a:rPr kumimoji="0" lang="en-US" sz="1000" b="0" i="0" u="none" strike="noStrike" kern="1200" cap="none" spc="0" normalizeH="0" baseline="0" noProof="0" dirty="0">
                <a:ln>
                  <a:noFill/>
                </a:ln>
                <a:solidFill>
                  <a:srgbClr val="000000"/>
                </a:solidFill>
                <a:effectLst/>
                <a:uLnTx/>
                <a:uFillTx/>
                <a:latin typeface="Ubuntu"/>
                <a:ea typeface="+mn-ea"/>
                <a:cs typeface="+mn-cs"/>
                <a:hlinkClick r:id="rId4">
                  <a:extLst>
                    <a:ext uri="{A12FA001-AC4F-418D-AE19-62706E023703}">
                      <ahyp:hlinkClr xmlns:ahyp="http://schemas.microsoft.com/office/drawing/2018/hyperlinkcolor" val="tx"/>
                    </a:ext>
                  </a:extLst>
                </a:hlinkClick>
              </a:rPr>
              <a:t>Getty images</a:t>
            </a:r>
            <a:r>
              <a:rPr kumimoji="0" lang="en-US" sz="1000" b="0" i="0" u="none" strike="noStrike" kern="1200" cap="none" spc="0" normalizeH="0" baseline="0" noProof="0" dirty="0">
                <a:ln>
                  <a:noFill/>
                </a:ln>
                <a:solidFill>
                  <a:srgbClr val="000000"/>
                </a:solidFill>
                <a:effectLst/>
                <a:uLnTx/>
                <a:uFillTx/>
                <a:latin typeface="Ubuntu"/>
                <a:ea typeface="+mn-ea"/>
                <a:cs typeface="+mn-cs"/>
              </a:rPr>
              <a:t> (Recommended), </a:t>
            </a:r>
            <a:r>
              <a:rPr kumimoji="0" lang="en-US" sz="1000" b="0" i="0" u="none" strike="noStrike" kern="1200" cap="none" spc="0" normalizeH="0" baseline="0" noProof="0" dirty="0">
                <a:ln>
                  <a:noFill/>
                </a:ln>
                <a:solidFill>
                  <a:srgbClr val="000000"/>
                </a:solidFill>
                <a:effectLst/>
                <a:uLnTx/>
                <a:uFillTx/>
                <a:latin typeface="Ubuntu"/>
                <a:ea typeface="+mn-ea"/>
                <a:cs typeface="+mn-cs"/>
                <a:hlinkClick r:id="rId5">
                  <a:extLst>
                    <a:ext uri="{A12FA001-AC4F-418D-AE19-62706E023703}">
                      <ahyp:hlinkClr xmlns:ahyp="http://schemas.microsoft.com/office/drawing/2018/hyperlinkcolor" val="tx"/>
                    </a:ext>
                  </a:extLst>
                </a:hlinkClick>
              </a:rPr>
              <a:t>Shutterstock</a:t>
            </a:r>
            <a:r>
              <a:rPr kumimoji="0" lang="en-US" sz="1000" b="0" i="0" u="none" strike="noStrike" kern="1200" cap="none" spc="0" normalizeH="0" baseline="0" noProof="0" dirty="0">
                <a:ln>
                  <a:noFill/>
                </a:ln>
                <a:solidFill>
                  <a:srgbClr val="000000"/>
                </a:solidFill>
                <a:effectLst/>
                <a:uLnTx/>
                <a:uFillTx/>
                <a:latin typeface="Ubuntu"/>
                <a:ea typeface="+mn-ea"/>
                <a:cs typeface="+mn-cs"/>
              </a:rPr>
              <a:t>, </a:t>
            </a:r>
            <a:r>
              <a:rPr kumimoji="0" lang="en-US" sz="1000" b="0" i="0" u="none" strike="noStrike" kern="1200" cap="none" spc="0" normalizeH="0" baseline="0" noProof="0" dirty="0">
                <a:ln>
                  <a:noFill/>
                </a:ln>
                <a:solidFill>
                  <a:srgbClr val="000000"/>
                </a:solidFill>
                <a:effectLst/>
                <a:uLnTx/>
                <a:uFillTx/>
                <a:latin typeface="Ubuntu"/>
                <a:ea typeface="+mn-ea"/>
                <a:cs typeface="+mn-cs"/>
                <a:hlinkClick r:id="rId6">
                  <a:extLst>
                    <a:ext uri="{A12FA001-AC4F-418D-AE19-62706E023703}">
                      <ahyp:hlinkClr xmlns:ahyp="http://schemas.microsoft.com/office/drawing/2018/hyperlinkcolor" val="tx"/>
                    </a:ext>
                  </a:extLst>
                </a:hlinkClick>
              </a:rPr>
              <a:t>Adobe images</a:t>
            </a:r>
            <a:r>
              <a:rPr kumimoji="0" lang="en-US" sz="1000" b="0" i="0" u="none" strike="noStrike" kern="1200" cap="none" spc="0" normalizeH="0" baseline="0" noProof="0" dirty="0">
                <a:ln>
                  <a:noFill/>
                </a:ln>
                <a:solidFill>
                  <a:srgbClr val="000000"/>
                </a:solidFill>
                <a:effectLst/>
                <a:uLnTx/>
                <a:uFillTx/>
                <a:latin typeface="Ubuntu"/>
                <a:ea typeface="+mn-ea"/>
                <a:cs typeface="+mn-cs"/>
              </a:rPr>
              <a:t> (check with your M&amp;C design team):</a:t>
            </a:r>
          </a:p>
          <a:p>
            <a:pPr marL="0" marR="0" lvl="0" indent="0" algn="l" defTabSz="914400" rtl="0" eaLnBrk="1" fontAlgn="auto" latinLnBrk="0" hangingPunct="1">
              <a:lnSpc>
                <a:spcPct val="100000"/>
              </a:lnSpc>
              <a:spcBef>
                <a:spcPts val="600"/>
              </a:spcBef>
              <a:spcAft>
                <a:spcPts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Ubuntu"/>
                <a:ea typeface="+mn-ea"/>
                <a:cs typeface="+mn-cs"/>
              </a:rPr>
              <a:t>Further cover examples and inspiration </a:t>
            </a:r>
            <a:r>
              <a:rPr kumimoji="0" lang="en-US" sz="1000" b="0" i="0" u="none" strike="noStrike" kern="1200" cap="none" spc="0" normalizeH="0" baseline="0" noProof="0" dirty="0">
                <a:ln>
                  <a:noFill/>
                </a:ln>
                <a:solidFill>
                  <a:srgbClr val="000000"/>
                </a:solidFill>
                <a:effectLst/>
                <a:uLnTx/>
                <a:uFillTx/>
                <a:latin typeface="Ubuntu"/>
                <a:ea typeface="+mn-ea"/>
                <a:cs typeface="+mn-cs"/>
              </a:rPr>
              <a:t>are available in Extras file in your </a:t>
            </a:r>
            <a:r>
              <a:rPr kumimoji="0" lang="en-US" sz="1000" b="0" i="0" u="none" strike="noStrike" kern="1200" cap="none" spc="0" normalizeH="0" baseline="0" noProof="0" dirty="0" err="1">
                <a:ln>
                  <a:noFill/>
                </a:ln>
                <a:solidFill>
                  <a:srgbClr val="000000"/>
                </a:solidFill>
                <a:effectLst/>
                <a:uLnTx/>
                <a:uFillTx/>
                <a:latin typeface="Ubuntu"/>
                <a:ea typeface="+mn-ea"/>
                <a:cs typeface="+mn-cs"/>
              </a:rPr>
              <a:t>Powerpoint</a:t>
            </a:r>
            <a:br>
              <a:rPr kumimoji="0" lang="en-US" sz="1000" b="0" i="0" u="none" strike="noStrike" kern="1200" cap="none" spc="0" normalizeH="0" baseline="0" noProof="0" dirty="0">
                <a:ln>
                  <a:noFill/>
                </a:ln>
                <a:solidFill>
                  <a:srgbClr val="000000"/>
                </a:solidFill>
                <a:effectLst/>
                <a:uLnTx/>
                <a:uFillTx/>
                <a:latin typeface="Ubuntu"/>
                <a:ea typeface="+mn-ea"/>
                <a:cs typeface="+mn-cs"/>
              </a:rPr>
            </a:br>
            <a:r>
              <a:rPr kumimoji="0" lang="en-US" sz="1000" b="0" i="0" u="none" strike="noStrike" kern="1200" cap="none" spc="0" normalizeH="0" baseline="0" noProof="0" dirty="0">
                <a:ln>
                  <a:noFill/>
                </a:ln>
                <a:solidFill>
                  <a:srgbClr val="000000"/>
                </a:solidFill>
                <a:effectLst/>
                <a:uLnTx/>
                <a:uFillTx/>
                <a:latin typeface="Ubuntu"/>
                <a:ea typeface="+mn-ea"/>
                <a:cs typeface="+mn-cs"/>
              </a:rPr>
              <a:t> -&gt; File -&gt; New from template…</a:t>
            </a:r>
            <a:endParaRPr kumimoji="0" lang="en-US" sz="1400" b="0" i="0" u="none" strike="noStrike" kern="1200" cap="none" spc="0" normalizeH="0" baseline="0" noProof="0" dirty="0">
              <a:ln>
                <a:noFill/>
              </a:ln>
              <a:solidFill>
                <a:srgbClr val="000000"/>
              </a:solidFill>
              <a:effectLst/>
              <a:uLnTx/>
              <a:uFillTx/>
              <a:latin typeface="Ubuntu"/>
              <a:ea typeface="+mn-ea"/>
              <a:cs typeface="+mn-cs"/>
            </a:endParaRPr>
          </a:p>
        </p:txBody>
      </p:sp>
    </p:spTree>
    <p:extLst>
      <p:ext uri="{BB962C8B-B14F-4D97-AF65-F5344CB8AC3E}">
        <p14:creationId xmlns:p14="http://schemas.microsoft.com/office/powerpoint/2010/main" val="13820884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em44n44YJU.b0ydlTb3OJw"/>
</p:tagLst>
</file>

<file path=ppt/theme/theme1.xml><?xml version="1.0" encoding="utf-8"?>
<a:theme xmlns:a="http://schemas.openxmlformats.org/drawingml/2006/main" name="Capgemini Invent 2025">
  <a:themeElements>
    <a:clrScheme name="Capgemini 2024">
      <a:dk1>
        <a:sysClr val="windowText" lastClr="000000"/>
      </a:dk1>
      <a:lt1>
        <a:srgbClr val="FFFFFF"/>
      </a:lt1>
      <a:dk2>
        <a:srgbClr val="000000"/>
      </a:dk2>
      <a:lt2>
        <a:srgbClr val="F6F6F6"/>
      </a:lt2>
      <a:accent1>
        <a:srgbClr val="0070AD"/>
      </a:accent1>
      <a:accent2>
        <a:srgbClr val="12ABDB"/>
      </a:accent2>
      <a:accent3>
        <a:srgbClr val="14596B"/>
      </a:accent3>
      <a:accent4>
        <a:srgbClr val="272936"/>
      </a:accent4>
      <a:accent5>
        <a:srgbClr val="0F878A"/>
      </a:accent5>
      <a:accent6>
        <a:srgbClr val="00BFBF"/>
      </a:accent6>
      <a:hlink>
        <a:srgbClr val="00929B"/>
      </a:hlink>
      <a:folHlink>
        <a:srgbClr val="00BFBF"/>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9525">
          <a:noFill/>
          <a:prstDash val="soli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err="1">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1">
              <a:lumMod val="6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90000" tIns="46800" rIns="90000" bIns="46800" rtlCol="0" anchor="ctr">
        <a:spAutoFit/>
      </a:bodyPr>
      <a:lstStyle>
        <a:defPPr algn="l">
          <a:spcBef>
            <a:spcPct val="0"/>
          </a:spcBef>
          <a:defRPr sz="1400" dirty="0" err="1" smtClean="0"/>
        </a:defPPr>
      </a:lstStyle>
    </a:txDef>
  </a:objectDefaults>
  <a:extraClrSchemeLst/>
  <a:custClrLst>
    <a:custClr name="Green A">
      <a:srgbClr val="57CF80"/>
    </a:custClr>
    <a:custClr name="Green B">
      <a:srgbClr val="33B569"/>
    </a:custClr>
    <a:custClr name="Green C">
      <a:srgbClr val="2EA657"/>
    </a:custClr>
    <a:custClr name="Green D">
      <a:srgbClr val="178C3D"/>
    </a:custClr>
    <a:custClr name="Green E">
      <a:srgbClr val="176036"/>
    </a:custClr>
    <a:custClr name="Teal A">
      <a:srgbClr val="00E6E3"/>
    </a:custClr>
    <a:custClr name="Teal B">
      <a:srgbClr val="00D5D0"/>
    </a:custClr>
    <a:custClr name="Teal C">
      <a:srgbClr val="00BFBF"/>
    </a:custClr>
    <a:custClr name="Teal D">
      <a:srgbClr val="00929B"/>
    </a:custClr>
    <a:custClr name="Teal E">
      <a:srgbClr val="007D74"/>
    </a:custClr>
    <a:custClr name="Peacock A">
      <a:srgbClr val="00E0CB"/>
    </a:custClr>
    <a:custClr name="Peacock B">
      <a:srgbClr val="00B2A2"/>
    </a:custClr>
    <a:custClr name="Peacock C">
      <a:srgbClr val="0F878A"/>
    </a:custClr>
    <a:custClr name="Peacock D">
      <a:srgbClr val="0F6A73"/>
    </a:custClr>
    <a:custClr name="Peacock E">
      <a:srgbClr val="0F434A"/>
    </a:custClr>
    <a:custClr name="Sapphire A">
      <a:srgbClr val="338091"/>
    </a:custClr>
    <a:custClr name="Sapphire B">
      <a:srgbClr val="336B7D"/>
    </a:custClr>
    <a:custClr name="Sapphire C">
      <a:srgbClr val="14596B"/>
    </a:custClr>
    <a:custClr name="Sapphire D">
      <a:srgbClr val="214554"/>
    </a:custClr>
    <a:custClr name="Sapphire E">
      <a:srgbClr val="173340"/>
    </a:custClr>
    <a:custClr name="Violet A">
      <a:srgbClr val="E557AD"/>
    </a:custClr>
    <a:custClr name="Violet B">
      <a:srgbClr val="D13A8C"/>
    </a:custClr>
    <a:custClr name="Violet C">
      <a:srgbClr val="BA2980"/>
    </a:custClr>
    <a:custClr name="Violet D">
      <a:srgbClr val="A12980"/>
    </a:custClr>
    <a:custClr name="Violet E">
      <a:srgbClr val="811B6F"/>
    </a:custClr>
    <a:custClr name="Yellow A">
      <a:srgbClr val="FFDA80"/>
    </a:custClr>
    <a:custClr name="Yellow B">
      <a:srgbClr val="FFD068"/>
    </a:custClr>
    <a:custClr name="Yellow C">
      <a:srgbClr val="FFB24A"/>
    </a:custClr>
    <a:custClr name="Yellow D">
      <a:srgbClr val="FF9C29"/>
    </a:custClr>
    <a:custClr name="Yellow E">
      <a:srgbClr val="FF8E12"/>
    </a:custClr>
    <a:custClr name="Velvet A">
      <a:srgbClr val="9E4780"/>
    </a:custClr>
    <a:custClr name="Velvet B">
      <a:srgbClr val="802B73"/>
    </a:custClr>
    <a:custClr name="Velvet C">
      <a:srgbClr val="750D5C"/>
    </a:custClr>
    <a:custClr name="Velvet D">
      <a:srgbClr val="590A42"/>
    </a:custClr>
    <a:custClr name="Velvet E">
      <a:srgbClr val="42142E"/>
    </a:custClr>
    <a:custClr name="Red A">
      <a:srgbClr val="FF5770"/>
    </a:custClr>
    <a:custClr name="Red B">
      <a:srgbClr val="FF455E"/>
    </a:custClr>
    <a:custClr name="Red C">
      <a:srgbClr val="FF304D"/>
    </a:custClr>
    <a:custClr name="Red D">
      <a:srgbClr val="E30021"/>
    </a:custClr>
    <a:custClr name="Red E">
      <a:srgbClr val="A6001A"/>
    </a:custClr>
  </a:custClrLst>
  <a:extLst>
    <a:ext uri="{05A4C25C-085E-4340-85A3-A5531E510DB2}">
      <thm15:themeFamily xmlns:thm15="http://schemas.microsoft.com/office/thememl/2012/main" name="Capgemini-Invent-template-master_2025.pptx" id="{593D72C2-0CBE-4C6C-8961-26AC50CF771A}" vid="{3DA8A1D8-FB45-4F6B-9421-3BB74D8CAE50}"/>
    </a:ext>
  </a:extLst>
</a:theme>
</file>

<file path=ppt/theme/theme2.xml><?xml version="1.0" encoding="utf-8"?>
<a:theme xmlns:a="http://schemas.openxmlformats.org/drawingml/2006/main" name="Capgemini_Dark_2025">
  <a:themeElements>
    <a:clrScheme name="Capgemini Dark 2026">
      <a:dk1>
        <a:sysClr val="windowText" lastClr="000000"/>
      </a:dk1>
      <a:lt1>
        <a:srgbClr val="FFFFFF"/>
      </a:lt1>
      <a:dk2>
        <a:srgbClr val="121A38"/>
      </a:dk2>
      <a:lt2>
        <a:srgbClr val="FFFFFF"/>
      </a:lt2>
      <a:accent1>
        <a:srgbClr val="0058AB"/>
      </a:accent1>
      <a:accent2>
        <a:srgbClr val="1DB8F2"/>
      </a:accent2>
      <a:accent3>
        <a:srgbClr val="D4D3F1"/>
      </a:accent3>
      <a:accent4>
        <a:srgbClr val="00D5D0"/>
      </a:accent4>
      <a:accent5>
        <a:srgbClr val="FEB100"/>
      </a:accent5>
      <a:accent6>
        <a:srgbClr val="FF816E"/>
      </a:accent6>
      <a:hlink>
        <a:srgbClr val="1DB8F2"/>
      </a:hlink>
      <a:folHlink>
        <a:srgbClr val="77D3F7"/>
      </a:folHlink>
    </a:clrScheme>
    <a:fontScheme name="Capgemini 2024">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9525">
          <a:noFill/>
          <a:prstDash val="soli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err="1">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1">
              <a:lumMod val="6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90000" tIns="46800" rIns="90000" bIns="46800" rtlCol="0" anchor="ctr">
        <a:spAutoFit/>
      </a:bodyPr>
      <a:lstStyle>
        <a:defPPr algn="l">
          <a:spcBef>
            <a:spcPct val="0"/>
          </a:spcBef>
          <a:defRPr sz="1400" dirty="0" err="1" smtClean="0">
            <a:solidFill>
              <a:schemeClr val="bg1"/>
            </a:solidFill>
          </a:defRPr>
        </a:defPPr>
      </a:lstStyle>
    </a:txDef>
  </a:objectDefaults>
  <a:extraClrSchemeLst/>
  <a:custClrLst>
    <a:custClr name="Turquoise">
      <a:srgbClr val="00D5D0"/>
    </a:custClr>
    <a:custClr name="Yellow">
      <a:srgbClr val="FEB100"/>
    </a:custClr>
    <a:custClr name="Orange">
      <a:srgbClr val="FF816E"/>
    </a:custClr>
    <a:custClr name="Lilac">
      <a:srgbClr val="D4D3F1"/>
    </a:custClr>
    <a:custClr name="Teal">
      <a:srgbClr val="00828E"/>
    </a:custClr>
    <a:custClr name="Terracotta">
      <a:srgbClr val="BE4D00"/>
    </a:custClr>
    <a:custClr name="Deep Red">
      <a:srgbClr val="8F3237"/>
    </a:custClr>
    <a:custClr name="Purple">
      <a:srgbClr val="71609E"/>
    </a:custClr>
  </a:custClrLst>
  <a:extLst>
    <a:ext uri="{05A4C25C-085E-4340-85A3-A5531E510DB2}">
      <thm15:themeFamily xmlns:thm15="http://schemas.microsoft.com/office/thememl/2012/main" name="Capgemini_PPT-template_Master_February-02-2026" id="{643CFCD9-5D42-47EC-8CC7-8D856D17DCD2}" vid="{961BB501-3E1D-4AE4-8E2F-17AD598B66F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apgemini_Bright_2025">
  <a:themeElements>
    <a:clrScheme name="Capgemini Bright 2026">
      <a:dk1>
        <a:srgbClr val="000000"/>
      </a:dk1>
      <a:lt1>
        <a:srgbClr val="FFFFFF"/>
      </a:lt1>
      <a:dk2>
        <a:srgbClr val="0058AB"/>
      </a:dk2>
      <a:lt2>
        <a:srgbClr val="FFFFFF"/>
      </a:lt2>
      <a:accent1>
        <a:srgbClr val="0058AB"/>
      </a:accent1>
      <a:accent2>
        <a:srgbClr val="1DB8F2"/>
      </a:accent2>
      <a:accent3>
        <a:srgbClr val="121A38"/>
      </a:accent3>
      <a:accent4>
        <a:srgbClr val="00828E"/>
      </a:accent4>
      <a:accent5>
        <a:srgbClr val="BE4D00"/>
      </a:accent5>
      <a:accent6>
        <a:srgbClr val="8F3237"/>
      </a:accent6>
      <a:hlink>
        <a:srgbClr val="0058AB"/>
      </a:hlink>
      <a:folHlink>
        <a:srgbClr val="1DB8F2"/>
      </a:folHlink>
    </a:clrScheme>
    <a:fontScheme name="Capgemini 2024">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w="9525">
          <a:noFill/>
          <a:prstDash val="soli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err="1">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1">
              <a:lumMod val="6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90000" tIns="46800" rIns="90000" bIns="46800" rtlCol="0" anchor="ctr">
        <a:spAutoFit/>
      </a:bodyPr>
      <a:lstStyle>
        <a:defPPr algn="l">
          <a:spcBef>
            <a:spcPct val="0"/>
          </a:spcBef>
          <a:defRPr sz="1400" dirty="0" err="1" smtClean="0"/>
        </a:defPPr>
      </a:lstStyle>
    </a:txDef>
  </a:objectDefaults>
  <a:extraClrSchemeLst/>
  <a:custClrLst>
    <a:custClr name="Turquoise">
      <a:srgbClr val="00D5D0"/>
    </a:custClr>
    <a:custClr name="Yellow">
      <a:srgbClr val="FEB100"/>
    </a:custClr>
    <a:custClr name="Orange">
      <a:srgbClr val="FF816E"/>
    </a:custClr>
    <a:custClr name="Lilac">
      <a:srgbClr val="D4D3F1"/>
    </a:custClr>
    <a:custClr name="Teal">
      <a:srgbClr val="00828E"/>
    </a:custClr>
    <a:custClr name="Terracotta">
      <a:srgbClr val="BE4D00"/>
    </a:custClr>
    <a:custClr name="Deep Red">
      <a:srgbClr val="8F3237"/>
    </a:custClr>
    <a:custClr name="Purple">
      <a:srgbClr val="71609E"/>
    </a:custClr>
  </a:custClrLst>
  <a:extLst>
    <a:ext uri="{05A4C25C-085E-4340-85A3-A5531E510DB2}">
      <thm15:themeFamily xmlns:thm15="http://schemas.microsoft.com/office/thememl/2012/main" name="Capgemini_PPT-template_Master_February-02-2026" id="{643CFCD9-5D42-47EC-8CC7-8D856D17DCD2}" vid="{146F7EC5-EAD0-403A-8A34-B166E4CB0DEC}"/>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760c494-6550-44b4-8258-77c175d778b7}"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16776</TotalTime>
  <Words>1962</Words>
  <Application>Microsoft Office PowerPoint</Application>
  <PresentationFormat>Widescreen</PresentationFormat>
  <Paragraphs>545</Paragraphs>
  <Slides>12</Slides>
  <Notes>7</Notes>
  <HiddenSlides>0</HiddenSlides>
  <MMClips>0</MMClips>
  <ScaleCrop>false</ScaleCrop>
  <HeadingPairs>
    <vt:vector size="6" baseType="variant">
      <vt:variant>
        <vt:lpstr>Fonts Used</vt:lpstr>
      </vt:variant>
      <vt:variant>
        <vt:i4>10</vt:i4>
      </vt:variant>
      <vt:variant>
        <vt:lpstr>Theme</vt:lpstr>
      </vt:variant>
      <vt:variant>
        <vt:i4>4</vt:i4>
      </vt:variant>
      <vt:variant>
        <vt:lpstr>Slide Titles</vt:lpstr>
      </vt:variant>
      <vt:variant>
        <vt:i4>12</vt:i4>
      </vt:variant>
    </vt:vector>
  </HeadingPairs>
  <TitlesOfParts>
    <vt:vector size="26" baseType="lpstr">
      <vt:lpstr>Aptos</vt:lpstr>
      <vt:lpstr>Arial</vt:lpstr>
      <vt:lpstr>Calibiri</vt:lpstr>
      <vt:lpstr>Calibri</vt:lpstr>
      <vt:lpstr>System Font Regular</vt:lpstr>
      <vt:lpstr>Ubuntu</vt:lpstr>
      <vt:lpstr>Ubuntu Light</vt:lpstr>
      <vt:lpstr>Ubuntu Medium</vt:lpstr>
      <vt:lpstr>Verdana</vt:lpstr>
      <vt:lpstr>Wingdings</vt:lpstr>
      <vt:lpstr>Capgemini Invent 2025</vt:lpstr>
      <vt:lpstr>Capgemini_Dark_2025</vt:lpstr>
      <vt:lpstr>Office Theme</vt:lpstr>
      <vt:lpstr>Capgemini_Bright_2025</vt:lpstr>
      <vt:lpstr>SENTIMENT ANALYZER MODEL</vt:lpstr>
      <vt:lpstr>Business Need for Sentiment Analysis </vt:lpstr>
      <vt:lpstr>PowerPoint Presentation</vt:lpstr>
      <vt:lpstr>PowerPoint Presentation</vt:lpstr>
      <vt:lpstr>PowerPoint Presentation</vt:lpstr>
      <vt:lpstr>PowerPoint Presentation</vt:lpstr>
      <vt:lpstr>PowerPoint Presentation</vt:lpstr>
      <vt:lpstr>BUSINESS IMPACT &amp; ENTERPRISE VALUE </vt:lpstr>
      <vt:lpstr>Market Entry Strategy, Target Segment, Value Proposition &amp; KPIs </vt:lpstr>
      <vt:lpstr>Data Scope and Sentiment Methodology</vt:lpstr>
      <vt:lpstr>Categories 1 </vt:lpstr>
      <vt:lpstr>Sentiment Analyzer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Tadur, Kapil</dc:creator>
  <cp:lastModifiedBy>Rishith Mamdabad</cp:lastModifiedBy>
  <cp:revision>156</cp:revision>
  <dcterms:created xsi:type="dcterms:W3CDTF">2025-11-10T05:39:03Z</dcterms:created>
  <dcterms:modified xsi:type="dcterms:W3CDTF">2026-05-21T07:14:43Z</dcterms:modified>
</cp:coreProperties>
</file>